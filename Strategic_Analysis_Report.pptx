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y%20PC\AppData\Roaming\Microsoft\Excel\supermarket_sales_2025%20(version%201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y%20PC\AppData\Roaming\Microsoft\Excel\supermarket_sales_2025%20(version%201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y%20PC\AppData\Roaming\Microsoft\Excel\supermarket_sales_2025%20(version%201).xlsb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y%20PC\AppData\Roaming\Microsoft\Excel\supermarket_sales_2025%20(version%201).xlsb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[supermarket_sales_2025 (version 1).xlsb]Mem Vs Norm!PivotTable2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Members</a:t>
            </a:r>
            <a:r>
              <a:rPr lang="en-US" baseline="0">
                <a:solidFill>
                  <a:schemeClr val="tx1"/>
                </a:solidFill>
              </a:rPr>
              <a:t> Vs Normal</a:t>
            </a:r>
            <a:endParaRPr lang="en-US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2060"/>
          </a:solidFill>
          <a:ln>
            <a:noFill/>
          </a:ln>
          <a:effectLst/>
        </c:spPr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2060"/>
          </a:solidFill>
          <a:ln>
            <a:noFill/>
          </a:ln>
          <a:effectLst/>
        </c:spPr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002060"/>
          </a:solidFill>
          <a:ln>
            <a:noFill/>
          </a:ln>
          <a:effectLst/>
        </c:spPr>
      </c:pivotFmt>
      <c:pivotFmt>
        <c:idx val="8"/>
        <c:spPr>
          <a:solidFill>
            <a:schemeClr val="accent4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'Mem Vs Norm'!$B$1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21A-4C9F-8016-62F2A2408DE5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21A-4C9F-8016-62F2A2408DE5}"/>
              </c:ext>
            </c:extLst>
          </c:dPt>
          <c:cat>
            <c:strRef>
              <c:f>'Mem Vs Norm'!$A$2:$A$4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'Mem Vs Norm'!$B$2:$B$4</c:f>
              <c:numCache>
                <c:formatCode>[$$-409]#,##0.00</c:formatCode>
                <c:ptCount val="2"/>
                <c:pt idx="0">
                  <c:v>31601.124800188412</c:v>
                </c:pt>
                <c:pt idx="1">
                  <c:v>31905.209927815285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21A-4C9F-8016-62F2A2408D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70045872"/>
        <c:axId val="1570037232"/>
      </c:barChart>
      <c:catAx>
        <c:axId val="1570045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570037232"/>
        <c:crosses val="autoZero"/>
        <c:auto val="1"/>
        <c:lblAlgn val="ctr"/>
        <c:lblOffset val="100"/>
        <c:noMultiLvlLbl val="0"/>
      </c:catAx>
      <c:valAx>
        <c:axId val="1570037232"/>
        <c:scaling>
          <c:orientation val="minMax"/>
        </c:scaling>
        <c:delete val="0"/>
        <c:axPos val="l"/>
        <c:numFmt formatCode="[$$-409]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570045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[supermarket_sales_2025 (version 1).xlsb]Demographics!PivotTable3</c:name>
    <c:fmtId val="7"/>
  </c:pivotSource>
  <c:chart>
    <c:autoTitleDeleted val="0"/>
    <c:pivotFmts>
      <c:pivotFmt>
        <c:idx val="0"/>
        <c:spPr>
          <a:solidFill>
            <a:srgbClr val="00206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206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206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Demographics!$B$1:$B$2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cat>
            <c:strRef>
              <c:f>Demographics!$A$3:$A$5</c:f>
              <c:strCache>
                <c:ptCount val="2"/>
                <c:pt idx="0">
                  <c:v>Health &amp; Beauty</c:v>
                </c:pt>
                <c:pt idx="1">
                  <c:v>Electronic Accessories</c:v>
                </c:pt>
              </c:strCache>
            </c:strRef>
          </c:cat>
          <c:val>
            <c:numRef>
              <c:f>Demographics!$B$3:$B$5</c:f>
              <c:numCache>
                <c:formatCode>[$$-409]#,##0.00</c:formatCode>
                <c:ptCount val="2"/>
                <c:pt idx="0">
                  <c:v>55937315.990000039</c:v>
                </c:pt>
                <c:pt idx="1">
                  <c:v>54343549.350000076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5D-4519-8EC9-68B313CA7638}"/>
            </c:ext>
          </c:extLst>
        </c:ser>
        <c:ser>
          <c:idx val="1"/>
          <c:order val="1"/>
          <c:tx>
            <c:strRef>
              <c:f>Demographics!$C$1:$C$2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Demographics!$A$3:$A$5</c:f>
              <c:strCache>
                <c:ptCount val="2"/>
                <c:pt idx="0">
                  <c:v>Health &amp; Beauty</c:v>
                </c:pt>
                <c:pt idx="1">
                  <c:v>Electronic Accessories</c:v>
                </c:pt>
              </c:strCache>
            </c:strRef>
          </c:cat>
          <c:val>
            <c:numRef>
              <c:f>Demographics!$C$3:$C$5</c:f>
              <c:numCache>
                <c:formatCode>[$$-409]#,##0.00</c:formatCode>
                <c:ptCount val="2"/>
                <c:pt idx="0">
                  <c:v>56131104.67999997</c:v>
                </c:pt>
                <c:pt idx="1">
                  <c:v>57549970.209999911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5D-4519-8EC9-68B313CA76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0192384"/>
        <c:axId val="984600288"/>
      </c:barChart>
      <c:catAx>
        <c:axId val="1220192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84600288"/>
        <c:crosses val="autoZero"/>
        <c:auto val="1"/>
        <c:lblAlgn val="ctr"/>
        <c:lblOffset val="100"/>
        <c:noMultiLvlLbl val="0"/>
      </c:catAx>
      <c:valAx>
        <c:axId val="984600288"/>
        <c:scaling>
          <c:orientation val="minMax"/>
        </c:scaling>
        <c:delete val="0"/>
        <c:axPos val="l"/>
        <c:numFmt formatCode="[$$-409]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22019238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[supermarket_sales_2025 (version 1).xlsb]Rating Vs Spending!PivotTable4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Spending</a:t>
            </a:r>
            <a:r>
              <a:rPr lang="en-US" baseline="0">
                <a:solidFill>
                  <a:schemeClr val="tx1"/>
                </a:solidFill>
              </a:rPr>
              <a:t> Vs Rating</a:t>
            </a:r>
            <a:endParaRPr lang="en-US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rgbClr val="00206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FFC000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rgbClr val="00206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rgbClr val="FFC000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 w="28575" cap="rnd">
            <a:solidFill>
              <a:srgbClr val="00206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rgbClr val="FFC000"/>
            </a:solidFill>
            <a:round/>
          </a:ln>
          <a:effectLst/>
        </c:spPr>
        <c:marker>
          <c:symbol val="none"/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'Rating Vs Spending'!$M$3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Pt>
            <c:idx val="60"/>
            <c:marker>
              <c:symbol val="none"/>
            </c:marker>
            <c:bubble3D val="0"/>
            <c:spPr>
              <a:ln w="28575" cap="rnd">
                <a:solidFill>
                  <a:srgbClr val="FFC000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7E0-492F-BEBC-8B44F93B98DA}"/>
              </c:ext>
            </c:extLst>
          </c:dPt>
          <c:cat>
            <c:strRef>
              <c:f>'Rating Vs Spending'!$L$4:$L$65</c:f>
              <c:strCache>
                <c:ptCount val="61"/>
                <c:pt idx="0">
                  <c:v>4.00</c:v>
                </c:pt>
                <c:pt idx="1">
                  <c:v>4.10</c:v>
                </c:pt>
                <c:pt idx="2">
                  <c:v>4.20</c:v>
                </c:pt>
                <c:pt idx="3">
                  <c:v>4.30</c:v>
                </c:pt>
                <c:pt idx="4">
                  <c:v>4.40</c:v>
                </c:pt>
                <c:pt idx="5">
                  <c:v>4.50</c:v>
                </c:pt>
                <c:pt idx="6">
                  <c:v>4.60</c:v>
                </c:pt>
                <c:pt idx="7">
                  <c:v>4.70</c:v>
                </c:pt>
                <c:pt idx="8">
                  <c:v>4.80</c:v>
                </c:pt>
                <c:pt idx="9">
                  <c:v>4.90</c:v>
                </c:pt>
                <c:pt idx="10">
                  <c:v>5.00</c:v>
                </c:pt>
                <c:pt idx="11">
                  <c:v>5.10</c:v>
                </c:pt>
                <c:pt idx="12">
                  <c:v>5.20</c:v>
                </c:pt>
                <c:pt idx="13">
                  <c:v>5.30</c:v>
                </c:pt>
                <c:pt idx="14">
                  <c:v>5.40</c:v>
                </c:pt>
                <c:pt idx="15">
                  <c:v>5.50</c:v>
                </c:pt>
                <c:pt idx="16">
                  <c:v>5.60</c:v>
                </c:pt>
                <c:pt idx="17">
                  <c:v>5.70</c:v>
                </c:pt>
                <c:pt idx="18">
                  <c:v>5.80</c:v>
                </c:pt>
                <c:pt idx="19">
                  <c:v>5.90</c:v>
                </c:pt>
                <c:pt idx="20">
                  <c:v>6.00</c:v>
                </c:pt>
                <c:pt idx="21">
                  <c:v>6.10</c:v>
                </c:pt>
                <c:pt idx="22">
                  <c:v>6.20</c:v>
                </c:pt>
                <c:pt idx="23">
                  <c:v>6.30</c:v>
                </c:pt>
                <c:pt idx="24">
                  <c:v>6.40</c:v>
                </c:pt>
                <c:pt idx="25">
                  <c:v>6.50</c:v>
                </c:pt>
                <c:pt idx="26">
                  <c:v>6.60</c:v>
                </c:pt>
                <c:pt idx="27">
                  <c:v>6.70</c:v>
                </c:pt>
                <c:pt idx="28">
                  <c:v>6.80</c:v>
                </c:pt>
                <c:pt idx="29">
                  <c:v>6.90</c:v>
                </c:pt>
                <c:pt idx="30">
                  <c:v>7.00</c:v>
                </c:pt>
                <c:pt idx="31">
                  <c:v>7.10</c:v>
                </c:pt>
                <c:pt idx="32">
                  <c:v>7.20</c:v>
                </c:pt>
                <c:pt idx="33">
                  <c:v>7.30</c:v>
                </c:pt>
                <c:pt idx="34">
                  <c:v>7.40</c:v>
                </c:pt>
                <c:pt idx="35">
                  <c:v>7.50</c:v>
                </c:pt>
                <c:pt idx="36">
                  <c:v>7.60</c:v>
                </c:pt>
                <c:pt idx="37">
                  <c:v>7.70</c:v>
                </c:pt>
                <c:pt idx="38">
                  <c:v>7.80</c:v>
                </c:pt>
                <c:pt idx="39">
                  <c:v>7.90</c:v>
                </c:pt>
                <c:pt idx="40">
                  <c:v>8.00</c:v>
                </c:pt>
                <c:pt idx="41">
                  <c:v>8.10</c:v>
                </c:pt>
                <c:pt idx="42">
                  <c:v>8.20</c:v>
                </c:pt>
                <c:pt idx="43">
                  <c:v>8.30</c:v>
                </c:pt>
                <c:pt idx="44">
                  <c:v>8.40</c:v>
                </c:pt>
                <c:pt idx="45">
                  <c:v>8.50</c:v>
                </c:pt>
                <c:pt idx="46">
                  <c:v>8.60</c:v>
                </c:pt>
                <c:pt idx="47">
                  <c:v>8.70</c:v>
                </c:pt>
                <c:pt idx="48">
                  <c:v>8.80</c:v>
                </c:pt>
                <c:pt idx="49">
                  <c:v>8.90</c:v>
                </c:pt>
                <c:pt idx="50">
                  <c:v>9.00</c:v>
                </c:pt>
                <c:pt idx="51">
                  <c:v>9.10</c:v>
                </c:pt>
                <c:pt idx="52">
                  <c:v>9.20</c:v>
                </c:pt>
                <c:pt idx="53">
                  <c:v>9.30</c:v>
                </c:pt>
                <c:pt idx="54">
                  <c:v>9.40</c:v>
                </c:pt>
                <c:pt idx="55">
                  <c:v>9.50</c:v>
                </c:pt>
                <c:pt idx="56">
                  <c:v>9.60</c:v>
                </c:pt>
                <c:pt idx="57">
                  <c:v>9.70</c:v>
                </c:pt>
                <c:pt idx="58">
                  <c:v>9.80</c:v>
                </c:pt>
                <c:pt idx="59">
                  <c:v>9.90</c:v>
                </c:pt>
                <c:pt idx="60">
                  <c:v>10.00</c:v>
                </c:pt>
              </c:strCache>
            </c:strRef>
          </c:cat>
          <c:val>
            <c:numRef>
              <c:f>'Rating Vs Spending'!$M$4:$M$65</c:f>
              <c:numCache>
                <c:formatCode>[$$-409]#,##0.00</c:formatCode>
                <c:ptCount val="61"/>
                <c:pt idx="0">
                  <c:v>6073992.5000000047</c:v>
                </c:pt>
                <c:pt idx="1">
                  <c:v>11455704.519999994</c:v>
                </c:pt>
                <c:pt idx="2">
                  <c:v>11793664.100000001</c:v>
                </c:pt>
                <c:pt idx="3">
                  <c:v>11834994.840000005</c:v>
                </c:pt>
                <c:pt idx="4">
                  <c:v>10842636.82</c:v>
                </c:pt>
                <c:pt idx="5">
                  <c:v>11270167.160000002</c:v>
                </c:pt>
                <c:pt idx="6">
                  <c:v>10334179.700000003</c:v>
                </c:pt>
                <c:pt idx="7">
                  <c:v>11325425.159999996</c:v>
                </c:pt>
                <c:pt idx="8">
                  <c:v>10282323.579999998</c:v>
                </c:pt>
                <c:pt idx="9">
                  <c:v>10434310.850000001</c:v>
                </c:pt>
                <c:pt idx="10">
                  <c:v>11310921.720000003</c:v>
                </c:pt>
                <c:pt idx="11">
                  <c:v>10894492.770000009</c:v>
                </c:pt>
                <c:pt idx="12">
                  <c:v>10042367.819999987</c:v>
                </c:pt>
                <c:pt idx="13">
                  <c:v>10364060.010000002</c:v>
                </c:pt>
                <c:pt idx="14">
                  <c:v>9616883.7099999972</c:v>
                </c:pt>
                <c:pt idx="15">
                  <c:v>10315111.720000006</c:v>
                </c:pt>
                <c:pt idx="16">
                  <c:v>11455106.690000007</c:v>
                </c:pt>
                <c:pt idx="17">
                  <c:v>11935125.490000004</c:v>
                </c:pt>
                <c:pt idx="18">
                  <c:v>11691611.889999989</c:v>
                </c:pt>
                <c:pt idx="19">
                  <c:v>10154251.929999996</c:v>
                </c:pt>
                <c:pt idx="20">
                  <c:v>11526146.870000001</c:v>
                </c:pt>
                <c:pt idx="21">
                  <c:v>11511814.53999999</c:v>
                </c:pt>
                <c:pt idx="22">
                  <c:v>11025781.410000006</c:v>
                </c:pt>
                <c:pt idx="23">
                  <c:v>11074063.18</c:v>
                </c:pt>
                <c:pt idx="24">
                  <c:v>10562442.240000008</c:v>
                </c:pt>
                <c:pt idx="25">
                  <c:v>10733779.550000006</c:v>
                </c:pt>
                <c:pt idx="26">
                  <c:v>10694206.729999986</c:v>
                </c:pt>
                <c:pt idx="27">
                  <c:v>12107963.230000004</c:v>
                </c:pt>
                <c:pt idx="28">
                  <c:v>12426008.650000004</c:v>
                </c:pt>
                <c:pt idx="29">
                  <c:v>12494001.570000002</c:v>
                </c:pt>
                <c:pt idx="30">
                  <c:v>10748619.309999999</c:v>
                </c:pt>
                <c:pt idx="31">
                  <c:v>11299939.739999998</c:v>
                </c:pt>
                <c:pt idx="32">
                  <c:v>10286291.719999997</c:v>
                </c:pt>
                <c:pt idx="33">
                  <c:v>11375667.530000001</c:v>
                </c:pt>
                <c:pt idx="34">
                  <c:v>11585034.6</c:v>
                </c:pt>
                <c:pt idx="35">
                  <c:v>10680699.329999998</c:v>
                </c:pt>
                <c:pt idx="36">
                  <c:v>11636749.030000001</c:v>
                </c:pt>
                <c:pt idx="37">
                  <c:v>11515283.67</c:v>
                </c:pt>
                <c:pt idx="38">
                  <c:v>12018099.659999987</c:v>
                </c:pt>
                <c:pt idx="39">
                  <c:v>10535048.580000004</c:v>
                </c:pt>
                <c:pt idx="40">
                  <c:v>13009882.74</c:v>
                </c:pt>
                <c:pt idx="41">
                  <c:v>11648083.369999997</c:v>
                </c:pt>
                <c:pt idx="42">
                  <c:v>10012281.379999993</c:v>
                </c:pt>
                <c:pt idx="43">
                  <c:v>11712242.370000001</c:v>
                </c:pt>
                <c:pt idx="44">
                  <c:v>11034266.390000001</c:v>
                </c:pt>
                <c:pt idx="45">
                  <c:v>10326027.710000003</c:v>
                </c:pt>
                <c:pt idx="46">
                  <c:v>11686358.790000001</c:v>
                </c:pt>
                <c:pt idx="47">
                  <c:v>12571727.710000003</c:v>
                </c:pt>
                <c:pt idx="48">
                  <c:v>10136940.790000001</c:v>
                </c:pt>
                <c:pt idx="49">
                  <c:v>10347918.749999996</c:v>
                </c:pt>
                <c:pt idx="50">
                  <c:v>10358186.269999994</c:v>
                </c:pt>
                <c:pt idx="51">
                  <c:v>11020760.620000005</c:v>
                </c:pt>
                <c:pt idx="52">
                  <c:v>11672916.390000004</c:v>
                </c:pt>
                <c:pt idx="53">
                  <c:v>10492916.980000002</c:v>
                </c:pt>
                <c:pt idx="54">
                  <c:v>11604246.08</c:v>
                </c:pt>
                <c:pt idx="55">
                  <c:v>9744343.1000000015</c:v>
                </c:pt>
                <c:pt idx="56">
                  <c:v>10866933.269999994</c:v>
                </c:pt>
                <c:pt idx="57">
                  <c:v>11823034.780000005</c:v>
                </c:pt>
                <c:pt idx="58">
                  <c:v>10323687.129999995</c:v>
                </c:pt>
                <c:pt idx="59">
                  <c:v>11351766.179999994</c:v>
                </c:pt>
                <c:pt idx="60">
                  <c:v>5773570.3600000013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7E0-492F-BEBC-8B44F93B98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55408960"/>
        <c:axId val="1555427200"/>
      </c:lineChart>
      <c:catAx>
        <c:axId val="1555408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555427200"/>
        <c:crosses val="autoZero"/>
        <c:auto val="1"/>
        <c:lblAlgn val="ctr"/>
        <c:lblOffset val="100"/>
        <c:noMultiLvlLbl val="0"/>
      </c:catAx>
      <c:valAx>
        <c:axId val="1555427200"/>
        <c:scaling>
          <c:orientation val="minMax"/>
        </c:scaling>
        <c:delete val="0"/>
        <c:axPos val="l"/>
        <c:numFmt formatCode="[$$-409]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555408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Rating</a:t>
            </a:r>
            <a:r>
              <a:rPr lang="en-US" baseline="0">
                <a:solidFill>
                  <a:schemeClr val="tx1"/>
                </a:solidFill>
              </a:rPr>
              <a:t> Vs Spending</a:t>
            </a:r>
            <a:endParaRPr lang="en-US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 cmpd="sng">
                <a:solidFill>
                  <a:srgbClr val="FFC000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supermarket_sales_2025!$J$2:$J$21001</c:f>
              <c:numCache>
                <c:formatCode>[$$-409]#,##0.00</c:formatCode>
                <c:ptCount val="21000"/>
                <c:pt idx="0">
                  <c:v>17458.64</c:v>
                </c:pt>
                <c:pt idx="1">
                  <c:v>49316.02</c:v>
                </c:pt>
                <c:pt idx="2">
                  <c:v>32725.85</c:v>
                </c:pt>
                <c:pt idx="3">
                  <c:v>71924.92</c:v>
                </c:pt>
                <c:pt idx="4">
                  <c:v>32321.84</c:v>
                </c:pt>
                <c:pt idx="5">
                  <c:v>81936.86</c:v>
                </c:pt>
                <c:pt idx="6">
                  <c:v>44954.96</c:v>
                </c:pt>
                <c:pt idx="7">
                  <c:v>9672.09</c:v>
                </c:pt>
                <c:pt idx="8">
                  <c:v>41609.08</c:v>
                </c:pt>
                <c:pt idx="9">
                  <c:v>4561.7700000000004</c:v>
                </c:pt>
                <c:pt idx="10">
                  <c:v>48975.99</c:v>
                </c:pt>
                <c:pt idx="11">
                  <c:v>13341.97</c:v>
                </c:pt>
                <c:pt idx="12">
                  <c:v>34856.06</c:v>
                </c:pt>
                <c:pt idx="13">
                  <c:v>2331.98</c:v>
                </c:pt>
                <c:pt idx="14">
                  <c:v>18741.89</c:v>
                </c:pt>
                <c:pt idx="15">
                  <c:v>16121.22</c:v>
                </c:pt>
                <c:pt idx="16">
                  <c:v>28314.78</c:v>
                </c:pt>
                <c:pt idx="17">
                  <c:v>65452.21</c:v>
                </c:pt>
                <c:pt idx="18">
                  <c:v>14913.11</c:v>
                </c:pt>
                <c:pt idx="19">
                  <c:v>18782.060000000001</c:v>
                </c:pt>
                <c:pt idx="20">
                  <c:v>49391.11</c:v>
                </c:pt>
                <c:pt idx="21">
                  <c:v>15021.59</c:v>
                </c:pt>
                <c:pt idx="22">
                  <c:v>13031.93</c:v>
                </c:pt>
                <c:pt idx="23">
                  <c:v>5997.32</c:v>
                </c:pt>
                <c:pt idx="24">
                  <c:v>25065.13</c:v>
                </c:pt>
                <c:pt idx="25">
                  <c:v>13532.8</c:v>
                </c:pt>
                <c:pt idx="26">
                  <c:v>48747.47</c:v>
                </c:pt>
                <c:pt idx="27">
                  <c:v>9577.42</c:v>
                </c:pt>
                <c:pt idx="28">
                  <c:v>35562.74</c:v>
                </c:pt>
                <c:pt idx="29">
                  <c:v>4518.49</c:v>
                </c:pt>
                <c:pt idx="30">
                  <c:v>23504.76</c:v>
                </c:pt>
                <c:pt idx="31">
                  <c:v>32398.97</c:v>
                </c:pt>
                <c:pt idx="32">
                  <c:v>43174.59</c:v>
                </c:pt>
                <c:pt idx="33">
                  <c:v>80841.63</c:v>
                </c:pt>
                <c:pt idx="34">
                  <c:v>20604.689999999999</c:v>
                </c:pt>
                <c:pt idx="35">
                  <c:v>15144.7</c:v>
                </c:pt>
                <c:pt idx="36">
                  <c:v>57382.84</c:v>
                </c:pt>
                <c:pt idx="37">
                  <c:v>23803.55</c:v>
                </c:pt>
                <c:pt idx="38">
                  <c:v>29603.279999999999</c:v>
                </c:pt>
                <c:pt idx="39">
                  <c:v>16311.55</c:v>
                </c:pt>
                <c:pt idx="40">
                  <c:v>31414.38</c:v>
                </c:pt>
                <c:pt idx="41">
                  <c:v>33708.36</c:v>
                </c:pt>
                <c:pt idx="42">
                  <c:v>15418.1</c:v>
                </c:pt>
                <c:pt idx="43">
                  <c:v>17185.43</c:v>
                </c:pt>
                <c:pt idx="44">
                  <c:v>10749.28</c:v>
                </c:pt>
                <c:pt idx="45">
                  <c:v>62984.800000000003</c:v>
                </c:pt>
                <c:pt idx="46">
                  <c:v>11758.51</c:v>
                </c:pt>
                <c:pt idx="47">
                  <c:v>104787.69</c:v>
                </c:pt>
                <c:pt idx="48">
                  <c:v>35054.410000000003</c:v>
                </c:pt>
                <c:pt idx="49">
                  <c:v>27321.42</c:v>
                </c:pt>
                <c:pt idx="50">
                  <c:v>15214.19</c:v>
                </c:pt>
                <c:pt idx="51">
                  <c:v>27349.91</c:v>
                </c:pt>
                <c:pt idx="52">
                  <c:v>24944.69</c:v>
                </c:pt>
                <c:pt idx="53">
                  <c:v>8162.58</c:v>
                </c:pt>
                <c:pt idx="54">
                  <c:v>7405.23</c:v>
                </c:pt>
                <c:pt idx="55">
                  <c:v>41198.22</c:v>
                </c:pt>
                <c:pt idx="56">
                  <c:v>14418.54</c:v>
                </c:pt>
                <c:pt idx="57">
                  <c:v>25201.53</c:v>
                </c:pt>
                <c:pt idx="58">
                  <c:v>46986.98</c:v>
                </c:pt>
                <c:pt idx="59">
                  <c:v>15180.01</c:v>
                </c:pt>
                <c:pt idx="60">
                  <c:v>42891.72</c:v>
                </c:pt>
                <c:pt idx="61">
                  <c:v>16266.95</c:v>
                </c:pt>
                <c:pt idx="62">
                  <c:v>7753.54</c:v>
                </c:pt>
                <c:pt idx="63">
                  <c:v>59746.46</c:v>
                </c:pt>
                <c:pt idx="64">
                  <c:v>29883.919999999998</c:v>
                </c:pt>
                <c:pt idx="65">
                  <c:v>24198.93</c:v>
                </c:pt>
                <c:pt idx="66">
                  <c:v>19989.96</c:v>
                </c:pt>
                <c:pt idx="67">
                  <c:v>75948.990000000005</c:v>
                </c:pt>
                <c:pt idx="68">
                  <c:v>78335.11</c:v>
                </c:pt>
                <c:pt idx="69">
                  <c:v>27512.45</c:v>
                </c:pt>
                <c:pt idx="70">
                  <c:v>3062.89</c:v>
                </c:pt>
                <c:pt idx="71">
                  <c:v>39619.65</c:v>
                </c:pt>
                <c:pt idx="72">
                  <c:v>11150.96</c:v>
                </c:pt>
                <c:pt idx="73">
                  <c:v>28899.74</c:v>
                </c:pt>
                <c:pt idx="74">
                  <c:v>12274.04</c:v>
                </c:pt>
                <c:pt idx="75">
                  <c:v>73092.179999999993</c:v>
                </c:pt>
                <c:pt idx="76">
                  <c:v>97207.01</c:v>
                </c:pt>
                <c:pt idx="77">
                  <c:v>3530.79</c:v>
                </c:pt>
                <c:pt idx="78">
                  <c:v>9996.2900000000009</c:v>
                </c:pt>
                <c:pt idx="79">
                  <c:v>30575.83</c:v>
                </c:pt>
                <c:pt idx="80">
                  <c:v>6091.06</c:v>
                </c:pt>
                <c:pt idx="81">
                  <c:v>35243.199999999997</c:v>
                </c:pt>
                <c:pt idx="82">
                  <c:v>35420.03</c:v>
                </c:pt>
                <c:pt idx="83">
                  <c:v>55242.35</c:v>
                </c:pt>
                <c:pt idx="84">
                  <c:v>36289</c:v>
                </c:pt>
                <c:pt idx="85">
                  <c:v>43866.8</c:v>
                </c:pt>
                <c:pt idx="86">
                  <c:v>2085.94</c:v>
                </c:pt>
                <c:pt idx="87">
                  <c:v>9277.51</c:v>
                </c:pt>
                <c:pt idx="88">
                  <c:v>12048.73</c:v>
                </c:pt>
                <c:pt idx="89">
                  <c:v>49412.480000000003</c:v>
                </c:pt>
                <c:pt idx="90">
                  <c:v>48777.69</c:v>
                </c:pt>
                <c:pt idx="91">
                  <c:v>2233.44</c:v>
                </c:pt>
                <c:pt idx="92">
                  <c:v>9750.76</c:v>
                </c:pt>
                <c:pt idx="93">
                  <c:v>44775.32</c:v>
                </c:pt>
                <c:pt idx="94">
                  <c:v>18039.82</c:v>
                </c:pt>
                <c:pt idx="95">
                  <c:v>29671.360000000001</c:v>
                </c:pt>
                <c:pt idx="96">
                  <c:v>23233.48</c:v>
                </c:pt>
                <c:pt idx="97">
                  <c:v>60634.9</c:v>
                </c:pt>
                <c:pt idx="98">
                  <c:v>6017.25</c:v>
                </c:pt>
                <c:pt idx="99">
                  <c:v>51261.919999999998</c:v>
                </c:pt>
                <c:pt idx="100">
                  <c:v>9335.7199999999993</c:v>
                </c:pt>
                <c:pt idx="101">
                  <c:v>16394.87</c:v>
                </c:pt>
                <c:pt idx="102">
                  <c:v>26660.51</c:v>
                </c:pt>
                <c:pt idx="103">
                  <c:v>90048.77</c:v>
                </c:pt>
                <c:pt idx="104">
                  <c:v>40756.85</c:v>
                </c:pt>
                <c:pt idx="105">
                  <c:v>39298.01</c:v>
                </c:pt>
                <c:pt idx="106">
                  <c:v>78097.11</c:v>
                </c:pt>
                <c:pt idx="107">
                  <c:v>5186.22</c:v>
                </c:pt>
                <c:pt idx="108">
                  <c:v>81144.52</c:v>
                </c:pt>
                <c:pt idx="109">
                  <c:v>8819.6</c:v>
                </c:pt>
                <c:pt idx="110">
                  <c:v>18933.830000000002</c:v>
                </c:pt>
                <c:pt idx="111">
                  <c:v>19430.36</c:v>
                </c:pt>
                <c:pt idx="112">
                  <c:v>14134.89</c:v>
                </c:pt>
                <c:pt idx="113">
                  <c:v>1661.1</c:v>
                </c:pt>
                <c:pt idx="114">
                  <c:v>32986.36</c:v>
                </c:pt>
                <c:pt idx="115">
                  <c:v>9011.52</c:v>
                </c:pt>
                <c:pt idx="116">
                  <c:v>6642.26</c:v>
                </c:pt>
                <c:pt idx="117">
                  <c:v>98770.04</c:v>
                </c:pt>
                <c:pt idx="118">
                  <c:v>5783.43</c:v>
                </c:pt>
                <c:pt idx="119">
                  <c:v>6911.52</c:v>
                </c:pt>
                <c:pt idx="120">
                  <c:v>17632.400000000001</c:v>
                </c:pt>
                <c:pt idx="121">
                  <c:v>29430.58</c:v>
                </c:pt>
                <c:pt idx="122">
                  <c:v>7343.66</c:v>
                </c:pt>
                <c:pt idx="123">
                  <c:v>16203.5</c:v>
                </c:pt>
                <c:pt idx="124">
                  <c:v>62257.73</c:v>
                </c:pt>
                <c:pt idx="125">
                  <c:v>5670.69</c:v>
                </c:pt>
                <c:pt idx="126">
                  <c:v>74979.66</c:v>
                </c:pt>
                <c:pt idx="127">
                  <c:v>26994.49</c:v>
                </c:pt>
                <c:pt idx="128">
                  <c:v>9279.82</c:v>
                </c:pt>
                <c:pt idx="129">
                  <c:v>33482.19</c:v>
                </c:pt>
                <c:pt idx="130">
                  <c:v>17550.12</c:v>
                </c:pt>
                <c:pt idx="131">
                  <c:v>4400.43</c:v>
                </c:pt>
                <c:pt idx="132">
                  <c:v>7036.06</c:v>
                </c:pt>
                <c:pt idx="133">
                  <c:v>12114.84</c:v>
                </c:pt>
                <c:pt idx="134">
                  <c:v>45991.74</c:v>
                </c:pt>
                <c:pt idx="135">
                  <c:v>69136.600000000006</c:v>
                </c:pt>
                <c:pt idx="136">
                  <c:v>19112.310000000001</c:v>
                </c:pt>
                <c:pt idx="137">
                  <c:v>8354.0499999999993</c:v>
                </c:pt>
                <c:pt idx="138">
                  <c:v>28456.31</c:v>
                </c:pt>
                <c:pt idx="139">
                  <c:v>26810.07</c:v>
                </c:pt>
                <c:pt idx="140">
                  <c:v>58496.09</c:v>
                </c:pt>
                <c:pt idx="141">
                  <c:v>6834.87</c:v>
                </c:pt>
                <c:pt idx="142">
                  <c:v>27185</c:v>
                </c:pt>
                <c:pt idx="143">
                  <c:v>40965.120000000003</c:v>
                </c:pt>
                <c:pt idx="144">
                  <c:v>9831.34</c:v>
                </c:pt>
                <c:pt idx="145">
                  <c:v>12982.06</c:v>
                </c:pt>
                <c:pt idx="146">
                  <c:v>52899.79</c:v>
                </c:pt>
                <c:pt idx="147">
                  <c:v>18406.37</c:v>
                </c:pt>
                <c:pt idx="148">
                  <c:v>56122.5</c:v>
                </c:pt>
                <c:pt idx="149">
                  <c:v>18057.61</c:v>
                </c:pt>
                <c:pt idx="150">
                  <c:v>54683.24</c:v>
                </c:pt>
                <c:pt idx="151">
                  <c:v>41505.160000000003</c:v>
                </c:pt>
                <c:pt idx="152">
                  <c:v>30222.15</c:v>
                </c:pt>
                <c:pt idx="153">
                  <c:v>50731.76</c:v>
                </c:pt>
                <c:pt idx="154">
                  <c:v>82354.34</c:v>
                </c:pt>
                <c:pt idx="155">
                  <c:v>22314.22</c:v>
                </c:pt>
                <c:pt idx="156">
                  <c:v>16963.41</c:v>
                </c:pt>
                <c:pt idx="157">
                  <c:v>48101.919999999998</c:v>
                </c:pt>
                <c:pt idx="158">
                  <c:v>49257.18</c:v>
                </c:pt>
                <c:pt idx="159">
                  <c:v>7854.42</c:v>
                </c:pt>
                <c:pt idx="160">
                  <c:v>64958.2</c:v>
                </c:pt>
                <c:pt idx="161">
                  <c:v>16951.03</c:v>
                </c:pt>
                <c:pt idx="162">
                  <c:v>7346.03</c:v>
                </c:pt>
                <c:pt idx="163">
                  <c:v>51998.47</c:v>
                </c:pt>
                <c:pt idx="164">
                  <c:v>9718.9500000000007</c:v>
                </c:pt>
                <c:pt idx="165">
                  <c:v>5218.8</c:v>
                </c:pt>
                <c:pt idx="166">
                  <c:v>36650.51</c:v>
                </c:pt>
                <c:pt idx="167">
                  <c:v>11396.32</c:v>
                </c:pt>
                <c:pt idx="168">
                  <c:v>9837.07</c:v>
                </c:pt>
                <c:pt idx="169">
                  <c:v>28268.03</c:v>
                </c:pt>
                <c:pt idx="170">
                  <c:v>7948.44</c:v>
                </c:pt>
                <c:pt idx="171">
                  <c:v>57961.440000000002</c:v>
                </c:pt>
                <c:pt idx="172">
                  <c:v>19079.68</c:v>
                </c:pt>
                <c:pt idx="173">
                  <c:v>2639.3</c:v>
                </c:pt>
                <c:pt idx="174">
                  <c:v>6040.56</c:v>
                </c:pt>
                <c:pt idx="175">
                  <c:v>27016.92</c:v>
                </c:pt>
                <c:pt idx="176">
                  <c:v>45107.24</c:v>
                </c:pt>
                <c:pt idx="177">
                  <c:v>12682.22</c:v>
                </c:pt>
                <c:pt idx="178">
                  <c:v>24987.06</c:v>
                </c:pt>
                <c:pt idx="179">
                  <c:v>58618.07</c:v>
                </c:pt>
                <c:pt idx="180">
                  <c:v>19900.86</c:v>
                </c:pt>
                <c:pt idx="181">
                  <c:v>47588.52</c:v>
                </c:pt>
                <c:pt idx="182">
                  <c:v>46839.43</c:v>
                </c:pt>
                <c:pt idx="183">
                  <c:v>16682.53</c:v>
                </c:pt>
                <c:pt idx="184">
                  <c:v>22018.69</c:v>
                </c:pt>
                <c:pt idx="185">
                  <c:v>36943.49</c:v>
                </c:pt>
                <c:pt idx="186">
                  <c:v>18752.98</c:v>
                </c:pt>
                <c:pt idx="187">
                  <c:v>41427.08</c:v>
                </c:pt>
                <c:pt idx="188">
                  <c:v>6158.82</c:v>
                </c:pt>
                <c:pt idx="189">
                  <c:v>50957.919999999998</c:v>
                </c:pt>
                <c:pt idx="190">
                  <c:v>22751.57</c:v>
                </c:pt>
                <c:pt idx="191">
                  <c:v>5803.84</c:v>
                </c:pt>
                <c:pt idx="192">
                  <c:v>50945.37</c:v>
                </c:pt>
                <c:pt idx="193">
                  <c:v>92981.29</c:v>
                </c:pt>
                <c:pt idx="194">
                  <c:v>65922.7</c:v>
                </c:pt>
                <c:pt idx="195">
                  <c:v>4474.76</c:v>
                </c:pt>
                <c:pt idx="196">
                  <c:v>33398.61</c:v>
                </c:pt>
                <c:pt idx="197">
                  <c:v>8163.58</c:v>
                </c:pt>
                <c:pt idx="198">
                  <c:v>8796.75</c:v>
                </c:pt>
                <c:pt idx="199">
                  <c:v>7072.92</c:v>
                </c:pt>
                <c:pt idx="200">
                  <c:v>42335.16</c:v>
                </c:pt>
                <c:pt idx="201">
                  <c:v>29278.07</c:v>
                </c:pt>
                <c:pt idx="202">
                  <c:v>68027.3</c:v>
                </c:pt>
                <c:pt idx="203">
                  <c:v>7446.39</c:v>
                </c:pt>
                <c:pt idx="204">
                  <c:v>9470.07</c:v>
                </c:pt>
                <c:pt idx="205">
                  <c:v>44485.56</c:v>
                </c:pt>
                <c:pt idx="206">
                  <c:v>18838.09</c:v>
                </c:pt>
                <c:pt idx="207">
                  <c:v>22826.6</c:v>
                </c:pt>
                <c:pt idx="208">
                  <c:v>19305.580000000002</c:v>
                </c:pt>
                <c:pt idx="209">
                  <c:v>33201.93</c:v>
                </c:pt>
                <c:pt idx="210">
                  <c:v>61860.76</c:v>
                </c:pt>
                <c:pt idx="211">
                  <c:v>52280.34</c:v>
                </c:pt>
                <c:pt idx="212">
                  <c:v>17790.02</c:v>
                </c:pt>
                <c:pt idx="213">
                  <c:v>47534.14</c:v>
                </c:pt>
                <c:pt idx="214">
                  <c:v>48787.54</c:v>
                </c:pt>
                <c:pt idx="215">
                  <c:v>45892.59</c:v>
                </c:pt>
                <c:pt idx="216">
                  <c:v>12018.32</c:v>
                </c:pt>
                <c:pt idx="217">
                  <c:v>23816.080000000002</c:v>
                </c:pt>
                <c:pt idx="218">
                  <c:v>34006.76</c:v>
                </c:pt>
                <c:pt idx="219">
                  <c:v>12830.52</c:v>
                </c:pt>
                <c:pt idx="220">
                  <c:v>53985.96</c:v>
                </c:pt>
                <c:pt idx="221">
                  <c:v>18562.68</c:v>
                </c:pt>
                <c:pt idx="222">
                  <c:v>9246.16</c:v>
                </c:pt>
                <c:pt idx="223">
                  <c:v>19198.41</c:v>
                </c:pt>
                <c:pt idx="224">
                  <c:v>11842.24</c:v>
                </c:pt>
                <c:pt idx="225">
                  <c:v>10344.24</c:v>
                </c:pt>
                <c:pt idx="226">
                  <c:v>38472.65</c:v>
                </c:pt>
                <c:pt idx="227">
                  <c:v>14637.82</c:v>
                </c:pt>
                <c:pt idx="228">
                  <c:v>98077.88</c:v>
                </c:pt>
                <c:pt idx="229">
                  <c:v>67197.06</c:v>
                </c:pt>
                <c:pt idx="230">
                  <c:v>73096.800000000003</c:v>
                </c:pt>
                <c:pt idx="231">
                  <c:v>13394.69</c:v>
                </c:pt>
                <c:pt idx="232">
                  <c:v>9009.65</c:v>
                </c:pt>
                <c:pt idx="233">
                  <c:v>60413.22</c:v>
                </c:pt>
                <c:pt idx="234">
                  <c:v>44827.61</c:v>
                </c:pt>
                <c:pt idx="235">
                  <c:v>37508</c:v>
                </c:pt>
                <c:pt idx="236">
                  <c:v>11555.4</c:v>
                </c:pt>
                <c:pt idx="237">
                  <c:v>5399.32</c:v>
                </c:pt>
                <c:pt idx="238">
                  <c:v>21023.279999999999</c:v>
                </c:pt>
                <c:pt idx="239">
                  <c:v>34921.78</c:v>
                </c:pt>
                <c:pt idx="240">
                  <c:v>26816.52</c:v>
                </c:pt>
                <c:pt idx="241">
                  <c:v>5256.74</c:v>
                </c:pt>
                <c:pt idx="242">
                  <c:v>41300.910000000003</c:v>
                </c:pt>
                <c:pt idx="243">
                  <c:v>62902.92</c:v>
                </c:pt>
                <c:pt idx="244">
                  <c:v>8868.9599999999991</c:v>
                </c:pt>
                <c:pt idx="245">
                  <c:v>6908.16</c:v>
                </c:pt>
                <c:pt idx="246">
                  <c:v>33839.5</c:v>
                </c:pt>
                <c:pt idx="247">
                  <c:v>25074.21</c:v>
                </c:pt>
                <c:pt idx="248">
                  <c:v>9103.3799999999992</c:v>
                </c:pt>
                <c:pt idx="249">
                  <c:v>1133.4100000000001</c:v>
                </c:pt>
                <c:pt idx="250">
                  <c:v>9989.56</c:v>
                </c:pt>
                <c:pt idx="251">
                  <c:v>20698.919999999998</c:v>
                </c:pt>
                <c:pt idx="252">
                  <c:v>2222.84</c:v>
                </c:pt>
                <c:pt idx="253">
                  <c:v>14705.52</c:v>
                </c:pt>
                <c:pt idx="254">
                  <c:v>48642.67</c:v>
                </c:pt>
                <c:pt idx="255">
                  <c:v>24470.54</c:v>
                </c:pt>
                <c:pt idx="256">
                  <c:v>27917.95</c:v>
                </c:pt>
                <c:pt idx="257">
                  <c:v>35862.589999999997</c:v>
                </c:pt>
                <c:pt idx="258">
                  <c:v>3612.41</c:v>
                </c:pt>
                <c:pt idx="259">
                  <c:v>17309.97</c:v>
                </c:pt>
                <c:pt idx="260">
                  <c:v>84111.71</c:v>
                </c:pt>
                <c:pt idx="261">
                  <c:v>4064</c:v>
                </c:pt>
                <c:pt idx="262">
                  <c:v>83524.009999999995</c:v>
                </c:pt>
                <c:pt idx="263">
                  <c:v>24939.75</c:v>
                </c:pt>
                <c:pt idx="264">
                  <c:v>19114.45</c:v>
                </c:pt>
                <c:pt idx="265">
                  <c:v>43294.44</c:v>
                </c:pt>
                <c:pt idx="266">
                  <c:v>16112</c:v>
                </c:pt>
                <c:pt idx="267">
                  <c:v>41689.519999999997</c:v>
                </c:pt>
                <c:pt idx="268">
                  <c:v>12275.33</c:v>
                </c:pt>
                <c:pt idx="269">
                  <c:v>67058.97</c:v>
                </c:pt>
                <c:pt idx="270">
                  <c:v>15080.94</c:v>
                </c:pt>
                <c:pt idx="271">
                  <c:v>43052.6</c:v>
                </c:pt>
                <c:pt idx="272">
                  <c:v>6568.88</c:v>
                </c:pt>
                <c:pt idx="273">
                  <c:v>23387.4</c:v>
                </c:pt>
                <c:pt idx="274">
                  <c:v>72595.47</c:v>
                </c:pt>
                <c:pt idx="275">
                  <c:v>51978.21</c:v>
                </c:pt>
                <c:pt idx="276">
                  <c:v>38970.620000000003</c:v>
                </c:pt>
                <c:pt idx="277">
                  <c:v>9479.58</c:v>
                </c:pt>
                <c:pt idx="278">
                  <c:v>43928.07</c:v>
                </c:pt>
                <c:pt idx="279">
                  <c:v>21684.92</c:v>
                </c:pt>
                <c:pt idx="280">
                  <c:v>21349.360000000001</c:v>
                </c:pt>
                <c:pt idx="281">
                  <c:v>39121.480000000003</c:v>
                </c:pt>
                <c:pt idx="282">
                  <c:v>8760.86</c:v>
                </c:pt>
                <c:pt idx="283">
                  <c:v>39497.39</c:v>
                </c:pt>
                <c:pt idx="284">
                  <c:v>23032.959999999999</c:v>
                </c:pt>
                <c:pt idx="285">
                  <c:v>93411.15</c:v>
                </c:pt>
                <c:pt idx="286">
                  <c:v>23883.93</c:v>
                </c:pt>
                <c:pt idx="287">
                  <c:v>100759.89</c:v>
                </c:pt>
                <c:pt idx="288">
                  <c:v>28724.94</c:v>
                </c:pt>
                <c:pt idx="289">
                  <c:v>17935.05</c:v>
                </c:pt>
                <c:pt idx="290">
                  <c:v>31049.74</c:v>
                </c:pt>
                <c:pt idx="291">
                  <c:v>57371.16</c:v>
                </c:pt>
                <c:pt idx="292">
                  <c:v>13297.62</c:v>
                </c:pt>
                <c:pt idx="293">
                  <c:v>20345.25</c:v>
                </c:pt>
                <c:pt idx="294">
                  <c:v>34005.17</c:v>
                </c:pt>
                <c:pt idx="295">
                  <c:v>82355.81</c:v>
                </c:pt>
                <c:pt idx="296">
                  <c:v>27825.52</c:v>
                </c:pt>
                <c:pt idx="297">
                  <c:v>52368.44</c:v>
                </c:pt>
                <c:pt idx="298">
                  <c:v>61939.55</c:v>
                </c:pt>
                <c:pt idx="299">
                  <c:v>21400.16</c:v>
                </c:pt>
                <c:pt idx="300">
                  <c:v>38261.31</c:v>
                </c:pt>
                <c:pt idx="301">
                  <c:v>27102.68</c:v>
                </c:pt>
                <c:pt idx="302">
                  <c:v>2894.62</c:v>
                </c:pt>
                <c:pt idx="303">
                  <c:v>4120.79</c:v>
                </c:pt>
                <c:pt idx="304">
                  <c:v>31499.58</c:v>
                </c:pt>
                <c:pt idx="305">
                  <c:v>10458.280000000001</c:v>
                </c:pt>
                <c:pt idx="306">
                  <c:v>7620.61</c:v>
                </c:pt>
                <c:pt idx="307">
                  <c:v>14158.1</c:v>
                </c:pt>
                <c:pt idx="308">
                  <c:v>63629.31</c:v>
                </c:pt>
                <c:pt idx="309">
                  <c:v>41524.980000000003</c:v>
                </c:pt>
                <c:pt idx="310">
                  <c:v>42050.559999999998</c:v>
                </c:pt>
                <c:pt idx="311">
                  <c:v>42069.93</c:v>
                </c:pt>
                <c:pt idx="312">
                  <c:v>14364.11</c:v>
                </c:pt>
                <c:pt idx="313">
                  <c:v>40323.440000000002</c:v>
                </c:pt>
                <c:pt idx="314">
                  <c:v>6003.9</c:v>
                </c:pt>
                <c:pt idx="315">
                  <c:v>12710.66</c:v>
                </c:pt>
                <c:pt idx="316">
                  <c:v>32536.16</c:v>
                </c:pt>
                <c:pt idx="317">
                  <c:v>27737.51</c:v>
                </c:pt>
                <c:pt idx="318">
                  <c:v>21429.73</c:v>
                </c:pt>
                <c:pt idx="319">
                  <c:v>19470.34</c:v>
                </c:pt>
                <c:pt idx="320">
                  <c:v>39183.9</c:v>
                </c:pt>
                <c:pt idx="321">
                  <c:v>14796.05</c:v>
                </c:pt>
                <c:pt idx="322">
                  <c:v>65841.72</c:v>
                </c:pt>
                <c:pt idx="323">
                  <c:v>21118.92</c:v>
                </c:pt>
                <c:pt idx="324">
                  <c:v>30105.9</c:v>
                </c:pt>
                <c:pt idx="325">
                  <c:v>10193.200000000001</c:v>
                </c:pt>
                <c:pt idx="326">
                  <c:v>70708.009999999995</c:v>
                </c:pt>
                <c:pt idx="327">
                  <c:v>11388.51</c:v>
                </c:pt>
                <c:pt idx="328">
                  <c:v>2733.87</c:v>
                </c:pt>
                <c:pt idx="329">
                  <c:v>20022.41</c:v>
                </c:pt>
                <c:pt idx="330">
                  <c:v>63777.96</c:v>
                </c:pt>
                <c:pt idx="331">
                  <c:v>11910.72</c:v>
                </c:pt>
                <c:pt idx="332">
                  <c:v>8464.51</c:v>
                </c:pt>
                <c:pt idx="333">
                  <c:v>14481.92</c:v>
                </c:pt>
                <c:pt idx="334">
                  <c:v>34953.53</c:v>
                </c:pt>
                <c:pt idx="335">
                  <c:v>19910.62</c:v>
                </c:pt>
                <c:pt idx="336">
                  <c:v>13426.16</c:v>
                </c:pt>
                <c:pt idx="337">
                  <c:v>3512.42</c:v>
                </c:pt>
                <c:pt idx="338">
                  <c:v>15078.53</c:v>
                </c:pt>
                <c:pt idx="339">
                  <c:v>66572.42</c:v>
                </c:pt>
                <c:pt idx="340">
                  <c:v>13415.51</c:v>
                </c:pt>
                <c:pt idx="341">
                  <c:v>27153.06</c:v>
                </c:pt>
                <c:pt idx="342">
                  <c:v>32488.69</c:v>
                </c:pt>
                <c:pt idx="343">
                  <c:v>12567.18</c:v>
                </c:pt>
                <c:pt idx="344">
                  <c:v>50142.96</c:v>
                </c:pt>
                <c:pt idx="345">
                  <c:v>41038.699999999997</c:v>
                </c:pt>
                <c:pt idx="346">
                  <c:v>8122.6</c:v>
                </c:pt>
                <c:pt idx="347">
                  <c:v>50010.98</c:v>
                </c:pt>
                <c:pt idx="348">
                  <c:v>94318.04</c:v>
                </c:pt>
                <c:pt idx="349">
                  <c:v>4843.1899999999996</c:v>
                </c:pt>
                <c:pt idx="350">
                  <c:v>39868.83</c:v>
                </c:pt>
                <c:pt idx="351">
                  <c:v>53216.73</c:v>
                </c:pt>
                <c:pt idx="352">
                  <c:v>52485.62</c:v>
                </c:pt>
                <c:pt idx="353">
                  <c:v>2875.72</c:v>
                </c:pt>
                <c:pt idx="354">
                  <c:v>40822.68</c:v>
                </c:pt>
                <c:pt idx="355">
                  <c:v>23426.799999999999</c:v>
                </c:pt>
                <c:pt idx="356">
                  <c:v>34273.599999999999</c:v>
                </c:pt>
                <c:pt idx="357">
                  <c:v>43489.85</c:v>
                </c:pt>
                <c:pt idx="358">
                  <c:v>58152.65</c:v>
                </c:pt>
                <c:pt idx="359">
                  <c:v>44501.62</c:v>
                </c:pt>
                <c:pt idx="360">
                  <c:v>42889.46</c:v>
                </c:pt>
                <c:pt idx="361">
                  <c:v>18888</c:v>
                </c:pt>
                <c:pt idx="362">
                  <c:v>9697.76</c:v>
                </c:pt>
                <c:pt idx="363">
                  <c:v>27841.68</c:v>
                </c:pt>
                <c:pt idx="364">
                  <c:v>8689.7800000000007</c:v>
                </c:pt>
                <c:pt idx="365">
                  <c:v>13240.08</c:v>
                </c:pt>
                <c:pt idx="366">
                  <c:v>17383.55</c:v>
                </c:pt>
                <c:pt idx="367">
                  <c:v>25843.78</c:v>
                </c:pt>
                <c:pt idx="368">
                  <c:v>8883.76</c:v>
                </c:pt>
                <c:pt idx="369">
                  <c:v>19684.27</c:v>
                </c:pt>
                <c:pt idx="370">
                  <c:v>24896.47</c:v>
                </c:pt>
                <c:pt idx="371">
                  <c:v>9108.2900000000009</c:v>
                </c:pt>
                <c:pt idx="372">
                  <c:v>4234.2700000000004</c:v>
                </c:pt>
                <c:pt idx="373">
                  <c:v>50049.75</c:v>
                </c:pt>
                <c:pt idx="374">
                  <c:v>82131.210000000006</c:v>
                </c:pt>
                <c:pt idx="375">
                  <c:v>69735.64</c:v>
                </c:pt>
                <c:pt idx="376">
                  <c:v>40418.31</c:v>
                </c:pt>
                <c:pt idx="377">
                  <c:v>29111.62</c:v>
                </c:pt>
                <c:pt idx="378">
                  <c:v>3178.39</c:v>
                </c:pt>
                <c:pt idx="379">
                  <c:v>73574.02</c:v>
                </c:pt>
                <c:pt idx="380">
                  <c:v>3356.85</c:v>
                </c:pt>
                <c:pt idx="381">
                  <c:v>86429.51</c:v>
                </c:pt>
                <c:pt idx="382">
                  <c:v>88182.2</c:v>
                </c:pt>
                <c:pt idx="383">
                  <c:v>51070.16</c:v>
                </c:pt>
                <c:pt idx="384">
                  <c:v>51535.73</c:v>
                </c:pt>
                <c:pt idx="385">
                  <c:v>57812.41</c:v>
                </c:pt>
                <c:pt idx="386">
                  <c:v>69176.95</c:v>
                </c:pt>
                <c:pt idx="387">
                  <c:v>14968.38</c:v>
                </c:pt>
                <c:pt idx="388">
                  <c:v>19503.04</c:v>
                </c:pt>
                <c:pt idx="389">
                  <c:v>93381.03</c:v>
                </c:pt>
                <c:pt idx="390">
                  <c:v>57675.11</c:v>
                </c:pt>
                <c:pt idx="391">
                  <c:v>13360.38</c:v>
                </c:pt>
                <c:pt idx="392">
                  <c:v>24704.69</c:v>
                </c:pt>
                <c:pt idx="393">
                  <c:v>7343.28</c:v>
                </c:pt>
                <c:pt idx="394">
                  <c:v>27561.24</c:v>
                </c:pt>
                <c:pt idx="395">
                  <c:v>46138.59</c:v>
                </c:pt>
                <c:pt idx="396">
                  <c:v>37247.67</c:v>
                </c:pt>
                <c:pt idx="397">
                  <c:v>16518.189999999999</c:v>
                </c:pt>
                <c:pt idx="398">
                  <c:v>4321.83</c:v>
                </c:pt>
                <c:pt idx="399">
                  <c:v>37398.17</c:v>
                </c:pt>
                <c:pt idx="400">
                  <c:v>13831.49</c:v>
                </c:pt>
                <c:pt idx="401">
                  <c:v>54676.02</c:v>
                </c:pt>
                <c:pt idx="402">
                  <c:v>14813.9</c:v>
                </c:pt>
                <c:pt idx="403">
                  <c:v>4876.83</c:v>
                </c:pt>
                <c:pt idx="404">
                  <c:v>34103.42</c:v>
                </c:pt>
                <c:pt idx="405">
                  <c:v>44220.88</c:v>
                </c:pt>
                <c:pt idx="406">
                  <c:v>23505.43</c:v>
                </c:pt>
                <c:pt idx="407">
                  <c:v>14333.47</c:v>
                </c:pt>
                <c:pt idx="408">
                  <c:v>16554.95</c:v>
                </c:pt>
                <c:pt idx="409">
                  <c:v>16332.12</c:v>
                </c:pt>
                <c:pt idx="410">
                  <c:v>51177.99</c:v>
                </c:pt>
                <c:pt idx="411">
                  <c:v>33261.839999999997</c:v>
                </c:pt>
                <c:pt idx="412">
                  <c:v>21742.240000000002</c:v>
                </c:pt>
                <c:pt idx="413">
                  <c:v>50866.92</c:v>
                </c:pt>
                <c:pt idx="414">
                  <c:v>71857.070000000007</c:v>
                </c:pt>
                <c:pt idx="415">
                  <c:v>4629.53</c:v>
                </c:pt>
                <c:pt idx="416">
                  <c:v>37332.71</c:v>
                </c:pt>
                <c:pt idx="417">
                  <c:v>7177.53</c:v>
                </c:pt>
                <c:pt idx="418">
                  <c:v>2168.79</c:v>
                </c:pt>
                <c:pt idx="419">
                  <c:v>15989.92</c:v>
                </c:pt>
                <c:pt idx="420">
                  <c:v>22004.43</c:v>
                </c:pt>
                <c:pt idx="421">
                  <c:v>32591.32</c:v>
                </c:pt>
                <c:pt idx="422">
                  <c:v>34772.980000000003</c:v>
                </c:pt>
                <c:pt idx="423">
                  <c:v>51742.9</c:v>
                </c:pt>
                <c:pt idx="424">
                  <c:v>35103.81</c:v>
                </c:pt>
                <c:pt idx="425">
                  <c:v>17205.78</c:v>
                </c:pt>
                <c:pt idx="426">
                  <c:v>61433.63</c:v>
                </c:pt>
                <c:pt idx="427">
                  <c:v>28582.3</c:v>
                </c:pt>
                <c:pt idx="428">
                  <c:v>64729.77</c:v>
                </c:pt>
                <c:pt idx="429">
                  <c:v>33886.18</c:v>
                </c:pt>
                <c:pt idx="430">
                  <c:v>14419.12</c:v>
                </c:pt>
                <c:pt idx="431">
                  <c:v>20552.18</c:v>
                </c:pt>
                <c:pt idx="432">
                  <c:v>18438.259999999998</c:v>
                </c:pt>
                <c:pt idx="433">
                  <c:v>3362.23</c:v>
                </c:pt>
                <c:pt idx="434">
                  <c:v>30073.08</c:v>
                </c:pt>
                <c:pt idx="435">
                  <c:v>34341.300000000003</c:v>
                </c:pt>
                <c:pt idx="436">
                  <c:v>9271</c:v>
                </c:pt>
                <c:pt idx="437">
                  <c:v>8444.84</c:v>
                </c:pt>
                <c:pt idx="438">
                  <c:v>3797.01</c:v>
                </c:pt>
                <c:pt idx="439">
                  <c:v>92583.26</c:v>
                </c:pt>
                <c:pt idx="440">
                  <c:v>68697.34</c:v>
                </c:pt>
                <c:pt idx="441">
                  <c:v>47321.06</c:v>
                </c:pt>
                <c:pt idx="442">
                  <c:v>1518.62</c:v>
                </c:pt>
                <c:pt idx="443">
                  <c:v>6294.77</c:v>
                </c:pt>
                <c:pt idx="444">
                  <c:v>57944.94</c:v>
                </c:pt>
                <c:pt idx="445">
                  <c:v>52019.73</c:v>
                </c:pt>
                <c:pt idx="446">
                  <c:v>26236.06</c:v>
                </c:pt>
                <c:pt idx="447">
                  <c:v>3898.59</c:v>
                </c:pt>
                <c:pt idx="448">
                  <c:v>48752.74</c:v>
                </c:pt>
                <c:pt idx="449">
                  <c:v>58021.61</c:v>
                </c:pt>
                <c:pt idx="450">
                  <c:v>76270.53</c:v>
                </c:pt>
                <c:pt idx="451">
                  <c:v>55251.839999999997</c:v>
                </c:pt>
                <c:pt idx="452">
                  <c:v>38104.160000000003</c:v>
                </c:pt>
                <c:pt idx="453">
                  <c:v>12162.94</c:v>
                </c:pt>
                <c:pt idx="454">
                  <c:v>46494.52</c:v>
                </c:pt>
                <c:pt idx="455">
                  <c:v>31130.34</c:v>
                </c:pt>
                <c:pt idx="456">
                  <c:v>54956.79</c:v>
                </c:pt>
                <c:pt idx="457">
                  <c:v>69107.710000000006</c:v>
                </c:pt>
                <c:pt idx="458">
                  <c:v>62604.27</c:v>
                </c:pt>
                <c:pt idx="459">
                  <c:v>89179.65</c:v>
                </c:pt>
                <c:pt idx="460">
                  <c:v>43742.66</c:v>
                </c:pt>
                <c:pt idx="461">
                  <c:v>4904.8999999999996</c:v>
                </c:pt>
                <c:pt idx="462">
                  <c:v>9142.84</c:v>
                </c:pt>
                <c:pt idx="463">
                  <c:v>54161.54</c:v>
                </c:pt>
                <c:pt idx="464">
                  <c:v>74904.86</c:v>
                </c:pt>
                <c:pt idx="465">
                  <c:v>22233.01</c:v>
                </c:pt>
                <c:pt idx="466">
                  <c:v>41875.31</c:v>
                </c:pt>
                <c:pt idx="467">
                  <c:v>10598.97</c:v>
                </c:pt>
                <c:pt idx="468">
                  <c:v>50811.21</c:v>
                </c:pt>
                <c:pt idx="469">
                  <c:v>56592.36</c:v>
                </c:pt>
                <c:pt idx="470">
                  <c:v>9834.39</c:v>
                </c:pt>
                <c:pt idx="471">
                  <c:v>23023.79</c:v>
                </c:pt>
                <c:pt idx="472">
                  <c:v>4244.96</c:v>
                </c:pt>
                <c:pt idx="473">
                  <c:v>30072.880000000001</c:v>
                </c:pt>
                <c:pt idx="474">
                  <c:v>7832.74</c:v>
                </c:pt>
                <c:pt idx="475">
                  <c:v>14641.45</c:v>
                </c:pt>
                <c:pt idx="476">
                  <c:v>33356.99</c:v>
                </c:pt>
                <c:pt idx="477">
                  <c:v>3960.82</c:v>
                </c:pt>
                <c:pt idx="478">
                  <c:v>4539.82</c:v>
                </c:pt>
                <c:pt idx="479">
                  <c:v>74394.52</c:v>
                </c:pt>
                <c:pt idx="480">
                  <c:v>17712.240000000002</c:v>
                </c:pt>
                <c:pt idx="481">
                  <c:v>4335.3</c:v>
                </c:pt>
                <c:pt idx="482">
                  <c:v>7066.41</c:v>
                </c:pt>
                <c:pt idx="483">
                  <c:v>24841.57</c:v>
                </c:pt>
                <c:pt idx="484">
                  <c:v>6057.34</c:v>
                </c:pt>
                <c:pt idx="485">
                  <c:v>16753.900000000001</c:v>
                </c:pt>
                <c:pt idx="486">
                  <c:v>75899.47</c:v>
                </c:pt>
                <c:pt idx="487">
                  <c:v>6227.51</c:v>
                </c:pt>
                <c:pt idx="488">
                  <c:v>32671.97</c:v>
                </c:pt>
                <c:pt idx="489">
                  <c:v>24417.48</c:v>
                </c:pt>
                <c:pt idx="490">
                  <c:v>29104.55</c:v>
                </c:pt>
                <c:pt idx="491">
                  <c:v>27877.42</c:v>
                </c:pt>
                <c:pt idx="492">
                  <c:v>8117.16</c:v>
                </c:pt>
                <c:pt idx="493">
                  <c:v>24722.52</c:v>
                </c:pt>
                <c:pt idx="494">
                  <c:v>35902.19</c:v>
                </c:pt>
                <c:pt idx="495">
                  <c:v>75119.179999999993</c:v>
                </c:pt>
                <c:pt idx="496">
                  <c:v>8558.49</c:v>
                </c:pt>
                <c:pt idx="497">
                  <c:v>67247.25</c:v>
                </c:pt>
                <c:pt idx="498">
                  <c:v>22882.34</c:v>
                </c:pt>
                <c:pt idx="499">
                  <c:v>41717.57</c:v>
                </c:pt>
                <c:pt idx="500">
                  <c:v>29106.81</c:v>
                </c:pt>
                <c:pt idx="501">
                  <c:v>17556.18</c:v>
                </c:pt>
                <c:pt idx="502">
                  <c:v>12566.36</c:v>
                </c:pt>
                <c:pt idx="503">
                  <c:v>23711.84</c:v>
                </c:pt>
                <c:pt idx="504">
                  <c:v>47323.42</c:v>
                </c:pt>
                <c:pt idx="505">
                  <c:v>17758.439999999999</c:v>
                </c:pt>
                <c:pt idx="506">
                  <c:v>17458.689999999999</c:v>
                </c:pt>
                <c:pt idx="507">
                  <c:v>62307.06</c:v>
                </c:pt>
                <c:pt idx="508">
                  <c:v>35306.67</c:v>
                </c:pt>
                <c:pt idx="509">
                  <c:v>19343.689999999999</c:v>
                </c:pt>
                <c:pt idx="510">
                  <c:v>40081.99</c:v>
                </c:pt>
                <c:pt idx="511">
                  <c:v>3349.03</c:v>
                </c:pt>
                <c:pt idx="512">
                  <c:v>14658.65</c:v>
                </c:pt>
                <c:pt idx="513">
                  <c:v>68152.899999999994</c:v>
                </c:pt>
                <c:pt idx="514">
                  <c:v>59865.69</c:v>
                </c:pt>
                <c:pt idx="515">
                  <c:v>9318.81</c:v>
                </c:pt>
                <c:pt idx="516">
                  <c:v>84823.77</c:v>
                </c:pt>
                <c:pt idx="517">
                  <c:v>47901.84</c:v>
                </c:pt>
                <c:pt idx="518">
                  <c:v>23637.7</c:v>
                </c:pt>
                <c:pt idx="519">
                  <c:v>32937.410000000003</c:v>
                </c:pt>
                <c:pt idx="520">
                  <c:v>13711.57</c:v>
                </c:pt>
                <c:pt idx="521">
                  <c:v>56583.26</c:v>
                </c:pt>
                <c:pt idx="522">
                  <c:v>18030.88</c:v>
                </c:pt>
                <c:pt idx="523">
                  <c:v>6790.14</c:v>
                </c:pt>
                <c:pt idx="524">
                  <c:v>58650.1</c:v>
                </c:pt>
                <c:pt idx="525">
                  <c:v>23908.44</c:v>
                </c:pt>
                <c:pt idx="526">
                  <c:v>2535.06</c:v>
                </c:pt>
                <c:pt idx="527">
                  <c:v>32372.97</c:v>
                </c:pt>
                <c:pt idx="528">
                  <c:v>3096.19</c:v>
                </c:pt>
                <c:pt idx="529">
                  <c:v>13669.43</c:v>
                </c:pt>
                <c:pt idx="530">
                  <c:v>41973.72</c:v>
                </c:pt>
                <c:pt idx="531">
                  <c:v>11344.83</c:v>
                </c:pt>
                <c:pt idx="532">
                  <c:v>52952.19</c:v>
                </c:pt>
                <c:pt idx="533">
                  <c:v>69538.350000000006</c:v>
                </c:pt>
                <c:pt idx="534">
                  <c:v>6664.53</c:v>
                </c:pt>
                <c:pt idx="535">
                  <c:v>24363.17</c:v>
                </c:pt>
                <c:pt idx="536">
                  <c:v>48359.37</c:v>
                </c:pt>
                <c:pt idx="537">
                  <c:v>46034.37</c:v>
                </c:pt>
                <c:pt idx="538">
                  <c:v>9461.25</c:v>
                </c:pt>
                <c:pt idx="539">
                  <c:v>13311.22</c:v>
                </c:pt>
                <c:pt idx="540">
                  <c:v>18696.82</c:v>
                </c:pt>
                <c:pt idx="541">
                  <c:v>9329.67</c:v>
                </c:pt>
                <c:pt idx="542">
                  <c:v>23110.29</c:v>
                </c:pt>
                <c:pt idx="543">
                  <c:v>10231.75</c:v>
                </c:pt>
                <c:pt idx="544">
                  <c:v>23924.63</c:v>
                </c:pt>
                <c:pt idx="545">
                  <c:v>24522.75</c:v>
                </c:pt>
                <c:pt idx="546">
                  <c:v>4257.62</c:v>
                </c:pt>
                <c:pt idx="547">
                  <c:v>15211.14</c:v>
                </c:pt>
                <c:pt idx="548">
                  <c:v>32614.41</c:v>
                </c:pt>
                <c:pt idx="549">
                  <c:v>75258.039999999994</c:v>
                </c:pt>
                <c:pt idx="550">
                  <c:v>94549.14</c:v>
                </c:pt>
                <c:pt idx="551">
                  <c:v>14573.1</c:v>
                </c:pt>
                <c:pt idx="552">
                  <c:v>73245.06</c:v>
                </c:pt>
                <c:pt idx="553">
                  <c:v>10379.6</c:v>
                </c:pt>
                <c:pt idx="554">
                  <c:v>44253.1</c:v>
                </c:pt>
                <c:pt idx="555">
                  <c:v>30046.43</c:v>
                </c:pt>
                <c:pt idx="556">
                  <c:v>37074.5</c:v>
                </c:pt>
                <c:pt idx="557">
                  <c:v>41238.54</c:v>
                </c:pt>
                <c:pt idx="558">
                  <c:v>14993.06</c:v>
                </c:pt>
                <c:pt idx="559">
                  <c:v>88007.76</c:v>
                </c:pt>
                <c:pt idx="560">
                  <c:v>6035.21</c:v>
                </c:pt>
                <c:pt idx="561">
                  <c:v>11074.22</c:v>
                </c:pt>
                <c:pt idx="562">
                  <c:v>61852.81</c:v>
                </c:pt>
                <c:pt idx="563">
                  <c:v>34481.75</c:v>
                </c:pt>
                <c:pt idx="564">
                  <c:v>6061.78</c:v>
                </c:pt>
                <c:pt idx="565">
                  <c:v>16366.06</c:v>
                </c:pt>
                <c:pt idx="566">
                  <c:v>93702.14</c:v>
                </c:pt>
                <c:pt idx="567">
                  <c:v>27305.08</c:v>
                </c:pt>
                <c:pt idx="568">
                  <c:v>11112.41</c:v>
                </c:pt>
                <c:pt idx="569">
                  <c:v>23240.11</c:v>
                </c:pt>
                <c:pt idx="570">
                  <c:v>31353.05</c:v>
                </c:pt>
                <c:pt idx="571">
                  <c:v>5837.16</c:v>
                </c:pt>
                <c:pt idx="572">
                  <c:v>47944.43</c:v>
                </c:pt>
                <c:pt idx="573">
                  <c:v>26321.61</c:v>
                </c:pt>
                <c:pt idx="574">
                  <c:v>9660.2099999999991</c:v>
                </c:pt>
                <c:pt idx="575">
                  <c:v>4716.1000000000004</c:v>
                </c:pt>
                <c:pt idx="576">
                  <c:v>66310.600000000006</c:v>
                </c:pt>
                <c:pt idx="577">
                  <c:v>3841.14</c:v>
                </c:pt>
                <c:pt idx="578">
                  <c:v>82148.56</c:v>
                </c:pt>
                <c:pt idx="579">
                  <c:v>26222.799999999999</c:v>
                </c:pt>
                <c:pt idx="580">
                  <c:v>24868.15</c:v>
                </c:pt>
                <c:pt idx="581">
                  <c:v>15758</c:v>
                </c:pt>
                <c:pt idx="582">
                  <c:v>12555.31</c:v>
                </c:pt>
                <c:pt idx="583">
                  <c:v>13609.98</c:v>
                </c:pt>
                <c:pt idx="584">
                  <c:v>8479.25</c:v>
                </c:pt>
                <c:pt idx="585">
                  <c:v>56626.83</c:v>
                </c:pt>
                <c:pt idx="586">
                  <c:v>63535.82</c:v>
                </c:pt>
                <c:pt idx="587">
                  <c:v>11880.71</c:v>
                </c:pt>
                <c:pt idx="588">
                  <c:v>69369.89</c:v>
                </c:pt>
                <c:pt idx="589">
                  <c:v>3584.14</c:v>
                </c:pt>
                <c:pt idx="590">
                  <c:v>12785.25</c:v>
                </c:pt>
                <c:pt idx="591">
                  <c:v>7300.65</c:v>
                </c:pt>
                <c:pt idx="592">
                  <c:v>15009.03</c:v>
                </c:pt>
                <c:pt idx="593">
                  <c:v>65944.86</c:v>
                </c:pt>
                <c:pt idx="594">
                  <c:v>33231.29</c:v>
                </c:pt>
                <c:pt idx="595">
                  <c:v>5478.32</c:v>
                </c:pt>
                <c:pt idx="596">
                  <c:v>1092.46</c:v>
                </c:pt>
                <c:pt idx="597">
                  <c:v>35678.410000000003</c:v>
                </c:pt>
                <c:pt idx="598">
                  <c:v>13309.76</c:v>
                </c:pt>
                <c:pt idx="599">
                  <c:v>13054.44</c:v>
                </c:pt>
                <c:pt idx="600">
                  <c:v>6917.27</c:v>
                </c:pt>
                <c:pt idx="601">
                  <c:v>27428.799999999999</c:v>
                </c:pt>
                <c:pt idx="602">
                  <c:v>7600.06</c:v>
                </c:pt>
                <c:pt idx="603">
                  <c:v>63144.9</c:v>
                </c:pt>
                <c:pt idx="604">
                  <c:v>10879.09</c:v>
                </c:pt>
                <c:pt idx="605">
                  <c:v>32300.86</c:v>
                </c:pt>
                <c:pt idx="606">
                  <c:v>48556.62</c:v>
                </c:pt>
                <c:pt idx="607">
                  <c:v>70467.990000000005</c:v>
                </c:pt>
                <c:pt idx="608">
                  <c:v>3352.44</c:v>
                </c:pt>
                <c:pt idx="609">
                  <c:v>39219.81</c:v>
                </c:pt>
                <c:pt idx="610">
                  <c:v>50543.75</c:v>
                </c:pt>
                <c:pt idx="611">
                  <c:v>5416.17</c:v>
                </c:pt>
                <c:pt idx="612">
                  <c:v>6373.04</c:v>
                </c:pt>
                <c:pt idx="613">
                  <c:v>23316.13</c:v>
                </c:pt>
                <c:pt idx="614">
                  <c:v>4824.13</c:v>
                </c:pt>
                <c:pt idx="615">
                  <c:v>14855.84</c:v>
                </c:pt>
                <c:pt idx="616">
                  <c:v>8592.2199999999993</c:v>
                </c:pt>
                <c:pt idx="617">
                  <c:v>55049.51</c:v>
                </c:pt>
                <c:pt idx="618">
                  <c:v>15977.22</c:v>
                </c:pt>
                <c:pt idx="619">
                  <c:v>18368.2</c:v>
                </c:pt>
                <c:pt idx="620">
                  <c:v>10760.9</c:v>
                </c:pt>
                <c:pt idx="621">
                  <c:v>23294.35</c:v>
                </c:pt>
                <c:pt idx="622">
                  <c:v>34758.53</c:v>
                </c:pt>
                <c:pt idx="623">
                  <c:v>10170.99</c:v>
                </c:pt>
                <c:pt idx="624">
                  <c:v>7504.21</c:v>
                </c:pt>
                <c:pt idx="625">
                  <c:v>1556.32</c:v>
                </c:pt>
                <c:pt idx="626">
                  <c:v>9029.4500000000007</c:v>
                </c:pt>
                <c:pt idx="627">
                  <c:v>38739.120000000003</c:v>
                </c:pt>
                <c:pt idx="628">
                  <c:v>9833.56</c:v>
                </c:pt>
                <c:pt idx="629">
                  <c:v>3995.33</c:v>
                </c:pt>
                <c:pt idx="630">
                  <c:v>30350.67</c:v>
                </c:pt>
                <c:pt idx="631">
                  <c:v>46289.2</c:v>
                </c:pt>
                <c:pt idx="632">
                  <c:v>24659.4</c:v>
                </c:pt>
                <c:pt idx="633">
                  <c:v>68530.31</c:v>
                </c:pt>
                <c:pt idx="634">
                  <c:v>3941.01</c:v>
                </c:pt>
                <c:pt idx="635">
                  <c:v>60292.160000000003</c:v>
                </c:pt>
                <c:pt idx="636">
                  <c:v>16628.66</c:v>
                </c:pt>
                <c:pt idx="637">
                  <c:v>17872.34</c:v>
                </c:pt>
                <c:pt idx="638">
                  <c:v>2387.83</c:v>
                </c:pt>
                <c:pt idx="639">
                  <c:v>3922.19</c:v>
                </c:pt>
                <c:pt idx="640">
                  <c:v>24129.37</c:v>
                </c:pt>
                <c:pt idx="641">
                  <c:v>29079.54</c:v>
                </c:pt>
                <c:pt idx="642">
                  <c:v>9355.2800000000007</c:v>
                </c:pt>
                <c:pt idx="643">
                  <c:v>43523.34</c:v>
                </c:pt>
                <c:pt idx="644">
                  <c:v>23343.73</c:v>
                </c:pt>
                <c:pt idx="645">
                  <c:v>15347.74</c:v>
                </c:pt>
                <c:pt idx="646">
                  <c:v>49710.19</c:v>
                </c:pt>
                <c:pt idx="647">
                  <c:v>5410.05</c:v>
                </c:pt>
                <c:pt idx="648">
                  <c:v>27627.11</c:v>
                </c:pt>
                <c:pt idx="649">
                  <c:v>2386.17</c:v>
                </c:pt>
                <c:pt idx="650">
                  <c:v>47506.5</c:v>
                </c:pt>
                <c:pt idx="651">
                  <c:v>48247.08</c:v>
                </c:pt>
                <c:pt idx="652">
                  <c:v>8204.18</c:v>
                </c:pt>
                <c:pt idx="653">
                  <c:v>54218.01</c:v>
                </c:pt>
                <c:pt idx="654">
                  <c:v>49991.76</c:v>
                </c:pt>
                <c:pt idx="655">
                  <c:v>61742.720000000001</c:v>
                </c:pt>
                <c:pt idx="656">
                  <c:v>9400.02</c:v>
                </c:pt>
                <c:pt idx="657">
                  <c:v>55047.89</c:v>
                </c:pt>
                <c:pt idx="658">
                  <c:v>6445.22</c:v>
                </c:pt>
                <c:pt idx="659">
                  <c:v>50739.360000000001</c:v>
                </c:pt>
                <c:pt idx="660">
                  <c:v>39509.82</c:v>
                </c:pt>
                <c:pt idx="661">
                  <c:v>29241.87</c:v>
                </c:pt>
                <c:pt idx="662">
                  <c:v>34240</c:v>
                </c:pt>
                <c:pt idx="663">
                  <c:v>17061.04</c:v>
                </c:pt>
                <c:pt idx="664">
                  <c:v>35472.199999999997</c:v>
                </c:pt>
                <c:pt idx="665">
                  <c:v>3127.91</c:v>
                </c:pt>
                <c:pt idx="666">
                  <c:v>27981.3</c:v>
                </c:pt>
                <c:pt idx="667">
                  <c:v>66934.73</c:v>
                </c:pt>
                <c:pt idx="668">
                  <c:v>2963.9</c:v>
                </c:pt>
                <c:pt idx="669">
                  <c:v>39244.629999999997</c:v>
                </c:pt>
                <c:pt idx="670">
                  <c:v>81480.759999999995</c:v>
                </c:pt>
                <c:pt idx="671">
                  <c:v>36330.239999999998</c:v>
                </c:pt>
                <c:pt idx="672">
                  <c:v>14211.29</c:v>
                </c:pt>
                <c:pt idx="673">
                  <c:v>26115.39</c:v>
                </c:pt>
                <c:pt idx="674">
                  <c:v>60841.68</c:v>
                </c:pt>
                <c:pt idx="675">
                  <c:v>36921.699999999997</c:v>
                </c:pt>
                <c:pt idx="676">
                  <c:v>13065.13</c:v>
                </c:pt>
                <c:pt idx="677">
                  <c:v>16752.919999999998</c:v>
                </c:pt>
                <c:pt idx="678">
                  <c:v>50237.4</c:v>
                </c:pt>
                <c:pt idx="679">
                  <c:v>18270.53</c:v>
                </c:pt>
                <c:pt idx="680">
                  <c:v>19108.82</c:v>
                </c:pt>
                <c:pt idx="681">
                  <c:v>24873.16</c:v>
                </c:pt>
                <c:pt idx="682">
                  <c:v>34717.699999999997</c:v>
                </c:pt>
                <c:pt idx="683">
                  <c:v>4118.7299999999996</c:v>
                </c:pt>
                <c:pt idx="684">
                  <c:v>8210.68</c:v>
                </c:pt>
                <c:pt idx="685">
                  <c:v>11961.6</c:v>
                </c:pt>
                <c:pt idx="686">
                  <c:v>86636.66</c:v>
                </c:pt>
                <c:pt idx="687">
                  <c:v>51115.68</c:v>
                </c:pt>
                <c:pt idx="688">
                  <c:v>40364.89</c:v>
                </c:pt>
                <c:pt idx="689">
                  <c:v>39381.870000000003</c:v>
                </c:pt>
                <c:pt idx="690">
                  <c:v>3546.06</c:v>
                </c:pt>
                <c:pt idx="691">
                  <c:v>38449.9</c:v>
                </c:pt>
                <c:pt idx="692">
                  <c:v>25865.53</c:v>
                </c:pt>
                <c:pt idx="693">
                  <c:v>22251.759999999998</c:v>
                </c:pt>
                <c:pt idx="694">
                  <c:v>33740.089999999997</c:v>
                </c:pt>
                <c:pt idx="695">
                  <c:v>67394.570000000007</c:v>
                </c:pt>
                <c:pt idx="696">
                  <c:v>49348.93</c:v>
                </c:pt>
                <c:pt idx="697">
                  <c:v>5291.78</c:v>
                </c:pt>
                <c:pt idx="698">
                  <c:v>23013.439999999999</c:v>
                </c:pt>
                <c:pt idx="699">
                  <c:v>60854.6</c:v>
                </c:pt>
                <c:pt idx="700">
                  <c:v>9764.1200000000008</c:v>
                </c:pt>
                <c:pt idx="701">
                  <c:v>32771.440000000002</c:v>
                </c:pt>
                <c:pt idx="702">
                  <c:v>59941.48</c:v>
                </c:pt>
                <c:pt idx="703">
                  <c:v>30970.13</c:v>
                </c:pt>
                <c:pt idx="704">
                  <c:v>21696.44</c:v>
                </c:pt>
                <c:pt idx="705">
                  <c:v>9954.35</c:v>
                </c:pt>
                <c:pt idx="706">
                  <c:v>5186.41</c:v>
                </c:pt>
                <c:pt idx="707">
                  <c:v>47054.33</c:v>
                </c:pt>
                <c:pt idx="708">
                  <c:v>88795.88</c:v>
                </c:pt>
                <c:pt idx="709">
                  <c:v>7568.89</c:v>
                </c:pt>
                <c:pt idx="710">
                  <c:v>9183.93</c:v>
                </c:pt>
                <c:pt idx="711">
                  <c:v>43370.81</c:v>
                </c:pt>
                <c:pt idx="712">
                  <c:v>6710.3</c:v>
                </c:pt>
                <c:pt idx="713">
                  <c:v>14165.66</c:v>
                </c:pt>
                <c:pt idx="714">
                  <c:v>21358.34</c:v>
                </c:pt>
                <c:pt idx="715">
                  <c:v>16237.78</c:v>
                </c:pt>
                <c:pt idx="716">
                  <c:v>41417.33</c:v>
                </c:pt>
                <c:pt idx="717">
                  <c:v>14995.09</c:v>
                </c:pt>
                <c:pt idx="718">
                  <c:v>37939.199999999997</c:v>
                </c:pt>
                <c:pt idx="719">
                  <c:v>60027.16</c:v>
                </c:pt>
                <c:pt idx="720">
                  <c:v>24974.84</c:v>
                </c:pt>
                <c:pt idx="721">
                  <c:v>59055.95</c:v>
                </c:pt>
                <c:pt idx="722">
                  <c:v>20050.3</c:v>
                </c:pt>
                <c:pt idx="723">
                  <c:v>8946.94</c:v>
                </c:pt>
                <c:pt idx="724">
                  <c:v>62337.33</c:v>
                </c:pt>
                <c:pt idx="725">
                  <c:v>33080.54</c:v>
                </c:pt>
                <c:pt idx="726">
                  <c:v>70831.25</c:v>
                </c:pt>
                <c:pt idx="727">
                  <c:v>24574.95</c:v>
                </c:pt>
                <c:pt idx="728">
                  <c:v>57314.67</c:v>
                </c:pt>
                <c:pt idx="729">
                  <c:v>16162.44</c:v>
                </c:pt>
                <c:pt idx="730">
                  <c:v>20596.330000000002</c:v>
                </c:pt>
                <c:pt idx="731">
                  <c:v>84480.54</c:v>
                </c:pt>
                <c:pt idx="732">
                  <c:v>32136.14</c:v>
                </c:pt>
                <c:pt idx="733">
                  <c:v>29786.78</c:v>
                </c:pt>
                <c:pt idx="734">
                  <c:v>11935.66</c:v>
                </c:pt>
                <c:pt idx="735">
                  <c:v>69067.73</c:v>
                </c:pt>
                <c:pt idx="736">
                  <c:v>16286.47</c:v>
                </c:pt>
                <c:pt idx="737">
                  <c:v>15041.54</c:v>
                </c:pt>
                <c:pt idx="738">
                  <c:v>19484.7</c:v>
                </c:pt>
                <c:pt idx="739">
                  <c:v>39141.58</c:v>
                </c:pt>
                <c:pt idx="740">
                  <c:v>37489.199999999997</c:v>
                </c:pt>
                <c:pt idx="741">
                  <c:v>28686.83</c:v>
                </c:pt>
                <c:pt idx="742">
                  <c:v>91960.78</c:v>
                </c:pt>
                <c:pt idx="743">
                  <c:v>25640.69</c:v>
                </c:pt>
                <c:pt idx="744">
                  <c:v>11993.48</c:v>
                </c:pt>
                <c:pt idx="745">
                  <c:v>14085.79</c:v>
                </c:pt>
                <c:pt idx="746">
                  <c:v>51719.09</c:v>
                </c:pt>
                <c:pt idx="747">
                  <c:v>28441.1</c:v>
                </c:pt>
                <c:pt idx="748">
                  <c:v>33827.129999999997</c:v>
                </c:pt>
                <c:pt idx="749">
                  <c:v>9205.5</c:v>
                </c:pt>
                <c:pt idx="750">
                  <c:v>49923.05</c:v>
                </c:pt>
                <c:pt idx="751">
                  <c:v>20597.88</c:v>
                </c:pt>
                <c:pt idx="752">
                  <c:v>5856.38</c:v>
                </c:pt>
                <c:pt idx="753">
                  <c:v>49441.47</c:v>
                </c:pt>
                <c:pt idx="754">
                  <c:v>38010.36</c:v>
                </c:pt>
                <c:pt idx="755">
                  <c:v>70622.92</c:v>
                </c:pt>
                <c:pt idx="756">
                  <c:v>14971.7</c:v>
                </c:pt>
                <c:pt idx="757">
                  <c:v>20717.61</c:v>
                </c:pt>
                <c:pt idx="758">
                  <c:v>8247.9</c:v>
                </c:pt>
                <c:pt idx="759">
                  <c:v>59002.34</c:v>
                </c:pt>
                <c:pt idx="760">
                  <c:v>61692.37</c:v>
                </c:pt>
                <c:pt idx="761">
                  <c:v>58143.68</c:v>
                </c:pt>
                <c:pt idx="762">
                  <c:v>31513.759999999998</c:v>
                </c:pt>
                <c:pt idx="763">
                  <c:v>38286.86</c:v>
                </c:pt>
                <c:pt idx="764">
                  <c:v>37397.370000000003</c:v>
                </c:pt>
                <c:pt idx="765">
                  <c:v>7618.7</c:v>
                </c:pt>
                <c:pt idx="766">
                  <c:v>54500.959999999999</c:v>
                </c:pt>
                <c:pt idx="767">
                  <c:v>13476.58</c:v>
                </c:pt>
                <c:pt idx="768">
                  <c:v>38434.660000000003</c:v>
                </c:pt>
                <c:pt idx="769">
                  <c:v>50286.97</c:v>
                </c:pt>
                <c:pt idx="770">
                  <c:v>5356.05</c:v>
                </c:pt>
                <c:pt idx="771">
                  <c:v>29077.119999999999</c:v>
                </c:pt>
                <c:pt idx="772">
                  <c:v>5006.22</c:v>
                </c:pt>
                <c:pt idx="773">
                  <c:v>30016.43</c:v>
                </c:pt>
                <c:pt idx="774">
                  <c:v>9345.84</c:v>
                </c:pt>
                <c:pt idx="775">
                  <c:v>24102.54</c:v>
                </c:pt>
                <c:pt idx="776">
                  <c:v>62968.85</c:v>
                </c:pt>
                <c:pt idx="777">
                  <c:v>50260.33</c:v>
                </c:pt>
                <c:pt idx="778">
                  <c:v>2770.52</c:v>
                </c:pt>
                <c:pt idx="779">
                  <c:v>31332.5</c:v>
                </c:pt>
                <c:pt idx="780">
                  <c:v>7808.09</c:v>
                </c:pt>
                <c:pt idx="781">
                  <c:v>24939.55</c:v>
                </c:pt>
                <c:pt idx="782">
                  <c:v>5964.13</c:v>
                </c:pt>
                <c:pt idx="783">
                  <c:v>65904.070000000007</c:v>
                </c:pt>
                <c:pt idx="784">
                  <c:v>26141.82</c:v>
                </c:pt>
                <c:pt idx="785">
                  <c:v>3711.66</c:v>
                </c:pt>
                <c:pt idx="786">
                  <c:v>58350.54</c:v>
                </c:pt>
                <c:pt idx="787">
                  <c:v>40964.78</c:v>
                </c:pt>
                <c:pt idx="788">
                  <c:v>23106.09</c:v>
                </c:pt>
                <c:pt idx="789">
                  <c:v>52051.69</c:v>
                </c:pt>
                <c:pt idx="790">
                  <c:v>9390.7800000000007</c:v>
                </c:pt>
                <c:pt idx="791">
                  <c:v>60541.57</c:v>
                </c:pt>
                <c:pt idx="792">
                  <c:v>10530.32</c:v>
                </c:pt>
                <c:pt idx="793">
                  <c:v>43451.57</c:v>
                </c:pt>
                <c:pt idx="794">
                  <c:v>53018.19</c:v>
                </c:pt>
                <c:pt idx="795">
                  <c:v>74878.69</c:v>
                </c:pt>
                <c:pt idx="796">
                  <c:v>17498.34</c:v>
                </c:pt>
                <c:pt idx="797">
                  <c:v>5324.26</c:v>
                </c:pt>
                <c:pt idx="798">
                  <c:v>16232.24</c:v>
                </c:pt>
                <c:pt idx="799">
                  <c:v>44054.64</c:v>
                </c:pt>
                <c:pt idx="800">
                  <c:v>10932.89</c:v>
                </c:pt>
                <c:pt idx="801">
                  <c:v>17258.16</c:v>
                </c:pt>
                <c:pt idx="802">
                  <c:v>18231.490000000002</c:v>
                </c:pt>
                <c:pt idx="803">
                  <c:v>29998.3</c:v>
                </c:pt>
                <c:pt idx="804">
                  <c:v>6520.63</c:v>
                </c:pt>
                <c:pt idx="805">
                  <c:v>9000.5</c:v>
                </c:pt>
                <c:pt idx="806">
                  <c:v>7086.1</c:v>
                </c:pt>
                <c:pt idx="807">
                  <c:v>20136.38</c:v>
                </c:pt>
                <c:pt idx="808">
                  <c:v>2237.08</c:v>
                </c:pt>
                <c:pt idx="809">
                  <c:v>40538.61</c:v>
                </c:pt>
                <c:pt idx="810">
                  <c:v>16648.86</c:v>
                </c:pt>
                <c:pt idx="811">
                  <c:v>19443.14</c:v>
                </c:pt>
                <c:pt idx="812">
                  <c:v>9306.74</c:v>
                </c:pt>
                <c:pt idx="813">
                  <c:v>24959.68</c:v>
                </c:pt>
                <c:pt idx="814">
                  <c:v>11543.2</c:v>
                </c:pt>
                <c:pt idx="815">
                  <c:v>44734.720000000001</c:v>
                </c:pt>
                <c:pt idx="816">
                  <c:v>28061.21</c:v>
                </c:pt>
                <c:pt idx="817">
                  <c:v>17058.400000000001</c:v>
                </c:pt>
                <c:pt idx="818">
                  <c:v>25977.32</c:v>
                </c:pt>
                <c:pt idx="819">
                  <c:v>50845.83</c:v>
                </c:pt>
                <c:pt idx="820">
                  <c:v>62978.080000000002</c:v>
                </c:pt>
                <c:pt idx="821">
                  <c:v>39908.78</c:v>
                </c:pt>
                <c:pt idx="822">
                  <c:v>20975.89</c:v>
                </c:pt>
                <c:pt idx="823">
                  <c:v>65586.87</c:v>
                </c:pt>
                <c:pt idx="824">
                  <c:v>60949.22</c:v>
                </c:pt>
                <c:pt idx="825">
                  <c:v>4803.3100000000004</c:v>
                </c:pt>
                <c:pt idx="826">
                  <c:v>27361.040000000001</c:v>
                </c:pt>
                <c:pt idx="827">
                  <c:v>56660</c:v>
                </c:pt>
                <c:pt idx="828">
                  <c:v>25615.59</c:v>
                </c:pt>
                <c:pt idx="829">
                  <c:v>9182.4599999999991</c:v>
                </c:pt>
                <c:pt idx="830">
                  <c:v>6225.56</c:v>
                </c:pt>
                <c:pt idx="831">
                  <c:v>18030.810000000001</c:v>
                </c:pt>
                <c:pt idx="832">
                  <c:v>81683.62</c:v>
                </c:pt>
                <c:pt idx="833">
                  <c:v>15097.23</c:v>
                </c:pt>
                <c:pt idx="834">
                  <c:v>73233.440000000002</c:v>
                </c:pt>
                <c:pt idx="835">
                  <c:v>18901.61</c:v>
                </c:pt>
                <c:pt idx="836">
                  <c:v>13342.2</c:v>
                </c:pt>
                <c:pt idx="837">
                  <c:v>30456.93</c:v>
                </c:pt>
                <c:pt idx="838">
                  <c:v>13611.69</c:v>
                </c:pt>
                <c:pt idx="839">
                  <c:v>11520.05</c:v>
                </c:pt>
                <c:pt idx="840">
                  <c:v>15307.95</c:v>
                </c:pt>
                <c:pt idx="841">
                  <c:v>17331.91</c:v>
                </c:pt>
                <c:pt idx="842">
                  <c:v>80067.33</c:v>
                </c:pt>
                <c:pt idx="843">
                  <c:v>73793.539999999994</c:v>
                </c:pt>
                <c:pt idx="844">
                  <c:v>4392.72</c:v>
                </c:pt>
                <c:pt idx="845">
                  <c:v>24217.54</c:v>
                </c:pt>
                <c:pt idx="846">
                  <c:v>46232.13</c:v>
                </c:pt>
                <c:pt idx="847">
                  <c:v>8843.07</c:v>
                </c:pt>
                <c:pt idx="848">
                  <c:v>24566.48</c:v>
                </c:pt>
                <c:pt idx="849">
                  <c:v>10037.709999999999</c:v>
                </c:pt>
                <c:pt idx="850">
                  <c:v>22208.6</c:v>
                </c:pt>
                <c:pt idx="851">
                  <c:v>21515.16</c:v>
                </c:pt>
                <c:pt idx="852">
                  <c:v>68999.490000000005</c:v>
                </c:pt>
                <c:pt idx="853">
                  <c:v>21200.1</c:v>
                </c:pt>
                <c:pt idx="854">
                  <c:v>9970.3799999999992</c:v>
                </c:pt>
                <c:pt idx="855">
                  <c:v>9837.39</c:v>
                </c:pt>
                <c:pt idx="856">
                  <c:v>13703.82</c:v>
                </c:pt>
                <c:pt idx="857">
                  <c:v>11832.24</c:v>
                </c:pt>
                <c:pt idx="858">
                  <c:v>91480.31</c:v>
                </c:pt>
                <c:pt idx="859">
                  <c:v>14889.56</c:v>
                </c:pt>
                <c:pt idx="860">
                  <c:v>10546.58</c:v>
                </c:pt>
                <c:pt idx="861">
                  <c:v>31933.439999999999</c:v>
                </c:pt>
                <c:pt idx="862">
                  <c:v>32367.67</c:v>
                </c:pt>
                <c:pt idx="863">
                  <c:v>15652.98</c:v>
                </c:pt>
                <c:pt idx="864">
                  <c:v>32207.02</c:v>
                </c:pt>
                <c:pt idx="865">
                  <c:v>32650.41</c:v>
                </c:pt>
                <c:pt idx="866">
                  <c:v>37908.17</c:v>
                </c:pt>
                <c:pt idx="867">
                  <c:v>4165.51</c:v>
                </c:pt>
                <c:pt idx="868">
                  <c:v>6321.71</c:v>
                </c:pt>
                <c:pt idx="869">
                  <c:v>41021.15</c:v>
                </c:pt>
                <c:pt idx="870">
                  <c:v>9265.27</c:v>
                </c:pt>
                <c:pt idx="871">
                  <c:v>29515.71</c:v>
                </c:pt>
                <c:pt idx="872">
                  <c:v>47391.37</c:v>
                </c:pt>
                <c:pt idx="873">
                  <c:v>4276.34</c:v>
                </c:pt>
                <c:pt idx="874">
                  <c:v>69491.27</c:v>
                </c:pt>
                <c:pt idx="875">
                  <c:v>46178.26</c:v>
                </c:pt>
                <c:pt idx="876">
                  <c:v>35503.39</c:v>
                </c:pt>
                <c:pt idx="877">
                  <c:v>24869.29</c:v>
                </c:pt>
                <c:pt idx="878">
                  <c:v>27824.67</c:v>
                </c:pt>
                <c:pt idx="879">
                  <c:v>36484.839999999997</c:v>
                </c:pt>
                <c:pt idx="880">
                  <c:v>3135.95</c:v>
                </c:pt>
                <c:pt idx="881">
                  <c:v>15744.98</c:v>
                </c:pt>
                <c:pt idx="882">
                  <c:v>20533.72</c:v>
                </c:pt>
                <c:pt idx="883">
                  <c:v>9557.5400000000009</c:v>
                </c:pt>
                <c:pt idx="884">
                  <c:v>83733.09</c:v>
                </c:pt>
                <c:pt idx="885">
                  <c:v>31476.06</c:v>
                </c:pt>
                <c:pt idx="886">
                  <c:v>38517.68</c:v>
                </c:pt>
                <c:pt idx="887">
                  <c:v>24765.17</c:v>
                </c:pt>
                <c:pt idx="888">
                  <c:v>21957.85</c:v>
                </c:pt>
                <c:pt idx="889">
                  <c:v>51287.8</c:v>
                </c:pt>
                <c:pt idx="890">
                  <c:v>9478.69</c:v>
                </c:pt>
                <c:pt idx="891">
                  <c:v>9914</c:v>
                </c:pt>
                <c:pt idx="892">
                  <c:v>26393.35</c:v>
                </c:pt>
                <c:pt idx="893">
                  <c:v>7994.55</c:v>
                </c:pt>
                <c:pt idx="894">
                  <c:v>4396.41</c:v>
                </c:pt>
                <c:pt idx="895">
                  <c:v>85703.62</c:v>
                </c:pt>
                <c:pt idx="896">
                  <c:v>79224.179999999993</c:v>
                </c:pt>
                <c:pt idx="897">
                  <c:v>20871.93</c:v>
                </c:pt>
                <c:pt idx="898">
                  <c:v>75821.7</c:v>
                </c:pt>
                <c:pt idx="899">
                  <c:v>48704.04</c:v>
                </c:pt>
                <c:pt idx="900">
                  <c:v>11006.89</c:v>
                </c:pt>
                <c:pt idx="901">
                  <c:v>58963.48</c:v>
                </c:pt>
                <c:pt idx="902">
                  <c:v>44532.6</c:v>
                </c:pt>
                <c:pt idx="903">
                  <c:v>32421.119999999999</c:v>
                </c:pt>
                <c:pt idx="904">
                  <c:v>21724.19</c:v>
                </c:pt>
                <c:pt idx="905">
                  <c:v>8958.2800000000007</c:v>
                </c:pt>
                <c:pt idx="906">
                  <c:v>27486.14</c:v>
                </c:pt>
                <c:pt idx="907">
                  <c:v>48169.72</c:v>
                </c:pt>
                <c:pt idx="908">
                  <c:v>25150.26</c:v>
                </c:pt>
                <c:pt idx="909">
                  <c:v>56906.22</c:v>
                </c:pt>
                <c:pt idx="910">
                  <c:v>21784.48</c:v>
                </c:pt>
                <c:pt idx="911">
                  <c:v>68070.34</c:v>
                </c:pt>
                <c:pt idx="912">
                  <c:v>5460.72</c:v>
                </c:pt>
                <c:pt idx="913">
                  <c:v>58416.31</c:v>
                </c:pt>
                <c:pt idx="914">
                  <c:v>6734.22</c:v>
                </c:pt>
                <c:pt idx="915">
                  <c:v>10660.76</c:v>
                </c:pt>
                <c:pt idx="916">
                  <c:v>67700.12</c:v>
                </c:pt>
                <c:pt idx="917">
                  <c:v>1118.76</c:v>
                </c:pt>
                <c:pt idx="918">
                  <c:v>4728.1400000000003</c:v>
                </c:pt>
                <c:pt idx="919">
                  <c:v>38953.24</c:v>
                </c:pt>
                <c:pt idx="920">
                  <c:v>36953.279999999999</c:v>
                </c:pt>
                <c:pt idx="921">
                  <c:v>53260.89</c:v>
                </c:pt>
                <c:pt idx="922">
                  <c:v>6337.55</c:v>
                </c:pt>
                <c:pt idx="923">
                  <c:v>26731.91</c:v>
                </c:pt>
                <c:pt idx="924">
                  <c:v>53888.53</c:v>
                </c:pt>
                <c:pt idx="925">
                  <c:v>58009.39</c:v>
                </c:pt>
                <c:pt idx="926">
                  <c:v>23574.63</c:v>
                </c:pt>
                <c:pt idx="927">
                  <c:v>19025.97</c:v>
                </c:pt>
                <c:pt idx="928">
                  <c:v>39451.65</c:v>
                </c:pt>
                <c:pt idx="929">
                  <c:v>30719.89</c:v>
                </c:pt>
                <c:pt idx="930">
                  <c:v>1306.72</c:v>
                </c:pt>
                <c:pt idx="931">
                  <c:v>49804.52</c:v>
                </c:pt>
                <c:pt idx="932">
                  <c:v>16370.99</c:v>
                </c:pt>
                <c:pt idx="933">
                  <c:v>15404.54</c:v>
                </c:pt>
                <c:pt idx="934">
                  <c:v>19380.21</c:v>
                </c:pt>
                <c:pt idx="935">
                  <c:v>62646.11</c:v>
                </c:pt>
                <c:pt idx="936">
                  <c:v>3133.52</c:v>
                </c:pt>
                <c:pt idx="937">
                  <c:v>59698.04</c:v>
                </c:pt>
                <c:pt idx="938">
                  <c:v>14550.61</c:v>
                </c:pt>
                <c:pt idx="939">
                  <c:v>29300.04</c:v>
                </c:pt>
                <c:pt idx="940">
                  <c:v>7429.07</c:v>
                </c:pt>
                <c:pt idx="941">
                  <c:v>28803.98</c:v>
                </c:pt>
                <c:pt idx="942">
                  <c:v>29010.14</c:v>
                </c:pt>
                <c:pt idx="943">
                  <c:v>67493.88</c:v>
                </c:pt>
                <c:pt idx="944">
                  <c:v>37980.86</c:v>
                </c:pt>
                <c:pt idx="945">
                  <c:v>8016.97</c:v>
                </c:pt>
                <c:pt idx="946">
                  <c:v>29659.05</c:v>
                </c:pt>
                <c:pt idx="947">
                  <c:v>42108.37</c:v>
                </c:pt>
                <c:pt idx="948">
                  <c:v>28752.28</c:v>
                </c:pt>
                <c:pt idx="949">
                  <c:v>2637.2</c:v>
                </c:pt>
                <c:pt idx="950">
                  <c:v>38068.74</c:v>
                </c:pt>
                <c:pt idx="951">
                  <c:v>20155.900000000001</c:v>
                </c:pt>
                <c:pt idx="952">
                  <c:v>69829.539999999994</c:v>
                </c:pt>
                <c:pt idx="953">
                  <c:v>46318.8</c:v>
                </c:pt>
                <c:pt idx="954">
                  <c:v>5516.78</c:v>
                </c:pt>
                <c:pt idx="955">
                  <c:v>13569.15</c:v>
                </c:pt>
                <c:pt idx="956">
                  <c:v>50031.91</c:v>
                </c:pt>
                <c:pt idx="957">
                  <c:v>13732.9</c:v>
                </c:pt>
                <c:pt idx="958">
                  <c:v>60746.57</c:v>
                </c:pt>
                <c:pt idx="959">
                  <c:v>27105.18</c:v>
                </c:pt>
                <c:pt idx="960">
                  <c:v>70677.94</c:v>
                </c:pt>
                <c:pt idx="961">
                  <c:v>32369.47</c:v>
                </c:pt>
                <c:pt idx="962">
                  <c:v>7505.64</c:v>
                </c:pt>
                <c:pt idx="963">
                  <c:v>9280.52</c:v>
                </c:pt>
                <c:pt idx="964">
                  <c:v>36031.279999999999</c:v>
                </c:pt>
                <c:pt idx="965">
                  <c:v>11204.93</c:v>
                </c:pt>
                <c:pt idx="966">
                  <c:v>32406.82</c:v>
                </c:pt>
                <c:pt idx="967">
                  <c:v>2564.79</c:v>
                </c:pt>
                <c:pt idx="968">
                  <c:v>57657.279999999999</c:v>
                </c:pt>
                <c:pt idx="969">
                  <c:v>5128.5200000000004</c:v>
                </c:pt>
                <c:pt idx="970">
                  <c:v>12585.89</c:v>
                </c:pt>
                <c:pt idx="971">
                  <c:v>3317.37</c:v>
                </c:pt>
                <c:pt idx="972">
                  <c:v>64078.04</c:v>
                </c:pt>
                <c:pt idx="973">
                  <c:v>7035.27</c:v>
                </c:pt>
                <c:pt idx="974">
                  <c:v>16650.330000000002</c:v>
                </c:pt>
                <c:pt idx="975">
                  <c:v>39272.519999999997</c:v>
                </c:pt>
                <c:pt idx="976">
                  <c:v>75587.72</c:v>
                </c:pt>
                <c:pt idx="977">
                  <c:v>69440.600000000006</c:v>
                </c:pt>
                <c:pt idx="978">
                  <c:v>7032.75</c:v>
                </c:pt>
                <c:pt idx="979">
                  <c:v>51484.44</c:v>
                </c:pt>
                <c:pt idx="980">
                  <c:v>17463.080000000002</c:v>
                </c:pt>
                <c:pt idx="981">
                  <c:v>19211.8</c:v>
                </c:pt>
                <c:pt idx="982">
                  <c:v>51329.93</c:v>
                </c:pt>
                <c:pt idx="983">
                  <c:v>19879.560000000001</c:v>
                </c:pt>
                <c:pt idx="984">
                  <c:v>19925.23</c:v>
                </c:pt>
                <c:pt idx="985">
                  <c:v>11038.59</c:v>
                </c:pt>
                <c:pt idx="986">
                  <c:v>55359.8</c:v>
                </c:pt>
                <c:pt idx="987">
                  <c:v>7658.29</c:v>
                </c:pt>
                <c:pt idx="988">
                  <c:v>4987.71</c:v>
                </c:pt>
                <c:pt idx="989">
                  <c:v>74469.69</c:v>
                </c:pt>
                <c:pt idx="990">
                  <c:v>103337.54</c:v>
                </c:pt>
                <c:pt idx="991">
                  <c:v>44331.58</c:v>
                </c:pt>
                <c:pt idx="992">
                  <c:v>11375.83</c:v>
                </c:pt>
                <c:pt idx="993">
                  <c:v>2649.05</c:v>
                </c:pt>
                <c:pt idx="994">
                  <c:v>3886.93</c:v>
                </c:pt>
                <c:pt idx="995">
                  <c:v>4941.95</c:v>
                </c:pt>
                <c:pt idx="996">
                  <c:v>27767.88</c:v>
                </c:pt>
                <c:pt idx="997">
                  <c:v>2982.58</c:v>
                </c:pt>
                <c:pt idx="998">
                  <c:v>53720.44</c:v>
                </c:pt>
                <c:pt idx="999">
                  <c:v>46813.54</c:v>
                </c:pt>
                <c:pt idx="1000">
                  <c:v>33387.69</c:v>
                </c:pt>
                <c:pt idx="1001">
                  <c:v>34145.81</c:v>
                </c:pt>
                <c:pt idx="1002">
                  <c:v>54853.93</c:v>
                </c:pt>
                <c:pt idx="1003">
                  <c:v>68569.960000000006</c:v>
                </c:pt>
                <c:pt idx="1004">
                  <c:v>78008.78</c:v>
                </c:pt>
                <c:pt idx="1005">
                  <c:v>72756.850000000006</c:v>
                </c:pt>
                <c:pt idx="1006">
                  <c:v>6323.31</c:v>
                </c:pt>
                <c:pt idx="1007">
                  <c:v>23564.68</c:v>
                </c:pt>
                <c:pt idx="1008">
                  <c:v>5772.98</c:v>
                </c:pt>
                <c:pt idx="1009">
                  <c:v>33214.61</c:v>
                </c:pt>
                <c:pt idx="1010">
                  <c:v>37428.51</c:v>
                </c:pt>
                <c:pt idx="1011">
                  <c:v>35876.400000000001</c:v>
                </c:pt>
                <c:pt idx="1012">
                  <c:v>8051.84</c:v>
                </c:pt>
                <c:pt idx="1013">
                  <c:v>41294.78</c:v>
                </c:pt>
                <c:pt idx="1014">
                  <c:v>16307.13</c:v>
                </c:pt>
                <c:pt idx="1015">
                  <c:v>8463.86</c:v>
                </c:pt>
                <c:pt idx="1016">
                  <c:v>27619.42</c:v>
                </c:pt>
                <c:pt idx="1017">
                  <c:v>37864.629999999997</c:v>
                </c:pt>
                <c:pt idx="1018">
                  <c:v>87712.73</c:v>
                </c:pt>
                <c:pt idx="1019">
                  <c:v>19709.05</c:v>
                </c:pt>
                <c:pt idx="1020">
                  <c:v>19904.48</c:v>
                </c:pt>
                <c:pt idx="1021">
                  <c:v>6007.13</c:v>
                </c:pt>
                <c:pt idx="1022">
                  <c:v>7878.35</c:v>
                </c:pt>
                <c:pt idx="1023">
                  <c:v>41679.83</c:v>
                </c:pt>
                <c:pt idx="1024">
                  <c:v>27535.66</c:v>
                </c:pt>
                <c:pt idx="1025">
                  <c:v>61742.71</c:v>
                </c:pt>
                <c:pt idx="1026">
                  <c:v>4808.83</c:v>
                </c:pt>
                <c:pt idx="1027">
                  <c:v>54676.36</c:v>
                </c:pt>
                <c:pt idx="1028">
                  <c:v>20398.900000000001</c:v>
                </c:pt>
                <c:pt idx="1029">
                  <c:v>14038.35</c:v>
                </c:pt>
                <c:pt idx="1030">
                  <c:v>45955.07</c:v>
                </c:pt>
                <c:pt idx="1031">
                  <c:v>7530.58</c:v>
                </c:pt>
                <c:pt idx="1032">
                  <c:v>60078.63</c:v>
                </c:pt>
                <c:pt idx="1033">
                  <c:v>14682.86</c:v>
                </c:pt>
                <c:pt idx="1034">
                  <c:v>18140.3</c:v>
                </c:pt>
                <c:pt idx="1035">
                  <c:v>18794.12</c:v>
                </c:pt>
                <c:pt idx="1036">
                  <c:v>29240.5</c:v>
                </c:pt>
                <c:pt idx="1037">
                  <c:v>11688.81</c:v>
                </c:pt>
                <c:pt idx="1038">
                  <c:v>5877.56</c:v>
                </c:pt>
                <c:pt idx="1039">
                  <c:v>81583.649999999994</c:v>
                </c:pt>
                <c:pt idx="1040">
                  <c:v>24999.29</c:v>
                </c:pt>
                <c:pt idx="1041">
                  <c:v>93407.79</c:v>
                </c:pt>
                <c:pt idx="1042">
                  <c:v>55214.82</c:v>
                </c:pt>
                <c:pt idx="1043">
                  <c:v>51892.05</c:v>
                </c:pt>
                <c:pt idx="1044">
                  <c:v>30148.94</c:v>
                </c:pt>
                <c:pt idx="1045">
                  <c:v>32737.56</c:v>
                </c:pt>
                <c:pt idx="1046">
                  <c:v>3492.78</c:v>
                </c:pt>
                <c:pt idx="1047">
                  <c:v>6448.86</c:v>
                </c:pt>
                <c:pt idx="1048">
                  <c:v>8467.33</c:v>
                </c:pt>
                <c:pt idx="1049">
                  <c:v>19213.080000000002</c:v>
                </c:pt>
                <c:pt idx="1050">
                  <c:v>21655.25</c:v>
                </c:pt>
                <c:pt idx="1051">
                  <c:v>10912.78</c:v>
                </c:pt>
                <c:pt idx="1052">
                  <c:v>1655.46</c:v>
                </c:pt>
                <c:pt idx="1053">
                  <c:v>44502.44</c:v>
                </c:pt>
                <c:pt idx="1054">
                  <c:v>32347.9</c:v>
                </c:pt>
                <c:pt idx="1055">
                  <c:v>25410.92</c:v>
                </c:pt>
                <c:pt idx="1056">
                  <c:v>24178.14</c:v>
                </c:pt>
                <c:pt idx="1057">
                  <c:v>34085.1</c:v>
                </c:pt>
                <c:pt idx="1058">
                  <c:v>38907.79</c:v>
                </c:pt>
                <c:pt idx="1059">
                  <c:v>2317.92</c:v>
                </c:pt>
                <c:pt idx="1060">
                  <c:v>92322.51</c:v>
                </c:pt>
                <c:pt idx="1061">
                  <c:v>7716.46</c:v>
                </c:pt>
                <c:pt idx="1062">
                  <c:v>86549.82</c:v>
                </c:pt>
                <c:pt idx="1063">
                  <c:v>11041.67</c:v>
                </c:pt>
                <c:pt idx="1064">
                  <c:v>38922.47</c:v>
                </c:pt>
                <c:pt idx="1065">
                  <c:v>16197.3</c:v>
                </c:pt>
                <c:pt idx="1066">
                  <c:v>3725.07</c:v>
                </c:pt>
                <c:pt idx="1067">
                  <c:v>28910.75</c:v>
                </c:pt>
                <c:pt idx="1068">
                  <c:v>16558.5</c:v>
                </c:pt>
                <c:pt idx="1069">
                  <c:v>80078.98</c:v>
                </c:pt>
                <c:pt idx="1070">
                  <c:v>6803.87</c:v>
                </c:pt>
                <c:pt idx="1071">
                  <c:v>4905.59</c:v>
                </c:pt>
                <c:pt idx="1072">
                  <c:v>55520.87</c:v>
                </c:pt>
                <c:pt idx="1073">
                  <c:v>8761.25</c:v>
                </c:pt>
                <c:pt idx="1074">
                  <c:v>15084.64</c:v>
                </c:pt>
                <c:pt idx="1075">
                  <c:v>43934.28</c:v>
                </c:pt>
                <c:pt idx="1076">
                  <c:v>42886.94</c:v>
                </c:pt>
                <c:pt idx="1077">
                  <c:v>63011.92</c:v>
                </c:pt>
                <c:pt idx="1078">
                  <c:v>20112.18</c:v>
                </c:pt>
                <c:pt idx="1079">
                  <c:v>26409.03</c:v>
                </c:pt>
                <c:pt idx="1080">
                  <c:v>20696</c:v>
                </c:pt>
                <c:pt idx="1081">
                  <c:v>100219.88</c:v>
                </c:pt>
                <c:pt idx="1082">
                  <c:v>65762.070000000007</c:v>
                </c:pt>
                <c:pt idx="1083">
                  <c:v>5494.78</c:v>
                </c:pt>
                <c:pt idx="1084">
                  <c:v>18891.5</c:v>
                </c:pt>
                <c:pt idx="1085">
                  <c:v>40811.46</c:v>
                </c:pt>
                <c:pt idx="1086">
                  <c:v>61872.74</c:v>
                </c:pt>
                <c:pt idx="1087">
                  <c:v>50388.66</c:v>
                </c:pt>
                <c:pt idx="1088">
                  <c:v>57910.92</c:v>
                </c:pt>
                <c:pt idx="1089">
                  <c:v>26743.03</c:v>
                </c:pt>
                <c:pt idx="1090">
                  <c:v>13858.13</c:v>
                </c:pt>
                <c:pt idx="1091">
                  <c:v>27112.31</c:v>
                </c:pt>
                <c:pt idx="1092">
                  <c:v>30564.45</c:v>
                </c:pt>
                <c:pt idx="1093">
                  <c:v>102847.5</c:v>
                </c:pt>
                <c:pt idx="1094">
                  <c:v>17202.36</c:v>
                </c:pt>
                <c:pt idx="1095">
                  <c:v>78558.31</c:v>
                </c:pt>
                <c:pt idx="1096">
                  <c:v>44013.49</c:v>
                </c:pt>
                <c:pt idx="1097">
                  <c:v>15856.69</c:v>
                </c:pt>
                <c:pt idx="1098">
                  <c:v>99540.1</c:v>
                </c:pt>
                <c:pt idx="1099">
                  <c:v>37026.07</c:v>
                </c:pt>
                <c:pt idx="1100">
                  <c:v>81620.600000000006</c:v>
                </c:pt>
                <c:pt idx="1101">
                  <c:v>8760.3700000000008</c:v>
                </c:pt>
                <c:pt idx="1102">
                  <c:v>15110.66</c:v>
                </c:pt>
                <c:pt idx="1103">
                  <c:v>9509.58</c:v>
                </c:pt>
                <c:pt idx="1104">
                  <c:v>33498.65</c:v>
                </c:pt>
                <c:pt idx="1105">
                  <c:v>10043.620000000001</c:v>
                </c:pt>
                <c:pt idx="1106">
                  <c:v>74783.520000000004</c:v>
                </c:pt>
                <c:pt idx="1107">
                  <c:v>4983.4799999999996</c:v>
                </c:pt>
                <c:pt idx="1108">
                  <c:v>21111.8</c:v>
                </c:pt>
                <c:pt idx="1109">
                  <c:v>28900.1</c:v>
                </c:pt>
                <c:pt idx="1110">
                  <c:v>4690.75</c:v>
                </c:pt>
                <c:pt idx="1111">
                  <c:v>104950.34</c:v>
                </c:pt>
                <c:pt idx="1112">
                  <c:v>46298.26</c:v>
                </c:pt>
                <c:pt idx="1113">
                  <c:v>31918.82</c:v>
                </c:pt>
                <c:pt idx="1114">
                  <c:v>6728.97</c:v>
                </c:pt>
                <c:pt idx="1115">
                  <c:v>8058.78</c:v>
                </c:pt>
                <c:pt idx="1116">
                  <c:v>34590.31</c:v>
                </c:pt>
                <c:pt idx="1117">
                  <c:v>25118.99</c:v>
                </c:pt>
                <c:pt idx="1118">
                  <c:v>76090.06</c:v>
                </c:pt>
                <c:pt idx="1119">
                  <c:v>19087.59</c:v>
                </c:pt>
                <c:pt idx="1120">
                  <c:v>3039.5</c:v>
                </c:pt>
                <c:pt idx="1121">
                  <c:v>70999.360000000001</c:v>
                </c:pt>
                <c:pt idx="1122">
                  <c:v>9910.99</c:v>
                </c:pt>
                <c:pt idx="1123">
                  <c:v>28660.09</c:v>
                </c:pt>
                <c:pt idx="1124">
                  <c:v>55463.839999999997</c:v>
                </c:pt>
                <c:pt idx="1125">
                  <c:v>42310.57</c:v>
                </c:pt>
                <c:pt idx="1126">
                  <c:v>6805.74</c:v>
                </c:pt>
                <c:pt idx="1127">
                  <c:v>12171.14</c:v>
                </c:pt>
                <c:pt idx="1128">
                  <c:v>12369.57</c:v>
                </c:pt>
                <c:pt idx="1129">
                  <c:v>3032.34</c:v>
                </c:pt>
                <c:pt idx="1130">
                  <c:v>28731.59</c:v>
                </c:pt>
                <c:pt idx="1131">
                  <c:v>76963.839999999997</c:v>
                </c:pt>
                <c:pt idx="1132">
                  <c:v>10038.26</c:v>
                </c:pt>
                <c:pt idx="1133">
                  <c:v>9055.75</c:v>
                </c:pt>
                <c:pt idx="1134">
                  <c:v>39290.080000000002</c:v>
                </c:pt>
                <c:pt idx="1135">
                  <c:v>3677.25</c:v>
                </c:pt>
                <c:pt idx="1136">
                  <c:v>44088.24</c:v>
                </c:pt>
                <c:pt idx="1137">
                  <c:v>23426.26</c:v>
                </c:pt>
                <c:pt idx="1138">
                  <c:v>67922.06</c:v>
                </c:pt>
                <c:pt idx="1139">
                  <c:v>67479.929999999993</c:v>
                </c:pt>
                <c:pt idx="1140">
                  <c:v>65483.040000000001</c:v>
                </c:pt>
                <c:pt idx="1141">
                  <c:v>22722</c:v>
                </c:pt>
                <c:pt idx="1142">
                  <c:v>39977.660000000003</c:v>
                </c:pt>
                <c:pt idx="1143">
                  <c:v>20978.91</c:v>
                </c:pt>
                <c:pt idx="1144">
                  <c:v>16852.84</c:v>
                </c:pt>
                <c:pt idx="1145">
                  <c:v>25236.58</c:v>
                </c:pt>
                <c:pt idx="1146">
                  <c:v>11306.74</c:v>
                </c:pt>
                <c:pt idx="1147">
                  <c:v>17361.099999999999</c:v>
                </c:pt>
                <c:pt idx="1148">
                  <c:v>50718.36</c:v>
                </c:pt>
                <c:pt idx="1149">
                  <c:v>6099.69</c:v>
                </c:pt>
                <c:pt idx="1150">
                  <c:v>29799.25</c:v>
                </c:pt>
                <c:pt idx="1151">
                  <c:v>68012.7</c:v>
                </c:pt>
                <c:pt idx="1152">
                  <c:v>42426.3</c:v>
                </c:pt>
                <c:pt idx="1153">
                  <c:v>37687.07</c:v>
                </c:pt>
                <c:pt idx="1154">
                  <c:v>22790.19</c:v>
                </c:pt>
                <c:pt idx="1155">
                  <c:v>34472.5</c:v>
                </c:pt>
                <c:pt idx="1156">
                  <c:v>20583.490000000002</c:v>
                </c:pt>
                <c:pt idx="1157">
                  <c:v>11688.35</c:v>
                </c:pt>
                <c:pt idx="1158">
                  <c:v>33387.379999999997</c:v>
                </c:pt>
                <c:pt idx="1159">
                  <c:v>82617.679999999993</c:v>
                </c:pt>
                <c:pt idx="1160">
                  <c:v>27848.080000000002</c:v>
                </c:pt>
                <c:pt idx="1161">
                  <c:v>14844.14</c:v>
                </c:pt>
                <c:pt idx="1162">
                  <c:v>35732.39</c:v>
                </c:pt>
                <c:pt idx="1163">
                  <c:v>1856.93</c:v>
                </c:pt>
                <c:pt idx="1164">
                  <c:v>51557.4</c:v>
                </c:pt>
                <c:pt idx="1165">
                  <c:v>34451.800000000003</c:v>
                </c:pt>
                <c:pt idx="1166">
                  <c:v>92084.37</c:v>
                </c:pt>
                <c:pt idx="1167">
                  <c:v>5591.7</c:v>
                </c:pt>
                <c:pt idx="1168">
                  <c:v>13786.97</c:v>
                </c:pt>
                <c:pt idx="1169">
                  <c:v>57809.71</c:v>
                </c:pt>
                <c:pt idx="1170">
                  <c:v>43980.17</c:v>
                </c:pt>
                <c:pt idx="1171">
                  <c:v>3955.25</c:v>
                </c:pt>
                <c:pt idx="1172">
                  <c:v>30714.93</c:v>
                </c:pt>
                <c:pt idx="1173">
                  <c:v>86462.02</c:v>
                </c:pt>
                <c:pt idx="1174">
                  <c:v>37484</c:v>
                </c:pt>
                <c:pt idx="1175">
                  <c:v>25926.639999999999</c:v>
                </c:pt>
                <c:pt idx="1176">
                  <c:v>9989.36</c:v>
                </c:pt>
                <c:pt idx="1177">
                  <c:v>42213.34</c:v>
                </c:pt>
                <c:pt idx="1178">
                  <c:v>6491.05</c:v>
                </c:pt>
                <c:pt idx="1179">
                  <c:v>3847.13</c:v>
                </c:pt>
                <c:pt idx="1180">
                  <c:v>30025.71</c:v>
                </c:pt>
                <c:pt idx="1181">
                  <c:v>29172.11</c:v>
                </c:pt>
                <c:pt idx="1182">
                  <c:v>20200.66</c:v>
                </c:pt>
                <c:pt idx="1183">
                  <c:v>5463.72</c:v>
                </c:pt>
                <c:pt idx="1184">
                  <c:v>53767.56</c:v>
                </c:pt>
                <c:pt idx="1185">
                  <c:v>29688.37</c:v>
                </c:pt>
                <c:pt idx="1186">
                  <c:v>31069.74</c:v>
                </c:pt>
                <c:pt idx="1187">
                  <c:v>13902.23</c:v>
                </c:pt>
                <c:pt idx="1188">
                  <c:v>15558.69</c:v>
                </c:pt>
                <c:pt idx="1189">
                  <c:v>8458.09</c:v>
                </c:pt>
                <c:pt idx="1190">
                  <c:v>15098.31</c:v>
                </c:pt>
                <c:pt idx="1191">
                  <c:v>92014.65</c:v>
                </c:pt>
                <c:pt idx="1192">
                  <c:v>10066.31</c:v>
                </c:pt>
                <c:pt idx="1193">
                  <c:v>5018.75</c:v>
                </c:pt>
                <c:pt idx="1194">
                  <c:v>3937.09</c:v>
                </c:pt>
                <c:pt idx="1195">
                  <c:v>17266.72</c:v>
                </c:pt>
                <c:pt idx="1196">
                  <c:v>30310.46</c:v>
                </c:pt>
                <c:pt idx="1197">
                  <c:v>4763.4399999999996</c:v>
                </c:pt>
                <c:pt idx="1198">
                  <c:v>22683.279999999999</c:v>
                </c:pt>
                <c:pt idx="1199">
                  <c:v>61602.38</c:v>
                </c:pt>
                <c:pt idx="1200">
                  <c:v>35863.129999999997</c:v>
                </c:pt>
                <c:pt idx="1201">
                  <c:v>10037.379999999999</c:v>
                </c:pt>
                <c:pt idx="1202">
                  <c:v>24430.06</c:v>
                </c:pt>
                <c:pt idx="1203">
                  <c:v>10245.209999999999</c:v>
                </c:pt>
                <c:pt idx="1204">
                  <c:v>9515.73</c:v>
                </c:pt>
                <c:pt idx="1205">
                  <c:v>6131.9</c:v>
                </c:pt>
                <c:pt idx="1206">
                  <c:v>79182.210000000006</c:v>
                </c:pt>
                <c:pt idx="1207">
                  <c:v>35183.96</c:v>
                </c:pt>
                <c:pt idx="1208">
                  <c:v>38964.980000000003</c:v>
                </c:pt>
                <c:pt idx="1209">
                  <c:v>53977.74</c:v>
                </c:pt>
                <c:pt idx="1210">
                  <c:v>27334.98</c:v>
                </c:pt>
                <c:pt idx="1211">
                  <c:v>31044.82</c:v>
                </c:pt>
                <c:pt idx="1212">
                  <c:v>11483.47</c:v>
                </c:pt>
                <c:pt idx="1213">
                  <c:v>50576.65</c:v>
                </c:pt>
                <c:pt idx="1214">
                  <c:v>12637.36</c:v>
                </c:pt>
                <c:pt idx="1215">
                  <c:v>34227.69</c:v>
                </c:pt>
                <c:pt idx="1216">
                  <c:v>28252.31</c:v>
                </c:pt>
                <c:pt idx="1217">
                  <c:v>38965.879999999997</c:v>
                </c:pt>
                <c:pt idx="1218">
                  <c:v>22442.45</c:v>
                </c:pt>
                <c:pt idx="1219">
                  <c:v>23904.12</c:v>
                </c:pt>
                <c:pt idx="1220">
                  <c:v>27931.27</c:v>
                </c:pt>
                <c:pt idx="1221">
                  <c:v>8296.52</c:v>
                </c:pt>
                <c:pt idx="1222">
                  <c:v>8834.5300000000007</c:v>
                </c:pt>
                <c:pt idx="1223">
                  <c:v>27382.98</c:v>
                </c:pt>
                <c:pt idx="1224">
                  <c:v>24253.99</c:v>
                </c:pt>
                <c:pt idx="1225">
                  <c:v>48819.33</c:v>
                </c:pt>
                <c:pt idx="1226">
                  <c:v>41811.589999999997</c:v>
                </c:pt>
                <c:pt idx="1227">
                  <c:v>53341.22</c:v>
                </c:pt>
                <c:pt idx="1228">
                  <c:v>83396.63</c:v>
                </c:pt>
                <c:pt idx="1229">
                  <c:v>65485.34</c:v>
                </c:pt>
                <c:pt idx="1230">
                  <c:v>35480.730000000003</c:v>
                </c:pt>
                <c:pt idx="1231">
                  <c:v>7539.92</c:v>
                </c:pt>
                <c:pt idx="1232">
                  <c:v>6876.95</c:v>
                </c:pt>
                <c:pt idx="1233">
                  <c:v>13489.66</c:v>
                </c:pt>
                <c:pt idx="1234">
                  <c:v>26983.59</c:v>
                </c:pt>
                <c:pt idx="1235">
                  <c:v>6633.58</c:v>
                </c:pt>
                <c:pt idx="1236">
                  <c:v>30418.98</c:v>
                </c:pt>
                <c:pt idx="1237">
                  <c:v>93408.74</c:v>
                </c:pt>
                <c:pt idx="1238">
                  <c:v>16632.57</c:v>
                </c:pt>
                <c:pt idx="1239">
                  <c:v>13790.11</c:v>
                </c:pt>
                <c:pt idx="1240">
                  <c:v>14836.53</c:v>
                </c:pt>
                <c:pt idx="1241">
                  <c:v>89871.86</c:v>
                </c:pt>
                <c:pt idx="1242">
                  <c:v>66234.25</c:v>
                </c:pt>
                <c:pt idx="1243">
                  <c:v>9833.76</c:v>
                </c:pt>
                <c:pt idx="1244">
                  <c:v>26509.72</c:v>
                </c:pt>
                <c:pt idx="1245">
                  <c:v>8379.17</c:v>
                </c:pt>
                <c:pt idx="1246">
                  <c:v>19185.810000000001</c:v>
                </c:pt>
                <c:pt idx="1247">
                  <c:v>27204.69</c:v>
                </c:pt>
                <c:pt idx="1248">
                  <c:v>39774.879999999997</c:v>
                </c:pt>
                <c:pt idx="1249">
                  <c:v>10684.55</c:v>
                </c:pt>
                <c:pt idx="1250">
                  <c:v>41997.06</c:v>
                </c:pt>
                <c:pt idx="1251">
                  <c:v>91298.81</c:v>
                </c:pt>
                <c:pt idx="1252">
                  <c:v>75839.990000000005</c:v>
                </c:pt>
                <c:pt idx="1253">
                  <c:v>30980.69</c:v>
                </c:pt>
                <c:pt idx="1254">
                  <c:v>38376.559999999998</c:v>
                </c:pt>
                <c:pt idx="1255">
                  <c:v>48873.68</c:v>
                </c:pt>
                <c:pt idx="1256">
                  <c:v>37949.019999999997</c:v>
                </c:pt>
                <c:pt idx="1257">
                  <c:v>11918.99</c:v>
                </c:pt>
                <c:pt idx="1258">
                  <c:v>10511.05</c:v>
                </c:pt>
                <c:pt idx="1259">
                  <c:v>17667.62</c:v>
                </c:pt>
                <c:pt idx="1260">
                  <c:v>33456.36</c:v>
                </c:pt>
                <c:pt idx="1261">
                  <c:v>29165.25</c:v>
                </c:pt>
                <c:pt idx="1262">
                  <c:v>25405.35</c:v>
                </c:pt>
                <c:pt idx="1263">
                  <c:v>57476.160000000003</c:v>
                </c:pt>
                <c:pt idx="1264">
                  <c:v>38046.36</c:v>
                </c:pt>
                <c:pt idx="1265">
                  <c:v>48728.57</c:v>
                </c:pt>
                <c:pt idx="1266">
                  <c:v>10290.68</c:v>
                </c:pt>
                <c:pt idx="1267">
                  <c:v>38162.83</c:v>
                </c:pt>
                <c:pt idx="1268">
                  <c:v>17467.490000000002</c:v>
                </c:pt>
                <c:pt idx="1269">
                  <c:v>58978.9</c:v>
                </c:pt>
                <c:pt idx="1270">
                  <c:v>5064.6499999999996</c:v>
                </c:pt>
                <c:pt idx="1271">
                  <c:v>5215.8500000000004</c:v>
                </c:pt>
                <c:pt idx="1272">
                  <c:v>50090.15</c:v>
                </c:pt>
                <c:pt idx="1273">
                  <c:v>56362.45</c:v>
                </c:pt>
                <c:pt idx="1274">
                  <c:v>48213.43</c:v>
                </c:pt>
                <c:pt idx="1275">
                  <c:v>37749.769999999997</c:v>
                </c:pt>
                <c:pt idx="1276">
                  <c:v>45614.73</c:v>
                </c:pt>
                <c:pt idx="1277">
                  <c:v>3674.27</c:v>
                </c:pt>
                <c:pt idx="1278">
                  <c:v>17200.23</c:v>
                </c:pt>
                <c:pt idx="1279">
                  <c:v>31071.16</c:v>
                </c:pt>
                <c:pt idx="1280">
                  <c:v>54731</c:v>
                </c:pt>
                <c:pt idx="1281">
                  <c:v>55178.07</c:v>
                </c:pt>
                <c:pt idx="1282">
                  <c:v>16073.42</c:v>
                </c:pt>
                <c:pt idx="1283">
                  <c:v>37668.080000000002</c:v>
                </c:pt>
                <c:pt idx="1284">
                  <c:v>55753.05</c:v>
                </c:pt>
                <c:pt idx="1285">
                  <c:v>51521.35</c:v>
                </c:pt>
                <c:pt idx="1286">
                  <c:v>28293.67</c:v>
                </c:pt>
                <c:pt idx="1287">
                  <c:v>58553.85</c:v>
                </c:pt>
                <c:pt idx="1288">
                  <c:v>10388.030000000001</c:v>
                </c:pt>
                <c:pt idx="1289">
                  <c:v>11325.01</c:v>
                </c:pt>
                <c:pt idx="1290">
                  <c:v>80323.839999999997</c:v>
                </c:pt>
                <c:pt idx="1291">
                  <c:v>6074.58</c:v>
                </c:pt>
                <c:pt idx="1292">
                  <c:v>74076.19</c:v>
                </c:pt>
                <c:pt idx="1293">
                  <c:v>7606.34</c:v>
                </c:pt>
                <c:pt idx="1294">
                  <c:v>2846.67</c:v>
                </c:pt>
                <c:pt idx="1295">
                  <c:v>9081.3700000000008</c:v>
                </c:pt>
                <c:pt idx="1296">
                  <c:v>44010.46</c:v>
                </c:pt>
                <c:pt idx="1297">
                  <c:v>15694.24</c:v>
                </c:pt>
                <c:pt idx="1298">
                  <c:v>59969.89</c:v>
                </c:pt>
                <c:pt idx="1299">
                  <c:v>16280.4</c:v>
                </c:pt>
                <c:pt idx="1300">
                  <c:v>28181.5</c:v>
                </c:pt>
                <c:pt idx="1301">
                  <c:v>1813.98</c:v>
                </c:pt>
                <c:pt idx="1302">
                  <c:v>31367.64</c:v>
                </c:pt>
                <c:pt idx="1303">
                  <c:v>5433.57</c:v>
                </c:pt>
                <c:pt idx="1304">
                  <c:v>83544.05</c:v>
                </c:pt>
                <c:pt idx="1305">
                  <c:v>59961.38</c:v>
                </c:pt>
                <c:pt idx="1306">
                  <c:v>48706.1</c:v>
                </c:pt>
                <c:pt idx="1307">
                  <c:v>21768.04</c:v>
                </c:pt>
                <c:pt idx="1308">
                  <c:v>32095.39</c:v>
                </c:pt>
                <c:pt idx="1309">
                  <c:v>7282.89</c:v>
                </c:pt>
                <c:pt idx="1310">
                  <c:v>7072.62</c:v>
                </c:pt>
                <c:pt idx="1311">
                  <c:v>5579.34</c:v>
                </c:pt>
                <c:pt idx="1312">
                  <c:v>66819.509999999995</c:v>
                </c:pt>
                <c:pt idx="1313">
                  <c:v>4884.6400000000003</c:v>
                </c:pt>
                <c:pt idx="1314">
                  <c:v>53171.75</c:v>
                </c:pt>
                <c:pt idx="1315">
                  <c:v>21776.74</c:v>
                </c:pt>
                <c:pt idx="1316">
                  <c:v>61279.22</c:v>
                </c:pt>
                <c:pt idx="1317">
                  <c:v>53721.11</c:v>
                </c:pt>
                <c:pt idx="1318">
                  <c:v>64109.86</c:v>
                </c:pt>
                <c:pt idx="1319">
                  <c:v>86206.37</c:v>
                </c:pt>
                <c:pt idx="1320">
                  <c:v>16832.63</c:v>
                </c:pt>
                <c:pt idx="1321">
                  <c:v>75853.58</c:v>
                </c:pt>
                <c:pt idx="1322">
                  <c:v>3288.94</c:v>
                </c:pt>
                <c:pt idx="1323">
                  <c:v>5078.1499999999996</c:v>
                </c:pt>
                <c:pt idx="1324">
                  <c:v>47671.29</c:v>
                </c:pt>
                <c:pt idx="1325">
                  <c:v>61572.92</c:v>
                </c:pt>
                <c:pt idx="1326">
                  <c:v>53511.05</c:v>
                </c:pt>
                <c:pt idx="1327">
                  <c:v>19978.21</c:v>
                </c:pt>
                <c:pt idx="1328">
                  <c:v>69269.97</c:v>
                </c:pt>
                <c:pt idx="1329">
                  <c:v>76050.14</c:v>
                </c:pt>
                <c:pt idx="1330">
                  <c:v>49146.2</c:v>
                </c:pt>
                <c:pt idx="1331">
                  <c:v>43103.17</c:v>
                </c:pt>
                <c:pt idx="1332">
                  <c:v>69350.3</c:v>
                </c:pt>
                <c:pt idx="1333">
                  <c:v>24405.95</c:v>
                </c:pt>
                <c:pt idx="1334">
                  <c:v>13936.4</c:v>
                </c:pt>
                <c:pt idx="1335">
                  <c:v>65927.820000000007</c:v>
                </c:pt>
                <c:pt idx="1336">
                  <c:v>33252.239999999998</c:v>
                </c:pt>
                <c:pt idx="1337">
                  <c:v>57533.279999999999</c:v>
                </c:pt>
                <c:pt idx="1338">
                  <c:v>45999.98</c:v>
                </c:pt>
                <c:pt idx="1339">
                  <c:v>12475.78</c:v>
                </c:pt>
                <c:pt idx="1340">
                  <c:v>15227.67</c:v>
                </c:pt>
                <c:pt idx="1341">
                  <c:v>29669.41</c:v>
                </c:pt>
                <c:pt idx="1342">
                  <c:v>64755.78</c:v>
                </c:pt>
                <c:pt idx="1343">
                  <c:v>43417.74</c:v>
                </c:pt>
                <c:pt idx="1344">
                  <c:v>13633.61</c:v>
                </c:pt>
                <c:pt idx="1345">
                  <c:v>97369.12</c:v>
                </c:pt>
                <c:pt idx="1346">
                  <c:v>59501.4</c:v>
                </c:pt>
                <c:pt idx="1347">
                  <c:v>92752.22</c:v>
                </c:pt>
                <c:pt idx="1348">
                  <c:v>4683.92</c:v>
                </c:pt>
                <c:pt idx="1349">
                  <c:v>2541.38</c:v>
                </c:pt>
                <c:pt idx="1350">
                  <c:v>21526.85</c:v>
                </c:pt>
                <c:pt idx="1351">
                  <c:v>30110.43</c:v>
                </c:pt>
                <c:pt idx="1352">
                  <c:v>29928.74</c:v>
                </c:pt>
                <c:pt idx="1353">
                  <c:v>60788.2</c:v>
                </c:pt>
                <c:pt idx="1354">
                  <c:v>37978.92</c:v>
                </c:pt>
                <c:pt idx="1355">
                  <c:v>45027.1</c:v>
                </c:pt>
                <c:pt idx="1356">
                  <c:v>33612.89</c:v>
                </c:pt>
                <c:pt idx="1357">
                  <c:v>12800.84</c:v>
                </c:pt>
                <c:pt idx="1358">
                  <c:v>5253.02</c:v>
                </c:pt>
                <c:pt idx="1359">
                  <c:v>94195.05</c:v>
                </c:pt>
                <c:pt idx="1360">
                  <c:v>12438.3</c:v>
                </c:pt>
                <c:pt idx="1361">
                  <c:v>16773.04</c:v>
                </c:pt>
                <c:pt idx="1362">
                  <c:v>22929.86</c:v>
                </c:pt>
                <c:pt idx="1363">
                  <c:v>63394.41</c:v>
                </c:pt>
                <c:pt idx="1364">
                  <c:v>50880.31</c:v>
                </c:pt>
                <c:pt idx="1365">
                  <c:v>37267.699999999997</c:v>
                </c:pt>
                <c:pt idx="1366">
                  <c:v>2342.34</c:v>
                </c:pt>
                <c:pt idx="1367">
                  <c:v>8726.31</c:v>
                </c:pt>
                <c:pt idx="1368">
                  <c:v>9776.57</c:v>
                </c:pt>
                <c:pt idx="1369">
                  <c:v>10594.16</c:v>
                </c:pt>
                <c:pt idx="1370">
                  <c:v>31150.32</c:v>
                </c:pt>
                <c:pt idx="1371">
                  <c:v>54979.91</c:v>
                </c:pt>
                <c:pt idx="1372">
                  <c:v>14863.17</c:v>
                </c:pt>
                <c:pt idx="1373">
                  <c:v>68614.820000000007</c:v>
                </c:pt>
                <c:pt idx="1374">
                  <c:v>3409.93</c:v>
                </c:pt>
                <c:pt idx="1375">
                  <c:v>3616.11</c:v>
                </c:pt>
                <c:pt idx="1376">
                  <c:v>66350.240000000005</c:v>
                </c:pt>
                <c:pt idx="1377">
                  <c:v>74700.36</c:v>
                </c:pt>
                <c:pt idx="1378">
                  <c:v>6948.86</c:v>
                </c:pt>
                <c:pt idx="1379">
                  <c:v>22495.1</c:v>
                </c:pt>
                <c:pt idx="1380">
                  <c:v>53542.85</c:v>
                </c:pt>
                <c:pt idx="1381">
                  <c:v>5232.84</c:v>
                </c:pt>
                <c:pt idx="1382">
                  <c:v>11888.6</c:v>
                </c:pt>
                <c:pt idx="1383">
                  <c:v>42466.16</c:v>
                </c:pt>
                <c:pt idx="1384">
                  <c:v>2394.08</c:v>
                </c:pt>
                <c:pt idx="1385">
                  <c:v>51291.58</c:v>
                </c:pt>
                <c:pt idx="1386">
                  <c:v>9150.73</c:v>
                </c:pt>
                <c:pt idx="1387">
                  <c:v>30871.07</c:v>
                </c:pt>
                <c:pt idx="1388">
                  <c:v>1657.55</c:v>
                </c:pt>
                <c:pt idx="1389">
                  <c:v>2102.0500000000002</c:v>
                </c:pt>
                <c:pt idx="1390">
                  <c:v>41448.75</c:v>
                </c:pt>
                <c:pt idx="1391">
                  <c:v>29345.15</c:v>
                </c:pt>
                <c:pt idx="1392">
                  <c:v>41001.449999999997</c:v>
                </c:pt>
                <c:pt idx="1393">
                  <c:v>58533.22</c:v>
                </c:pt>
                <c:pt idx="1394">
                  <c:v>12529</c:v>
                </c:pt>
                <c:pt idx="1395">
                  <c:v>11525.05</c:v>
                </c:pt>
                <c:pt idx="1396">
                  <c:v>82368.89</c:v>
                </c:pt>
                <c:pt idx="1397">
                  <c:v>48237</c:v>
                </c:pt>
                <c:pt idx="1398">
                  <c:v>19292.3</c:v>
                </c:pt>
                <c:pt idx="1399">
                  <c:v>51689.77</c:v>
                </c:pt>
                <c:pt idx="1400">
                  <c:v>14038.04</c:v>
                </c:pt>
                <c:pt idx="1401">
                  <c:v>39083.22</c:v>
                </c:pt>
                <c:pt idx="1402">
                  <c:v>21774.48</c:v>
                </c:pt>
                <c:pt idx="1403">
                  <c:v>2610.3200000000002</c:v>
                </c:pt>
                <c:pt idx="1404">
                  <c:v>12966.03</c:v>
                </c:pt>
                <c:pt idx="1405">
                  <c:v>7952.68</c:v>
                </c:pt>
                <c:pt idx="1406">
                  <c:v>83208.05</c:v>
                </c:pt>
                <c:pt idx="1407">
                  <c:v>61363.26</c:v>
                </c:pt>
                <c:pt idx="1408">
                  <c:v>11007.73</c:v>
                </c:pt>
                <c:pt idx="1409">
                  <c:v>46090.67</c:v>
                </c:pt>
                <c:pt idx="1410">
                  <c:v>4645.55</c:v>
                </c:pt>
                <c:pt idx="1411">
                  <c:v>48271.02</c:v>
                </c:pt>
                <c:pt idx="1412">
                  <c:v>25933.74</c:v>
                </c:pt>
                <c:pt idx="1413">
                  <c:v>23050.63</c:v>
                </c:pt>
                <c:pt idx="1414">
                  <c:v>23013.98</c:v>
                </c:pt>
                <c:pt idx="1415">
                  <c:v>4981.57</c:v>
                </c:pt>
                <c:pt idx="1416">
                  <c:v>17891.580000000002</c:v>
                </c:pt>
                <c:pt idx="1417">
                  <c:v>18161.96</c:v>
                </c:pt>
                <c:pt idx="1418">
                  <c:v>2457.8200000000002</c:v>
                </c:pt>
                <c:pt idx="1419">
                  <c:v>3426.35</c:v>
                </c:pt>
                <c:pt idx="1420">
                  <c:v>19285.34</c:v>
                </c:pt>
                <c:pt idx="1421">
                  <c:v>10825.24</c:v>
                </c:pt>
                <c:pt idx="1422">
                  <c:v>12349.4</c:v>
                </c:pt>
                <c:pt idx="1423">
                  <c:v>13046.88</c:v>
                </c:pt>
                <c:pt idx="1424">
                  <c:v>12768.92</c:v>
                </c:pt>
                <c:pt idx="1425">
                  <c:v>5696.52</c:v>
                </c:pt>
                <c:pt idx="1426">
                  <c:v>19055.919999999998</c:v>
                </c:pt>
                <c:pt idx="1427">
                  <c:v>40376.42</c:v>
                </c:pt>
                <c:pt idx="1428">
                  <c:v>9844.82</c:v>
                </c:pt>
                <c:pt idx="1429">
                  <c:v>52190.04</c:v>
                </c:pt>
                <c:pt idx="1430">
                  <c:v>4086.32</c:v>
                </c:pt>
                <c:pt idx="1431">
                  <c:v>73141.100000000006</c:v>
                </c:pt>
                <c:pt idx="1432">
                  <c:v>63492.66</c:v>
                </c:pt>
                <c:pt idx="1433">
                  <c:v>20883.650000000001</c:v>
                </c:pt>
                <c:pt idx="1434">
                  <c:v>33123.089999999997</c:v>
                </c:pt>
                <c:pt idx="1435">
                  <c:v>82707.66</c:v>
                </c:pt>
                <c:pt idx="1436">
                  <c:v>70956.820000000007</c:v>
                </c:pt>
                <c:pt idx="1437">
                  <c:v>3520.64</c:v>
                </c:pt>
                <c:pt idx="1438">
                  <c:v>38330.36</c:v>
                </c:pt>
                <c:pt idx="1439">
                  <c:v>22695.01</c:v>
                </c:pt>
                <c:pt idx="1440">
                  <c:v>25497.200000000001</c:v>
                </c:pt>
                <c:pt idx="1441">
                  <c:v>56654.85</c:v>
                </c:pt>
                <c:pt idx="1442">
                  <c:v>57487.75</c:v>
                </c:pt>
                <c:pt idx="1443">
                  <c:v>9316.25</c:v>
                </c:pt>
                <c:pt idx="1444">
                  <c:v>56186.99</c:v>
                </c:pt>
                <c:pt idx="1445">
                  <c:v>1073.93</c:v>
                </c:pt>
                <c:pt idx="1446">
                  <c:v>8964.65</c:v>
                </c:pt>
                <c:pt idx="1447">
                  <c:v>70291.06</c:v>
                </c:pt>
                <c:pt idx="1448">
                  <c:v>46329.55</c:v>
                </c:pt>
                <c:pt idx="1449">
                  <c:v>8985.6</c:v>
                </c:pt>
                <c:pt idx="1450">
                  <c:v>3215.5</c:v>
                </c:pt>
                <c:pt idx="1451">
                  <c:v>26281.21</c:v>
                </c:pt>
                <c:pt idx="1452">
                  <c:v>4716.12</c:v>
                </c:pt>
                <c:pt idx="1453">
                  <c:v>8149.59</c:v>
                </c:pt>
                <c:pt idx="1454">
                  <c:v>9697.06</c:v>
                </c:pt>
                <c:pt idx="1455">
                  <c:v>13919.19</c:v>
                </c:pt>
                <c:pt idx="1456">
                  <c:v>5308.65</c:v>
                </c:pt>
                <c:pt idx="1457">
                  <c:v>48667.44</c:v>
                </c:pt>
                <c:pt idx="1458">
                  <c:v>24318.42</c:v>
                </c:pt>
                <c:pt idx="1459">
                  <c:v>67396.41</c:v>
                </c:pt>
                <c:pt idx="1460">
                  <c:v>42913.08</c:v>
                </c:pt>
                <c:pt idx="1461">
                  <c:v>4819.6099999999997</c:v>
                </c:pt>
                <c:pt idx="1462">
                  <c:v>47936.28</c:v>
                </c:pt>
                <c:pt idx="1463">
                  <c:v>39185.83</c:v>
                </c:pt>
                <c:pt idx="1464">
                  <c:v>81342.759999999995</c:v>
                </c:pt>
                <c:pt idx="1465">
                  <c:v>41245.22</c:v>
                </c:pt>
                <c:pt idx="1466">
                  <c:v>46002.62</c:v>
                </c:pt>
                <c:pt idx="1467">
                  <c:v>21157.599999999999</c:v>
                </c:pt>
                <c:pt idx="1468">
                  <c:v>35029.18</c:v>
                </c:pt>
                <c:pt idx="1469">
                  <c:v>30743.75</c:v>
                </c:pt>
                <c:pt idx="1470">
                  <c:v>6546.82</c:v>
                </c:pt>
                <c:pt idx="1471">
                  <c:v>94423.74</c:v>
                </c:pt>
                <c:pt idx="1472">
                  <c:v>48325.41</c:v>
                </c:pt>
                <c:pt idx="1473">
                  <c:v>17963.91</c:v>
                </c:pt>
                <c:pt idx="1474">
                  <c:v>7314.74</c:v>
                </c:pt>
                <c:pt idx="1475">
                  <c:v>21503.85</c:v>
                </c:pt>
                <c:pt idx="1476">
                  <c:v>1830.29</c:v>
                </c:pt>
                <c:pt idx="1477">
                  <c:v>8078.33</c:v>
                </c:pt>
                <c:pt idx="1478">
                  <c:v>17130.3</c:v>
                </c:pt>
                <c:pt idx="1479">
                  <c:v>20238.03</c:v>
                </c:pt>
                <c:pt idx="1480">
                  <c:v>31743.94</c:v>
                </c:pt>
                <c:pt idx="1481">
                  <c:v>10417.85</c:v>
                </c:pt>
                <c:pt idx="1482">
                  <c:v>43072.91</c:v>
                </c:pt>
                <c:pt idx="1483">
                  <c:v>29431.52</c:v>
                </c:pt>
                <c:pt idx="1484">
                  <c:v>65143.12</c:v>
                </c:pt>
                <c:pt idx="1485">
                  <c:v>13617.95</c:v>
                </c:pt>
                <c:pt idx="1486">
                  <c:v>49201.24</c:v>
                </c:pt>
                <c:pt idx="1487">
                  <c:v>12883.91</c:v>
                </c:pt>
                <c:pt idx="1488">
                  <c:v>22963.42</c:v>
                </c:pt>
                <c:pt idx="1489">
                  <c:v>84533.19</c:v>
                </c:pt>
                <c:pt idx="1490">
                  <c:v>11520.68</c:v>
                </c:pt>
                <c:pt idx="1491">
                  <c:v>14922.68</c:v>
                </c:pt>
                <c:pt idx="1492">
                  <c:v>61893.25</c:v>
                </c:pt>
                <c:pt idx="1493">
                  <c:v>18827.66</c:v>
                </c:pt>
                <c:pt idx="1494">
                  <c:v>45323.09</c:v>
                </c:pt>
                <c:pt idx="1495">
                  <c:v>99918.74</c:v>
                </c:pt>
                <c:pt idx="1496">
                  <c:v>19530.060000000001</c:v>
                </c:pt>
                <c:pt idx="1497">
                  <c:v>3408.54</c:v>
                </c:pt>
                <c:pt idx="1498">
                  <c:v>12482.69</c:v>
                </c:pt>
                <c:pt idx="1499">
                  <c:v>9738.4599999999991</c:v>
                </c:pt>
                <c:pt idx="1500">
                  <c:v>55297.9</c:v>
                </c:pt>
                <c:pt idx="1501">
                  <c:v>80116.44</c:v>
                </c:pt>
                <c:pt idx="1502">
                  <c:v>35092.39</c:v>
                </c:pt>
                <c:pt idx="1503">
                  <c:v>11827.99</c:v>
                </c:pt>
                <c:pt idx="1504">
                  <c:v>26715.360000000001</c:v>
                </c:pt>
                <c:pt idx="1505">
                  <c:v>36373.050000000003</c:v>
                </c:pt>
                <c:pt idx="1506">
                  <c:v>3509.64</c:v>
                </c:pt>
                <c:pt idx="1507">
                  <c:v>38055.97</c:v>
                </c:pt>
                <c:pt idx="1508">
                  <c:v>10259.719999999999</c:v>
                </c:pt>
                <c:pt idx="1509">
                  <c:v>8883.65</c:v>
                </c:pt>
                <c:pt idx="1510">
                  <c:v>46860.57</c:v>
                </c:pt>
                <c:pt idx="1511">
                  <c:v>6524.5</c:v>
                </c:pt>
                <c:pt idx="1512">
                  <c:v>23492.89</c:v>
                </c:pt>
                <c:pt idx="1513">
                  <c:v>18622.93</c:v>
                </c:pt>
                <c:pt idx="1514">
                  <c:v>17232.93</c:v>
                </c:pt>
                <c:pt idx="1515">
                  <c:v>57672.88</c:v>
                </c:pt>
                <c:pt idx="1516">
                  <c:v>10386.43</c:v>
                </c:pt>
                <c:pt idx="1517">
                  <c:v>37645.07</c:v>
                </c:pt>
                <c:pt idx="1518">
                  <c:v>23921.599999999999</c:v>
                </c:pt>
                <c:pt idx="1519">
                  <c:v>8850.09</c:v>
                </c:pt>
                <c:pt idx="1520">
                  <c:v>5984.4</c:v>
                </c:pt>
                <c:pt idx="1521">
                  <c:v>41733.26</c:v>
                </c:pt>
                <c:pt idx="1522">
                  <c:v>38777.760000000002</c:v>
                </c:pt>
                <c:pt idx="1523">
                  <c:v>34597.42</c:v>
                </c:pt>
                <c:pt idx="1524">
                  <c:v>30847.79</c:v>
                </c:pt>
                <c:pt idx="1525">
                  <c:v>18921.45</c:v>
                </c:pt>
                <c:pt idx="1526">
                  <c:v>7542.02</c:v>
                </c:pt>
                <c:pt idx="1527">
                  <c:v>35619.4</c:v>
                </c:pt>
                <c:pt idx="1528">
                  <c:v>8522.58</c:v>
                </c:pt>
                <c:pt idx="1529">
                  <c:v>52862.96</c:v>
                </c:pt>
                <c:pt idx="1530">
                  <c:v>27817.57</c:v>
                </c:pt>
                <c:pt idx="1531">
                  <c:v>3872.5</c:v>
                </c:pt>
                <c:pt idx="1532">
                  <c:v>16662.82</c:v>
                </c:pt>
                <c:pt idx="1533">
                  <c:v>35437.919999999998</c:v>
                </c:pt>
                <c:pt idx="1534">
                  <c:v>19436.740000000002</c:v>
                </c:pt>
                <c:pt idx="1535">
                  <c:v>55463.61</c:v>
                </c:pt>
                <c:pt idx="1536">
                  <c:v>20461.71</c:v>
                </c:pt>
                <c:pt idx="1537">
                  <c:v>10626.92</c:v>
                </c:pt>
                <c:pt idx="1538">
                  <c:v>62177.74</c:v>
                </c:pt>
                <c:pt idx="1539">
                  <c:v>61124.73</c:v>
                </c:pt>
                <c:pt idx="1540">
                  <c:v>33467.53</c:v>
                </c:pt>
                <c:pt idx="1541">
                  <c:v>73339.66</c:v>
                </c:pt>
                <c:pt idx="1542">
                  <c:v>20078.419999999998</c:v>
                </c:pt>
                <c:pt idx="1543">
                  <c:v>61508.84</c:v>
                </c:pt>
                <c:pt idx="1544">
                  <c:v>61370.69</c:v>
                </c:pt>
                <c:pt idx="1545">
                  <c:v>6214.1</c:v>
                </c:pt>
                <c:pt idx="1546">
                  <c:v>66833.710000000006</c:v>
                </c:pt>
                <c:pt idx="1547">
                  <c:v>9609.4500000000007</c:v>
                </c:pt>
                <c:pt idx="1548">
                  <c:v>37751.599999999999</c:v>
                </c:pt>
                <c:pt idx="1549">
                  <c:v>4487.41</c:v>
                </c:pt>
                <c:pt idx="1550">
                  <c:v>15166.62</c:v>
                </c:pt>
                <c:pt idx="1551">
                  <c:v>12545.4</c:v>
                </c:pt>
                <c:pt idx="1552">
                  <c:v>25937.73</c:v>
                </c:pt>
                <c:pt idx="1553">
                  <c:v>37493.35</c:v>
                </c:pt>
                <c:pt idx="1554">
                  <c:v>85574.16</c:v>
                </c:pt>
                <c:pt idx="1555">
                  <c:v>34053.129999999997</c:v>
                </c:pt>
                <c:pt idx="1556">
                  <c:v>7201.3</c:v>
                </c:pt>
                <c:pt idx="1557">
                  <c:v>8421.4599999999991</c:v>
                </c:pt>
                <c:pt idx="1558">
                  <c:v>3999.81</c:v>
                </c:pt>
                <c:pt idx="1559">
                  <c:v>49476.42</c:v>
                </c:pt>
                <c:pt idx="1560">
                  <c:v>18468.91</c:v>
                </c:pt>
                <c:pt idx="1561">
                  <c:v>12852.46</c:v>
                </c:pt>
                <c:pt idx="1562">
                  <c:v>34418.79</c:v>
                </c:pt>
                <c:pt idx="1563">
                  <c:v>9384.23</c:v>
                </c:pt>
                <c:pt idx="1564">
                  <c:v>66878.7</c:v>
                </c:pt>
                <c:pt idx="1565">
                  <c:v>52575.43</c:v>
                </c:pt>
                <c:pt idx="1566">
                  <c:v>48443.78</c:v>
                </c:pt>
                <c:pt idx="1567">
                  <c:v>35441.660000000003</c:v>
                </c:pt>
                <c:pt idx="1568">
                  <c:v>36441.85</c:v>
                </c:pt>
                <c:pt idx="1569">
                  <c:v>17602.669999999998</c:v>
                </c:pt>
                <c:pt idx="1570">
                  <c:v>40673.56</c:v>
                </c:pt>
                <c:pt idx="1571">
                  <c:v>61931.35</c:v>
                </c:pt>
                <c:pt idx="1572">
                  <c:v>21859.99</c:v>
                </c:pt>
                <c:pt idx="1573">
                  <c:v>7943.01</c:v>
                </c:pt>
                <c:pt idx="1574">
                  <c:v>47884.03</c:v>
                </c:pt>
                <c:pt idx="1575">
                  <c:v>65616.98</c:v>
                </c:pt>
                <c:pt idx="1576">
                  <c:v>79767.91</c:v>
                </c:pt>
                <c:pt idx="1577">
                  <c:v>17020.400000000001</c:v>
                </c:pt>
                <c:pt idx="1578">
                  <c:v>14038.54</c:v>
                </c:pt>
                <c:pt idx="1579">
                  <c:v>5382.89</c:v>
                </c:pt>
                <c:pt idx="1580">
                  <c:v>4988.57</c:v>
                </c:pt>
                <c:pt idx="1581">
                  <c:v>20999.75</c:v>
                </c:pt>
                <c:pt idx="1582">
                  <c:v>14813.13</c:v>
                </c:pt>
                <c:pt idx="1583">
                  <c:v>31534.65</c:v>
                </c:pt>
                <c:pt idx="1584">
                  <c:v>19218.37</c:v>
                </c:pt>
                <c:pt idx="1585">
                  <c:v>12854.77</c:v>
                </c:pt>
                <c:pt idx="1586">
                  <c:v>13975.13</c:v>
                </c:pt>
                <c:pt idx="1587">
                  <c:v>31863.3</c:v>
                </c:pt>
                <c:pt idx="1588">
                  <c:v>9106.32</c:v>
                </c:pt>
                <c:pt idx="1589">
                  <c:v>68237.33</c:v>
                </c:pt>
                <c:pt idx="1590">
                  <c:v>75895.03</c:v>
                </c:pt>
                <c:pt idx="1591">
                  <c:v>9224.5400000000009</c:v>
                </c:pt>
                <c:pt idx="1592">
                  <c:v>60086.15</c:v>
                </c:pt>
                <c:pt idx="1593">
                  <c:v>34401.53</c:v>
                </c:pt>
                <c:pt idx="1594">
                  <c:v>6447.61</c:v>
                </c:pt>
                <c:pt idx="1595">
                  <c:v>18014.41</c:v>
                </c:pt>
                <c:pt idx="1596">
                  <c:v>68423.5</c:v>
                </c:pt>
                <c:pt idx="1597">
                  <c:v>12601.3</c:v>
                </c:pt>
                <c:pt idx="1598">
                  <c:v>20724.98</c:v>
                </c:pt>
                <c:pt idx="1599">
                  <c:v>27273.3</c:v>
                </c:pt>
                <c:pt idx="1600">
                  <c:v>9768.5300000000007</c:v>
                </c:pt>
                <c:pt idx="1601">
                  <c:v>5327.38</c:v>
                </c:pt>
                <c:pt idx="1602">
                  <c:v>54002.31</c:v>
                </c:pt>
                <c:pt idx="1603">
                  <c:v>38254.9</c:v>
                </c:pt>
                <c:pt idx="1604">
                  <c:v>24594.51</c:v>
                </c:pt>
                <c:pt idx="1605">
                  <c:v>3598.9</c:v>
                </c:pt>
                <c:pt idx="1606">
                  <c:v>14822.04</c:v>
                </c:pt>
                <c:pt idx="1607">
                  <c:v>43395.41</c:v>
                </c:pt>
                <c:pt idx="1608">
                  <c:v>17168.86</c:v>
                </c:pt>
                <c:pt idx="1609">
                  <c:v>39150.97</c:v>
                </c:pt>
                <c:pt idx="1610">
                  <c:v>82383.08</c:v>
                </c:pt>
                <c:pt idx="1611">
                  <c:v>51659.56</c:v>
                </c:pt>
                <c:pt idx="1612">
                  <c:v>35488</c:v>
                </c:pt>
                <c:pt idx="1613">
                  <c:v>37387.46</c:v>
                </c:pt>
                <c:pt idx="1614">
                  <c:v>33200.559999999998</c:v>
                </c:pt>
                <c:pt idx="1615">
                  <c:v>3493.73</c:v>
                </c:pt>
                <c:pt idx="1616">
                  <c:v>25332.9</c:v>
                </c:pt>
                <c:pt idx="1617">
                  <c:v>9214.35</c:v>
                </c:pt>
                <c:pt idx="1618">
                  <c:v>54732.3</c:v>
                </c:pt>
                <c:pt idx="1619">
                  <c:v>58030.879999999997</c:v>
                </c:pt>
                <c:pt idx="1620">
                  <c:v>11491.58</c:v>
                </c:pt>
                <c:pt idx="1621">
                  <c:v>10050.450000000001</c:v>
                </c:pt>
                <c:pt idx="1622">
                  <c:v>23621.77</c:v>
                </c:pt>
                <c:pt idx="1623">
                  <c:v>19558.98</c:v>
                </c:pt>
                <c:pt idx="1624">
                  <c:v>51201.74</c:v>
                </c:pt>
                <c:pt idx="1625">
                  <c:v>79123.48</c:v>
                </c:pt>
                <c:pt idx="1626">
                  <c:v>39210.78</c:v>
                </c:pt>
                <c:pt idx="1627">
                  <c:v>74572.97</c:v>
                </c:pt>
                <c:pt idx="1628">
                  <c:v>22712.16</c:v>
                </c:pt>
                <c:pt idx="1629">
                  <c:v>16838.48</c:v>
                </c:pt>
                <c:pt idx="1630">
                  <c:v>61218.47</c:v>
                </c:pt>
                <c:pt idx="1631">
                  <c:v>25983.94</c:v>
                </c:pt>
                <c:pt idx="1632">
                  <c:v>31081.68</c:v>
                </c:pt>
                <c:pt idx="1633">
                  <c:v>25963.88</c:v>
                </c:pt>
                <c:pt idx="1634">
                  <c:v>23244.06</c:v>
                </c:pt>
                <c:pt idx="1635">
                  <c:v>47909.32</c:v>
                </c:pt>
                <c:pt idx="1636">
                  <c:v>13851.01</c:v>
                </c:pt>
                <c:pt idx="1637">
                  <c:v>2635.49</c:v>
                </c:pt>
                <c:pt idx="1638">
                  <c:v>8283.2000000000007</c:v>
                </c:pt>
                <c:pt idx="1639">
                  <c:v>38565.83</c:v>
                </c:pt>
                <c:pt idx="1640">
                  <c:v>80578.600000000006</c:v>
                </c:pt>
                <c:pt idx="1641">
                  <c:v>19390.810000000001</c:v>
                </c:pt>
                <c:pt idx="1642">
                  <c:v>8446.85</c:v>
                </c:pt>
                <c:pt idx="1643">
                  <c:v>2249.79</c:v>
                </c:pt>
                <c:pt idx="1644">
                  <c:v>17049.099999999999</c:v>
                </c:pt>
                <c:pt idx="1645">
                  <c:v>17514.71</c:v>
                </c:pt>
                <c:pt idx="1646">
                  <c:v>43157.35</c:v>
                </c:pt>
                <c:pt idx="1647">
                  <c:v>46851.02</c:v>
                </c:pt>
                <c:pt idx="1648">
                  <c:v>4087.39</c:v>
                </c:pt>
                <c:pt idx="1649">
                  <c:v>5012.3999999999996</c:v>
                </c:pt>
                <c:pt idx="1650">
                  <c:v>33343.879999999997</c:v>
                </c:pt>
                <c:pt idx="1651">
                  <c:v>5109.01</c:v>
                </c:pt>
                <c:pt idx="1652">
                  <c:v>8536.42</c:v>
                </c:pt>
                <c:pt idx="1653">
                  <c:v>65887.67</c:v>
                </c:pt>
                <c:pt idx="1654">
                  <c:v>23081.91</c:v>
                </c:pt>
                <c:pt idx="1655">
                  <c:v>40133.94</c:v>
                </c:pt>
                <c:pt idx="1656">
                  <c:v>76387.5</c:v>
                </c:pt>
                <c:pt idx="1657">
                  <c:v>4026.18</c:v>
                </c:pt>
                <c:pt idx="1658">
                  <c:v>61037.83</c:v>
                </c:pt>
                <c:pt idx="1659">
                  <c:v>21822.03</c:v>
                </c:pt>
                <c:pt idx="1660">
                  <c:v>36829.72</c:v>
                </c:pt>
                <c:pt idx="1661">
                  <c:v>32127.1</c:v>
                </c:pt>
                <c:pt idx="1662">
                  <c:v>79065.320000000007</c:v>
                </c:pt>
                <c:pt idx="1663">
                  <c:v>8814.8799999999992</c:v>
                </c:pt>
                <c:pt idx="1664">
                  <c:v>13402.45</c:v>
                </c:pt>
                <c:pt idx="1665">
                  <c:v>11057.19</c:v>
                </c:pt>
                <c:pt idx="1666">
                  <c:v>22753.02</c:v>
                </c:pt>
                <c:pt idx="1667">
                  <c:v>31696.19</c:v>
                </c:pt>
                <c:pt idx="1668">
                  <c:v>53144.6</c:v>
                </c:pt>
                <c:pt idx="1669">
                  <c:v>27501.01</c:v>
                </c:pt>
                <c:pt idx="1670">
                  <c:v>50595.89</c:v>
                </c:pt>
                <c:pt idx="1671">
                  <c:v>41334.129999999997</c:v>
                </c:pt>
                <c:pt idx="1672">
                  <c:v>25741.1</c:v>
                </c:pt>
                <c:pt idx="1673">
                  <c:v>14142.03</c:v>
                </c:pt>
                <c:pt idx="1674">
                  <c:v>54780.6</c:v>
                </c:pt>
                <c:pt idx="1675">
                  <c:v>7862.31</c:v>
                </c:pt>
                <c:pt idx="1676">
                  <c:v>53014.5</c:v>
                </c:pt>
                <c:pt idx="1677">
                  <c:v>55029.67</c:v>
                </c:pt>
                <c:pt idx="1678">
                  <c:v>40337.22</c:v>
                </c:pt>
                <c:pt idx="1679">
                  <c:v>6236.31</c:v>
                </c:pt>
                <c:pt idx="1680">
                  <c:v>35612.51</c:v>
                </c:pt>
                <c:pt idx="1681">
                  <c:v>26489.93</c:v>
                </c:pt>
                <c:pt idx="1682">
                  <c:v>31021.26</c:v>
                </c:pt>
                <c:pt idx="1683">
                  <c:v>20970.580000000002</c:v>
                </c:pt>
                <c:pt idx="1684">
                  <c:v>92612.08</c:v>
                </c:pt>
                <c:pt idx="1685">
                  <c:v>14187.22</c:v>
                </c:pt>
                <c:pt idx="1686">
                  <c:v>16162.15</c:v>
                </c:pt>
                <c:pt idx="1687">
                  <c:v>84309.33</c:v>
                </c:pt>
                <c:pt idx="1688">
                  <c:v>19983.18</c:v>
                </c:pt>
                <c:pt idx="1689">
                  <c:v>7728.4</c:v>
                </c:pt>
                <c:pt idx="1690">
                  <c:v>7765.4</c:v>
                </c:pt>
                <c:pt idx="1691">
                  <c:v>21151.200000000001</c:v>
                </c:pt>
                <c:pt idx="1692">
                  <c:v>12780.47</c:v>
                </c:pt>
                <c:pt idx="1693">
                  <c:v>10377.120000000001</c:v>
                </c:pt>
                <c:pt idx="1694">
                  <c:v>27335.41</c:v>
                </c:pt>
                <c:pt idx="1695">
                  <c:v>54433.95</c:v>
                </c:pt>
                <c:pt idx="1696">
                  <c:v>68515.38</c:v>
                </c:pt>
                <c:pt idx="1697">
                  <c:v>40034.03</c:v>
                </c:pt>
                <c:pt idx="1698">
                  <c:v>99292.31</c:v>
                </c:pt>
                <c:pt idx="1699">
                  <c:v>6951.44</c:v>
                </c:pt>
                <c:pt idx="1700">
                  <c:v>32664.49</c:v>
                </c:pt>
                <c:pt idx="1701">
                  <c:v>44365.95</c:v>
                </c:pt>
                <c:pt idx="1702">
                  <c:v>89498.01</c:v>
                </c:pt>
                <c:pt idx="1703">
                  <c:v>32918.550000000003</c:v>
                </c:pt>
                <c:pt idx="1704">
                  <c:v>11929.55</c:v>
                </c:pt>
                <c:pt idx="1705">
                  <c:v>31441.54</c:v>
                </c:pt>
                <c:pt idx="1706">
                  <c:v>11319.59</c:v>
                </c:pt>
                <c:pt idx="1707">
                  <c:v>8149.93</c:v>
                </c:pt>
                <c:pt idx="1708">
                  <c:v>19006.68</c:v>
                </c:pt>
                <c:pt idx="1709">
                  <c:v>18537.88</c:v>
                </c:pt>
                <c:pt idx="1710">
                  <c:v>35077.94</c:v>
                </c:pt>
                <c:pt idx="1711">
                  <c:v>12152.49</c:v>
                </c:pt>
                <c:pt idx="1712">
                  <c:v>55473.5</c:v>
                </c:pt>
                <c:pt idx="1713">
                  <c:v>22070.29</c:v>
                </c:pt>
                <c:pt idx="1714">
                  <c:v>15667.25</c:v>
                </c:pt>
                <c:pt idx="1715">
                  <c:v>26224.57</c:v>
                </c:pt>
                <c:pt idx="1716">
                  <c:v>20861.43</c:v>
                </c:pt>
                <c:pt idx="1717">
                  <c:v>26141.68</c:v>
                </c:pt>
                <c:pt idx="1718">
                  <c:v>21370.55</c:v>
                </c:pt>
                <c:pt idx="1719">
                  <c:v>59788.58</c:v>
                </c:pt>
                <c:pt idx="1720">
                  <c:v>10024.82</c:v>
                </c:pt>
                <c:pt idx="1721">
                  <c:v>15623.5</c:v>
                </c:pt>
                <c:pt idx="1722">
                  <c:v>32338</c:v>
                </c:pt>
                <c:pt idx="1723">
                  <c:v>40070.559999999998</c:v>
                </c:pt>
                <c:pt idx="1724">
                  <c:v>14601.76</c:v>
                </c:pt>
                <c:pt idx="1725">
                  <c:v>9753.06</c:v>
                </c:pt>
                <c:pt idx="1726">
                  <c:v>13300.01</c:v>
                </c:pt>
                <c:pt idx="1727">
                  <c:v>98079.98</c:v>
                </c:pt>
                <c:pt idx="1728">
                  <c:v>6844.19</c:v>
                </c:pt>
                <c:pt idx="1729">
                  <c:v>4849.0200000000004</c:v>
                </c:pt>
                <c:pt idx="1730">
                  <c:v>6991.36</c:v>
                </c:pt>
                <c:pt idx="1731">
                  <c:v>35579.69</c:v>
                </c:pt>
                <c:pt idx="1732">
                  <c:v>24546.19</c:v>
                </c:pt>
                <c:pt idx="1733">
                  <c:v>24187.85</c:v>
                </c:pt>
                <c:pt idx="1734">
                  <c:v>86312.21</c:v>
                </c:pt>
                <c:pt idx="1735">
                  <c:v>20081.84</c:v>
                </c:pt>
                <c:pt idx="1736">
                  <c:v>55425.69</c:v>
                </c:pt>
                <c:pt idx="1737">
                  <c:v>80575.95</c:v>
                </c:pt>
                <c:pt idx="1738">
                  <c:v>8612.35</c:v>
                </c:pt>
                <c:pt idx="1739">
                  <c:v>26954.3</c:v>
                </c:pt>
                <c:pt idx="1740">
                  <c:v>1212.48</c:v>
                </c:pt>
                <c:pt idx="1741">
                  <c:v>59060.57</c:v>
                </c:pt>
                <c:pt idx="1742">
                  <c:v>70807.47</c:v>
                </c:pt>
                <c:pt idx="1743">
                  <c:v>50271.83</c:v>
                </c:pt>
                <c:pt idx="1744">
                  <c:v>45449.02</c:v>
                </c:pt>
                <c:pt idx="1745">
                  <c:v>13343.49</c:v>
                </c:pt>
                <c:pt idx="1746">
                  <c:v>12122.65</c:v>
                </c:pt>
                <c:pt idx="1747">
                  <c:v>9543.0499999999993</c:v>
                </c:pt>
                <c:pt idx="1748">
                  <c:v>4928.45</c:v>
                </c:pt>
                <c:pt idx="1749">
                  <c:v>48093.41</c:v>
                </c:pt>
                <c:pt idx="1750">
                  <c:v>4343.63</c:v>
                </c:pt>
                <c:pt idx="1751">
                  <c:v>32286.41</c:v>
                </c:pt>
                <c:pt idx="1752">
                  <c:v>65568.820000000007</c:v>
                </c:pt>
                <c:pt idx="1753">
                  <c:v>59993.42</c:v>
                </c:pt>
                <c:pt idx="1754">
                  <c:v>37935.279999999999</c:v>
                </c:pt>
                <c:pt idx="1755">
                  <c:v>23453.3</c:v>
                </c:pt>
                <c:pt idx="1756">
                  <c:v>4241.57</c:v>
                </c:pt>
                <c:pt idx="1757">
                  <c:v>6484.09</c:v>
                </c:pt>
                <c:pt idx="1758">
                  <c:v>2203.31</c:v>
                </c:pt>
                <c:pt idx="1759">
                  <c:v>10317.52</c:v>
                </c:pt>
                <c:pt idx="1760">
                  <c:v>40870.120000000003</c:v>
                </c:pt>
                <c:pt idx="1761">
                  <c:v>14856.16</c:v>
                </c:pt>
                <c:pt idx="1762">
                  <c:v>39830.28</c:v>
                </c:pt>
                <c:pt idx="1763">
                  <c:v>7039.54</c:v>
                </c:pt>
                <c:pt idx="1764">
                  <c:v>44151.16</c:v>
                </c:pt>
                <c:pt idx="1765">
                  <c:v>25508.76</c:v>
                </c:pt>
                <c:pt idx="1766">
                  <c:v>72593.740000000005</c:v>
                </c:pt>
                <c:pt idx="1767">
                  <c:v>58064.2</c:v>
                </c:pt>
                <c:pt idx="1768">
                  <c:v>45366.09</c:v>
                </c:pt>
                <c:pt idx="1769">
                  <c:v>75585.070000000007</c:v>
                </c:pt>
                <c:pt idx="1770">
                  <c:v>22089.69</c:v>
                </c:pt>
                <c:pt idx="1771">
                  <c:v>26751.95</c:v>
                </c:pt>
                <c:pt idx="1772">
                  <c:v>38719.760000000002</c:v>
                </c:pt>
                <c:pt idx="1773">
                  <c:v>22311.439999999999</c:v>
                </c:pt>
                <c:pt idx="1774">
                  <c:v>23982.12</c:v>
                </c:pt>
                <c:pt idx="1775">
                  <c:v>75381.179999999993</c:v>
                </c:pt>
                <c:pt idx="1776">
                  <c:v>25735.34</c:v>
                </c:pt>
                <c:pt idx="1777">
                  <c:v>50992.78</c:v>
                </c:pt>
                <c:pt idx="1778">
                  <c:v>19222.37</c:v>
                </c:pt>
                <c:pt idx="1779">
                  <c:v>23609.72</c:v>
                </c:pt>
                <c:pt idx="1780">
                  <c:v>10448.39</c:v>
                </c:pt>
                <c:pt idx="1781">
                  <c:v>29260.14</c:v>
                </c:pt>
                <c:pt idx="1782">
                  <c:v>4302.46</c:v>
                </c:pt>
                <c:pt idx="1783">
                  <c:v>61093.49</c:v>
                </c:pt>
                <c:pt idx="1784">
                  <c:v>9456.34</c:v>
                </c:pt>
                <c:pt idx="1785">
                  <c:v>62239.97</c:v>
                </c:pt>
                <c:pt idx="1786">
                  <c:v>42798.48</c:v>
                </c:pt>
                <c:pt idx="1787">
                  <c:v>18420.439999999999</c:v>
                </c:pt>
                <c:pt idx="1788">
                  <c:v>6216.13</c:v>
                </c:pt>
                <c:pt idx="1789">
                  <c:v>17426.37</c:v>
                </c:pt>
                <c:pt idx="1790">
                  <c:v>20653.080000000002</c:v>
                </c:pt>
                <c:pt idx="1791">
                  <c:v>27427.43</c:v>
                </c:pt>
                <c:pt idx="1792">
                  <c:v>5457.11</c:v>
                </c:pt>
                <c:pt idx="1793">
                  <c:v>25998.65</c:v>
                </c:pt>
                <c:pt idx="1794">
                  <c:v>2151.6999999999998</c:v>
                </c:pt>
                <c:pt idx="1795">
                  <c:v>17687.38</c:v>
                </c:pt>
                <c:pt idx="1796">
                  <c:v>82712.350000000006</c:v>
                </c:pt>
                <c:pt idx="1797">
                  <c:v>81534.5</c:v>
                </c:pt>
                <c:pt idx="1798">
                  <c:v>3596.38</c:v>
                </c:pt>
                <c:pt idx="1799">
                  <c:v>59696.78</c:v>
                </c:pt>
                <c:pt idx="1800">
                  <c:v>23778.720000000001</c:v>
                </c:pt>
                <c:pt idx="1801">
                  <c:v>67141.87</c:v>
                </c:pt>
                <c:pt idx="1802">
                  <c:v>72504.92</c:v>
                </c:pt>
                <c:pt idx="1803">
                  <c:v>11383.38</c:v>
                </c:pt>
                <c:pt idx="1804">
                  <c:v>26063.599999999999</c:v>
                </c:pt>
                <c:pt idx="1805">
                  <c:v>51862.1</c:v>
                </c:pt>
                <c:pt idx="1806">
                  <c:v>5330.37</c:v>
                </c:pt>
                <c:pt idx="1807">
                  <c:v>13149.19</c:v>
                </c:pt>
                <c:pt idx="1808">
                  <c:v>4814.96</c:v>
                </c:pt>
                <c:pt idx="1809">
                  <c:v>17134.47</c:v>
                </c:pt>
                <c:pt idx="1810">
                  <c:v>27463.64</c:v>
                </c:pt>
                <c:pt idx="1811">
                  <c:v>13743.03</c:v>
                </c:pt>
                <c:pt idx="1812">
                  <c:v>48401.7</c:v>
                </c:pt>
                <c:pt idx="1813">
                  <c:v>7888.92</c:v>
                </c:pt>
                <c:pt idx="1814">
                  <c:v>28544.51</c:v>
                </c:pt>
                <c:pt idx="1815">
                  <c:v>18197.93</c:v>
                </c:pt>
                <c:pt idx="1816">
                  <c:v>8289.2900000000009</c:v>
                </c:pt>
                <c:pt idx="1817">
                  <c:v>70461.73</c:v>
                </c:pt>
                <c:pt idx="1818">
                  <c:v>17046.34</c:v>
                </c:pt>
                <c:pt idx="1819">
                  <c:v>5153.0200000000004</c:v>
                </c:pt>
                <c:pt idx="1820">
                  <c:v>92190.89</c:v>
                </c:pt>
                <c:pt idx="1821">
                  <c:v>26156.400000000001</c:v>
                </c:pt>
                <c:pt idx="1822">
                  <c:v>10354.26</c:v>
                </c:pt>
                <c:pt idx="1823">
                  <c:v>20274.95</c:v>
                </c:pt>
                <c:pt idx="1824">
                  <c:v>11359.57</c:v>
                </c:pt>
                <c:pt idx="1825">
                  <c:v>51233.87</c:v>
                </c:pt>
                <c:pt idx="1826">
                  <c:v>5533.33</c:v>
                </c:pt>
                <c:pt idx="1827">
                  <c:v>18878</c:v>
                </c:pt>
                <c:pt idx="1828">
                  <c:v>13285.36</c:v>
                </c:pt>
                <c:pt idx="1829">
                  <c:v>57884.63</c:v>
                </c:pt>
                <c:pt idx="1830">
                  <c:v>11681.61</c:v>
                </c:pt>
                <c:pt idx="1831">
                  <c:v>34329.71</c:v>
                </c:pt>
                <c:pt idx="1832">
                  <c:v>86316.58</c:v>
                </c:pt>
                <c:pt idx="1833">
                  <c:v>4163.04</c:v>
                </c:pt>
                <c:pt idx="1834">
                  <c:v>11620.93</c:v>
                </c:pt>
                <c:pt idx="1835">
                  <c:v>30422.91</c:v>
                </c:pt>
                <c:pt idx="1836">
                  <c:v>5791.05</c:v>
                </c:pt>
                <c:pt idx="1837">
                  <c:v>36173.89</c:v>
                </c:pt>
                <c:pt idx="1838">
                  <c:v>46657.38</c:v>
                </c:pt>
                <c:pt idx="1839">
                  <c:v>61974.91</c:v>
                </c:pt>
                <c:pt idx="1840">
                  <c:v>48392.88</c:v>
                </c:pt>
                <c:pt idx="1841">
                  <c:v>36735.89</c:v>
                </c:pt>
                <c:pt idx="1842">
                  <c:v>63076.02</c:v>
                </c:pt>
                <c:pt idx="1843">
                  <c:v>40196.47</c:v>
                </c:pt>
                <c:pt idx="1844">
                  <c:v>16497.12</c:v>
                </c:pt>
                <c:pt idx="1845">
                  <c:v>9618.76</c:v>
                </c:pt>
                <c:pt idx="1846">
                  <c:v>10319.49</c:v>
                </c:pt>
                <c:pt idx="1847">
                  <c:v>19897.04</c:v>
                </c:pt>
                <c:pt idx="1848">
                  <c:v>8063.51</c:v>
                </c:pt>
                <c:pt idx="1849">
                  <c:v>73633.460000000006</c:v>
                </c:pt>
                <c:pt idx="1850">
                  <c:v>82333.27</c:v>
                </c:pt>
                <c:pt idx="1851">
                  <c:v>40449.440000000002</c:v>
                </c:pt>
                <c:pt idx="1852">
                  <c:v>67279.070000000007</c:v>
                </c:pt>
                <c:pt idx="1853">
                  <c:v>35557.33</c:v>
                </c:pt>
                <c:pt idx="1854">
                  <c:v>85591.01</c:v>
                </c:pt>
                <c:pt idx="1855">
                  <c:v>10976.49</c:v>
                </c:pt>
                <c:pt idx="1856">
                  <c:v>7010.26</c:v>
                </c:pt>
                <c:pt idx="1857">
                  <c:v>14745.95</c:v>
                </c:pt>
                <c:pt idx="1858">
                  <c:v>55993.22</c:v>
                </c:pt>
                <c:pt idx="1859">
                  <c:v>54450.99</c:v>
                </c:pt>
                <c:pt idx="1860">
                  <c:v>46054</c:v>
                </c:pt>
                <c:pt idx="1861">
                  <c:v>55310.03</c:v>
                </c:pt>
                <c:pt idx="1862">
                  <c:v>23006.34</c:v>
                </c:pt>
                <c:pt idx="1863">
                  <c:v>9659.82</c:v>
                </c:pt>
                <c:pt idx="1864">
                  <c:v>20976.38</c:v>
                </c:pt>
                <c:pt idx="1865">
                  <c:v>91980.91</c:v>
                </c:pt>
                <c:pt idx="1866">
                  <c:v>8867.8799999999992</c:v>
                </c:pt>
                <c:pt idx="1867">
                  <c:v>12691.44</c:v>
                </c:pt>
                <c:pt idx="1868">
                  <c:v>73228.81</c:v>
                </c:pt>
                <c:pt idx="1869">
                  <c:v>53729.84</c:v>
                </c:pt>
                <c:pt idx="1870">
                  <c:v>46576.36</c:v>
                </c:pt>
                <c:pt idx="1871">
                  <c:v>81007.25</c:v>
                </c:pt>
                <c:pt idx="1872">
                  <c:v>9802.84</c:v>
                </c:pt>
                <c:pt idx="1873">
                  <c:v>30255.96</c:v>
                </c:pt>
                <c:pt idx="1874">
                  <c:v>23871.85</c:v>
                </c:pt>
                <c:pt idx="1875">
                  <c:v>49172.7</c:v>
                </c:pt>
                <c:pt idx="1876">
                  <c:v>8124.48</c:v>
                </c:pt>
                <c:pt idx="1877">
                  <c:v>24458.83</c:v>
                </c:pt>
                <c:pt idx="1878">
                  <c:v>19447.91</c:v>
                </c:pt>
                <c:pt idx="1879">
                  <c:v>31435.85</c:v>
                </c:pt>
                <c:pt idx="1880">
                  <c:v>20365.189999999999</c:v>
                </c:pt>
                <c:pt idx="1881">
                  <c:v>9961.73</c:v>
                </c:pt>
                <c:pt idx="1882">
                  <c:v>69901.37</c:v>
                </c:pt>
                <c:pt idx="1883">
                  <c:v>13818.74</c:v>
                </c:pt>
                <c:pt idx="1884">
                  <c:v>26957.13</c:v>
                </c:pt>
                <c:pt idx="1885">
                  <c:v>14278.86</c:v>
                </c:pt>
                <c:pt idx="1886">
                  <c:v>53023.64</c:v>
                </c:pt>
                <c:pt idx="1887">
                  <c:v>4301.45</c:v>
                </c:pt>
                <c:pt idx="1888">
                  <c:v>15169.4</c:v>
                </c:pt>
                <c:pt idx="1889">
                  <c:v>21946.43</c:v>
                </c:pt>
                <c:pt idx="1890">
                  <c:v>47887.4</c:v>
                </c:pt>
                <c:pt idx="1891">
                  <c:v>13399.91</c:v>
                </c:pt>
                <c:pt idx="1892">
                  <c:v>72622.92</c:v>
                </c:pt>
                <c:pt idx="1893">
                  <c:v>21894.7</c:v>
                </c:pt>
                <c:pt idx="1894">
                  <c:v>8760.9699999999993</c:v>
                </c:pt>
                <c:pt idx="1895">
                  <c:v>73738.14</c:v>
                </c:pt>
                <c:pt idx="1896">
                  <c:v>17424.13</c:v>
                </c:pt>
                <c:pt idx="1897">
                  <c:v>7988.73</c:v>
                </c:pt>
                <c:pt idx="1898">
                  <c:v>13014.35</c:v>
                </c:pt>
                <c:pt idx="1899">
                  <c:v>11851.75</c:v>
                </c:pt>
                <c:pt idx="1900">
                  <c:v>16842.45</c:v>
                </c:pt>
                <c:pt idx="1901">
                  <c:v>43093.05</c:v>
                </c:pt>
                <c:pt idx="1902">
                  <c:v>8032.28</c:v>
                </c:pt>
                <c:pt idx="1903">
                  <c:v>70472.240000000005</c:v>
                </c:pt>
                <c:pt idx="1904">
                  <c:v>37429.25</c:v>
                </c:pt>
                <c:pt idx="1905">
                  <c:v>49720.1</c:v>
                </c:pt>
                <c:pt idx="1906">
                  <c:v>49746.31</c:v>
                </c:pt>
                <c:pt idx="1907">
                  <c:v>31076.45</c:v>
                </c:pt>
                <c:pt idx="1908">
                  <c:v>29027.51</c:v>
                </c:pt>
                <c:pt idx="1909">
                  <c:v>29845.84</c:v>
                </c:pt>
                <c:pt idx="1910">
                  <c:v>67490.570000000007</c:v>
                </c:pt>
                <c:pt idx="1911">
                  <c:v>27669.52</c:v>
                </c:pt>
                <c:pt idx="1912">
                  <c:v>16456.669999999998</c:v>
                </c:pt>
                <c:pt idx="1913">
                  <c:v>8403.9599999999991</c:v>
                </c:pt>
                <c:pt idx="1914">
                  <c:v>80293.08</c:v>
                </c:pt>
                <c:pt idx="1915">
                  <c:v>37690.51</c:v>
                </c:pt>
                <c:pt idx="1916">
                  <c:v>66344.39</c:v>
                </c:pt>
                <c:pt idx="1917">
                  <c:v>41897.019999999997</c:v>
                </c:pt>
                <c:pt idx="1918">
                  <c:v>19954.599999999999</c:v>
                </c:pt>
                <c:pt idx="1919">
                  <c:v>25566.240000000002</c:v>
                </c:pt>
                <c:pt idx="1920">
                  <c:v>77423.850000000006</c:v>
                </c:pt>
                <c:pt idx="1921">
                  <c:v>104700.12</c:v>
                </c:pt>
                <c:pt idx="1922">
                  <c:v>7763.65</c:v>
                </c:pt>
                <c:pt idx="1923">
                  <c:v>58864.97</c:v>
                </c:pt>
                <c:pt idx="1924">
                  <c:v>30462.55</c:v>
                </c:pt>
                <c:pt idx="1925">
                  <c:v>80664.820000000007</c:v>
                </c:pt>
                <c:pt idx="1926">
                  <c:v>11581.97</c:v>
                </c:pt>
                <c:pt idx="1927">
                  <c:v>7551.21</c:v>
                </c:pt>
                <c:pt idx="1928">
                  <c:v>77041.34</c:v>
                </c:pt>
                <c:pt idx="1929">
                  <c:v>3429.54</c:v>
                </c:pt>
                <c:pt idx="1930">
                  <c:v>20251.009999999998</c:v>
                </c:pt>
                <c:pt idx="1931">
                  <c:v>5216.3</c:v>
                </c:pt>
                <c:pt idx="1932">
                  <c:v>81271.8</c:v>
                </c:pt>
                <c:pt idx="1933">
                  <c:v>86506.880000000005</c:v>
                </c:pt>
                <c:pt idx="1934">
                  <c:v>53424.91</c:v>
                </c:pt>
                <c:pt idx="1935">
                  <c:v>16001.18</c:v>
                </c:pt>
                <c:pt idx="1936">
                  <c:v>10324.99</c:v>
                </c:pt>
                <c:pt idx="1937">
                  <c:v>62636.55</c:v>
                </c:pt>
                <c:pt idx="1938">
                  <c:v>61641.88</c:v>
                </c:pt>
                <c:pt idx="1939">
                  <c:v>70200.649999999994</c:v>
                </c:pt>
                <c:pt idx="1940">
                  <c:v>4345.1499999999996</c:v>
                </c:pt>
                <c:pt idx="1941">
                  <c:v>12900.29</c:v>
                </c:pt>
                <c:pt idx="1942">
                  <c:v>7015.05</c:v>
                </c:pt>
                <c:pt idx="1943">
                  <c:v>32688.83</c:v>
                </c:pt>
                <c:pt idx="1944">
                  <c:v>6747.05</c:v>
                </c:pt>
                <c:pt idx="1945">
                  <c:v>7897.85</c:v>
                </c:pt>
                <c:pt idx="1946">
                  <c:v>15505.94</c:v>
                </c:pt>
                <c:pt idx="1947">
                  <c:v>2579.96</c:v>
                </c:pt>
                <c:pt idx="1948">
                  <c:v>27786.21</c:v>
                </c:pt>
                <c:pt idx="1949">
                  <c:v>7822.02</c:v>
                </c:pt>
                <c:pt idx="1950">
                  <c:v>33288.15</c:v>
                </c:pt>
                <c:pt idx="1951">
                  <c:v>76902.490000000005</c:v>
                </c:pt>
                <c:pt idx="1952">
                  <c:v>70790.86</c:v>
                </c:pt>
                <c:pt idx="1953">
                  <c:v>9752.6200000000008</c:v>
                </c:pt>
                <c:pt idx="1954">
                  <c:v>46042.82</c:v>
                </c:pt>
                <c:pt idx="1955">
                  <c:v>20747.060000000001</c:v>
                </c:pt>
                <c:pt idx="1956">
                  <c:v>8005.39</c:v>
                </c:pt>
                <c:pt idx="1957">
                  <c:v>27671.3</c:v>
                </c:pt>
                <c:pt idx="1958">
                  <c:v>2331.62</c:v>
                </c:pt>
                <c:pt idx="1959">
                  <c:v>62764.82</c:v>
                </c:pt>
                <c:pt idx="1960">
                  <c:v>30033.86</c:v>
                </c:pt>
                <c:pt idx="1961">
                  <c:v>15786.96</c:v>
                </c:pt>
                <c:pt idx="1962">
                  <c:v>5011.74</c:v>
                </c:pt>
                <c:pt idx="1963">
                  <c:v>32937.660000000003</c:v>
                </c:pt>
                <c:pt idx="1964">
                  <c:v>4382.1499999999996</c:v>
                </c:pt>
                <c:pt idx="1965">
                  <c:v>75479.89</c:v>
                </c:pt>
                <c:pt idx="1966">
                  <c:v>9997.49</c:v>
                </c:pt>
                <c:pt idx="1967">
                  <c:v>88840.960000000006</c:v>
                </c:pt>
                <c:pt idx="1968">
                  <c:v>20996.18</c:v>
                </c:pt>
                <c:pt idx="1969">
                  <c:v>65672.84</c:v>
                </c:pt>
                <c:pt idx="1970">
                  <c:v>23239.82</c:v>
                </c:pt>
                <c:pt idx="1971">
                  <c:v>33916.800000000003</c:v>
                </c:pt>
                <c:pt idx="1972">
                  <c:v>32099.759999999998</c:v>
                </c:pt>
                <c:pt idx="1973">
                  <c:v>9079.33</c:v>
                </c:pt>
                <c:pt idx="1974">
                  <c:v>57932.03</c:v>
                </c:pt>
                <c:pt idx="1975">
                  <c:v>19796.18</c:v>
                </c:pt>
                <c:pt idx="1976">
                  <c:v>12881.4</c:v>
                </c:pt>
                <c:pt idx="1977">
                  <c:v>30507.75</c:v>
                </c:pt>
                <c:pt idx="1978">
                  <c:v>61992</c:v>
                </c:pt>
                <c:pt idx="1979">
                  <c:v>28217.46</c:v>
                </c:pt>
                <c:pt idx="1980">
                  <c:v>43224.55</c:v>
                </c:pt>
                <c:pt idx="1981">
                  <c:v>13060.66</c:v>
                </c:pt>
                <c:pt idx="1982">
                  <c:v>16117.65</c:v>
                </c:pt>
                <c:pt idx="1983">
                  <c:v>31174.82</c:v>
                </c:pt>
                <c:pt idx="1984">
                  <c:v>75333.42</c:v>
                </c:pt>
                <c:pt idx="1985">
                  <c:v>43136.83</c:v>
                </c:pt>
                <c:pt idx="1986">
                  <c:v>8338.68</c:v>
                </c:pt>
                <c:pt idx="1987">
                  <c:v>44164.46</c:v>
                </c:pt>
                <c:pt idx="1988">
                  <c:v>54318.16</c:v>
                </c:pt>
                <c:pt idx="1989">
                  <c:v>32919.64</c:v>
                </c:pt>
                <c:pt idx="1990">
                  <c:v>39514.19</c:v>
                </c:pt>
                <c:pt idx="1991">
                  <c:v>10214.61</c:v>
                </c:pt>
                <c:pt idx="1992">
                  <c:v>20869.55</c:v>
                </c:pt>
                <c:pt idx="1993">
                  <c:v>58824.7</c:v>
                </c:pt>
                <c:pt idx="1994">
                  <c:v>16569.25</c:v>
                </c:pt>
                <c:pt idx="1995">
                  <c:v>39488.269999999997</c:v>
                </c:pt>
                <c:pt idx="1996">
                  <c:v>58444.43</c:v>
                </c:pt>
                <c:pt idx="1997">
                  <c:v>52761.14</c:v>
                </c:pt>
                <c:pt idx="1998">
                  <c:v>39539.32</c:v>
                </c:pt>
                <c:pt idx="1999">
                  <c:v>50593.1</c:v>
                </c:pt>
                <c:pt idx="2000">
                  <c:v>47577.81</c:v>
                </c:pt>
                <c:pt idx="2001">
                  <c:v>66244.84</c:v>
                </c:pt>
                <c:pt idx="2002">
                  <c:v>8954.44</c:v>
                </c:pt>
                <c:pt idx="2003">
                  <c:v>36534.83</c:v>
                </c:pt>
                <c:pt idx="2004">
                  <c:v>93222.080000000002</c:v>
                </c:pt>
                <c:pt idx="2005">
                  <c:v>10320.48</c:v>
                </c:pt>
                <c:pt idx="2006">
                  <c:v>68488.7</c:v>
                </c:pt>
                <c:pt idx="2007">
                  <c:v>82439.45</c:v>
                </c:pt>
                <c:pt idx="2008">
                  <c:v>15505.56</c:v>
                </c:pt>
                <c:pt idx="2009">
                  <c:v>18921.04</c:v>
                </c:pt>
                <c:pt idx="2010">
                  <c:v>28520.98</c:v>
                </c:pt>
                <c:pt idx="2011">
                  <c:v>41589.360000000001</c:v>
                </c:pt>
                <c:pt idx="2012">
                  <c:v>78669.679999999993</c:v>
                </c:pt>
                <c:pt idx="2013">
                  <c:v>17607.150000000001</c:v>
                </c:pt>
                <c:pt idx="2014">
                  <c:v>13051.49</c:v>
                </c:pt>
                <c:pt idx="2015">
                  <c:v>34348.120000000003</c:v>
                </c:pt>
                <c:pt idx="2016">
                  <c:v>30912.84</c:v>
                </c:pt>
                <c:pt idx="2017">
                  <c:v>41644.42</c:v>
                </c:pt>
                <c:pt idx="2018">
                  <c:v>48606.86</c:v>
                </c:pt>
                <c:pt idx="2019">
                  <c:v>28789.68</c:v>
                </c:pt>
                <c:pt idx="2020">
                  <c:v>47481.62</c:v>
                </c:pt>
                <c:pt idx="2021">
                  <c:v>37894.660000000003</c:v>
                </c:pt>
                <c:pt idx="2022">
                  <c:v>1072.75</c:v>
                </c:pt>
                <c:pt idx="2023">
                  <c:v>28035.97</c:v>
                </c:pt>
                <c:pt idx="2024">
                  <c:v>66395.7</c:v>
                </c:pt>
                <c:pt idx="2025">
                  <c:v>79074.45</c:v>
                </c:pt>
                <c:pt idx="2026">
                  <c:v>45387.59</c:v>
                </c:pt>
                <c:pt idx="2027">
                  <c:v>18519.45</c:v>
                </c:pt>
                <c:pt idx="2028">
                  <c:v>17819.97</c:v>
                </c:pt>
                <c:pt idx="2029">
                  <c:v>23829.18</c:v>
                </c:pt>
                <c:pt idx="2030">
                  <c:v>5919.51</c:v>
                </c:pt>
                <c:pt idx="2031">
                  <c:v>5815.11</c:v>
                </c:pt>
                <c:pt idx="2032">
                  <c:v>12113.47</c:v>
                </c:pt>
                <c:pt idx="2033">
                  <c:v>58095.95</c:v>
                </c:pt>
                <c:pt idx="2034">
                  <c:v>9920.31</c:v>
                </c:pt>
                <c:pt idx="2035">
                  <c:v>21079.55</c:v>
                </c:pt>
                <c:pt idx="2036">
                  <c:v>21206.48</c:v>
                </c:pt>
                <c:pt idx="2037">
                  <c:v>11635.66</c:v>
                </c:pt>
                <c:pt idx="2038">
                  <c:v>55066.12</c:v>
                </c:pt>
                <c:pt idx="2039">
                  <c:v>4440.41</c:v>
                </c:pt>
                <c:pt idx="2040">
                  <c:v>68930.509999999995</c:v>
                </c:pt>
                <c:pt idx="2041">
                  <c:v>24927.89</c:v>
                </c:pt>
                <c:pt idx="2042">
                  <c:v>88658.01</c:v>
                </c:pt>
                <c:pt idx="2043">
                  <c:v>36914.639999999999</c:v>
                </c:pt>
                <c:pt idx="2044">
                  <c:v>10467.16</c:v>
                </c:pt>
                <c:pt idx="2045">
                  <c:v>49641.09</c:v>
                </c:pt>
                <c:pt idx="2046">
                  <c:v>6372.96</c:v>
                </c:pt>
                <c:pt idx="2047">
                  <c:v>40360.07</c:v>
                </c:pt>
                <c:pt idx="2048">
                  <c:v>62284.19</c:v>
                </c:pt>
                <c:pt idx="2049">
                  <c:v>7012.22</c:v>
                </c:pt>
                <c:pt idx="2050">
                  <c:v>10280.66</c:v>
                </c:pt>
                <c:pt idx="2051">
                  <c:v>12103.84</c:v>
                </c:pt>
                <c:pt idx="2052">
                  <c:v>24765.16</c:v>
                </c:pt>
                <c:pt idx="2053">
                  <c:v>46772.15</c:v>
                </c:pt>
                <c:pt idx="2054">
                  <c:v>2422.9699999999998</c:v>
                </c:pt>
                <c:pt idx="2055">
                  <c:v>17096.02</c:v>
                </c:pt>
                <c:pt idx="2056">
                  <c:v>14598.61</c:v>
                </c:pt>
                <c:pt idx="2057">
                  <c:v>20095.990000000002</c:v>
                </c:pt>
                <c:pt idx="2058">
                  <c:v>5430.69</c:v>
                </c:pt>
                <c:pt idx="2059">
                  <c:v>5702.76</c:v>
                </c:pt>
                <c:pt idx="2060">
                  <c:v>18537.509999999998</c:v>
                </c:pt>
                <c:pt idx="2061">
                  <c:v>35238.36</c:v>
                </c:pt>
                <c:pt idx="2062">
                  <c:v>78271.37</c:v>
                </c:pt>
                <c:pt idx="2063">
                  <c:v>49204.639999999999</c:v>
                </c:pt>
                <c:pt idx="2064">
                  <c:v>9452.02</c:v>
                </c:pt>
                <c:pt idx="2065">
                  <c:v>14501.68</c:v>
                </c:pt>
                <c:pt idx="2066">
                  <c:v>59515.58</c:v>
                </c:pt>
                <c:pt idx="2067">
                  <c:v>11711.81</c:v>
                </c:pt>
                <c:pt idx="2068">
                  <c:v>11353.78</c:v>
                </c:pt>
                <c:pt idx="2069">
                  <c:v>16866.150000000001</c:v>
                </c:pt>
                <c:pt idx="2070">
                  <c:v>40289.660000000003</c:v>
                </c:pt>
                <c:pt idx="2071">
                  <c:v>86176.72</c:v>
                </c:pt>
                <c:pt idx="2072">
                  <c:v>8148.61</c:v>
                </c:pt>
                <c:pt idx="2073">
                  <c:v>3572.9</c:v>
                </c:pt>
                <c:pt idx="2074">
                  <c:v>9459.34</c:v>
                </c:pt>
                <c:pt idx="2075">
                  <c:v>88043.66</c:v>
                </c:pt>
                <c:pt idx="2076">
                  <c:v>82558.66</c:v>
                </c:pt>
                <c:pt idx="2077">
                  <c:v>14115.32</c:v>
                </c:pt>
                <c:pt idx="2078">
                  <c:v>65589.42</c:v>
                </c:pt>
                <c:pt idx="2079">
                  <c:v>20104.14</c:v>
                </c:pt>
                <c:pt idx="2080">
                  <c:v>49093.85</c:v>
                </c:pt>
                <c:pt idx="2081">
                  <c:v>53184.79</c:v>
                </c:pt>
                <c:pt idx="2082">
                  <c:v>7007.32</c:v>
                </c:pt>
                <c:pt idx="2083">
                  <c:v>9888.1299999999992</c:v>
                </c:pt>
                <c:pt idx="2084">
                  <c:v>16595.09</c:v>
                </c:pt>
                <c:pt idx="2085">
                  <c:v>2850.77</c:v>
                </c:pt>
                <c:pt idx="2086">
                  <c:v>94415.8</c:v>
                </c:pt>
                <c:pt idx="2087">
                  <c:v>37486.54</c:v>
                </c:pt>
                <c:pt idx="2088">
                  <c:v>68426.22</c:v>
                </c:pt>
                <c:pt idx="2089">
                  <c:v>13394.71</c:v>
                </c:pt>
                <c:pt idx="2090">
                  <c:v>31512.76</c:v>
                </c:pt>
                <c:pt idx="2091">
                  <c:v>5413.13</c:v>
                </c:pt>
                <c:pt idx="2092">
                  <c:v>11695.49</c:v>
                </c:pt>
                <c:pt idx="2093">
                  <c:v>17353.98</c:v>
                </c:pt>
                <c:pt idx="2094">
                  <c:v>7829.34</c:v>
                </c:pt>
                <c:pt idx="2095">
                  <c:v>51854.17</c:v>
                </c:pt>
                <c:pt idx="2096">
                  <c:v>88158.1</c:v>
                </c:pt>
                <c:pt idx="2097">
                  <c:v>30558.53</c:v>
                </c:pt>
                <c:pt idx="2098">
                  <c:v>66909.59</c:v>
                </c:pt>
                <c:pt idx="2099">
                  <c:v>24496.07</c:v>
                </c:pt>
                <c:pt idx="2100">
                  <c:v>61511.44</c:v>
                </c:pt>
                <c:pt idx="2101">
                  <c:v>62883.74</c:v>
                </c:pt>
                <c:pt idx="2102">
                  <c:v>26591.23</c:v>
                </c:pt>
                <c:pt idx="2103">
                  <c:v>28251.200000000001</c:v>
                </c:pt>
                <c:pt idx="2104">
                  <c:v>2216.42</c:v>
                </c:pt>
                <c:pt idx="2105">
                  <c:v>65401.65</c:v>
                </c:pt>
                <c:pt idx="2106">
                  <c:v>6504.02</c:v>
                </c:pt>
                <c:pt idx="2107">
                  <c:v>31422.86</c:v>
                </c:pt>
                <c:pt idx="2108">
                  <c:v>53384.18</c:v>
                </c:pt>
                <c:pt idx="2109">
                  <c:v>7189.21</c:v>
                </c:pt>
                <c:pt idx="2110">
                  <c:v>66442.31</c:v>
                </c:pt>
                <c:pt idx="2111">
                  <c:v>48100.84</c:v>
                </c:pt>
                <c:pt idx="2112">
                  <c:v>27251.41</c:v>
                </c:pt>
                <c:pt idx="2113">
                  <c:v>18983.259999999998</c:v>
                </c:pt>
                <c:pt idx="2114">
                  <c:v>64627.92</c:v>
                </c:pt>
                <c:pt idx="2115">
                  <c:v>45041.54</c:v>
                </c:pt>
                <c:pt idx="2116">
                  <c:v>9178.5300000000007</c:v>
                </c:pt>
                <c:pt idx="2117">
                  <c:v>101954.37</c:v>
                </c:pt>
                <c:pt idx="2118">
                  <c:v>30163.68</c:v>
                </c:pt>
                <c:pt idx="2119">
                  <c:v>96027.33</c:v>
                </c:pt>
                <c:pt idx="2120">
                  <c:v>51121.1</c:v>
                </c:pt>
                <c:pt idx="2121">
                  <c:v>26906.04</c:v>
                </c:pt>
                <c:pt idx="2122">
                  <c:v>39143.879999999997</c:v>
                </c:pt>
                <c:pt idx="2123">
                  <c:v>16608.52</c:v>
                </c:pt>
                <c:pt idx="2124">
                  <c:v>13649.52</c:v>
                </c:pt>
                <c:pt idx="2125">
                  <c:v>4130.6000000000004</c:v>
                </c:pt>
                <c:pt idx="2126">
                  <c:v>42016.800000000003</c:v>
                </c:pt>
                <c:pt idx="2127">
                  <c:v>53015.76</c:v>
                </c:pt>
                <c:pt idx="2128">
                  <c:v>55324</c:v>
                </c:pt>
                <c:pt idx="2129">
                  <c:v>28569.91</c:v>
                </c:pt>
                <c:pt idx="2130">
                  <c:v>25233.55</c:v>
                </c:pt>
                <c:pt idx="2131">
                  <c:v>35352.449999999997</c:v>
                </c:pt>
                <c:pt idx="2132">
                  <c:v>8867.23</c:v>
                </c:pt>
                <c:pt idx="2133">
                  <c:v>24965.32</c:v>
                </c:pt>
                <c:pt idx="2134">
                  <c:v>83975.63</c:v>
                </c:pt>
                <c:pt idx="2135">
                  <c:v>15243.97</c:v>
                </c:pt>
                <c:pt idx="2136">
                  <c:v>19463.98</c:v>
                </c:pt>
                <c:pt idx="2137">
                  <c:v>29369.759999999998</c:v>
                </c:pt>
                <c:pt idx="2138">
                  <c:v>45509.73</c:v>
                </c:pt>
                <c:pt idx="2139">
                  <c:v>14586.22</c:v>
                </c:pt>
                <c:pt idx="2140">
                  <c:v>8229.67</c:v>
                </c:pt>
                <c:pt idx="2141">
                  <c:v>14468.03</c:v>
                </c:pt>
                <c:pt idx="2142">
                  <c:v>17824.34</c:v>
                </c:pt>
                <c:pt idx="2143">
                  <c:v>39118.559999999998</c:v>
                </c:pt>
                <c:pt idx="2144">
                  <c:v>15123.78</c:v>
                </c:pt>
                <c:pt idx="2145">
                  <c:v>38607.47</c:v>
                </c:pt>
                <c:pt idx="2146">
                  <c:v>16384.16</c:v>
                </c:pt>
                <c:pt idx="2147">
                  <c:v>18787.18</c:v>
                </c:pt>
                <c:pt idx="2148">
                  <c:v>79846.94</c:v>
                </c:pt>
                <c:pt idx="2149">
                  <c:v>30821.4</c:v>
                </c:pt>
                <c:pt idx="2150">
                  <c:v>14350.1</c:v>
                </c:pt>
                <c:pt idx="2151">
                  <c:v>16371.24</c:v>
                </c:pt>
                <c:pt idx="2152">
                  <c:v>6815.8</c:v>
                </c:pt>
                <c:pt idx="2153">
                  <c:v>96403.86</c:v>
                </c:pt>
                <c:pt idx="2154">
                  <c:v>27695.34</c:v>
                </c:pt>
                <c:pt idx="2155">
                  <c:v>19729.060000000001</c:v>
                </c:pt>
                <c:pt idx="2156">
                  <c:v>52259.26</c:v>
                </c:pt>
                <c:pt idx="2157">
                  <c:v>17370.86</c:v>
                </c:pt>
                <c:pt idx="2158">
                  <c:v>28955.38</c:v>
                </c:pt>
                <c:pt idx="2159">
                  <c:v>12823.69</c:v>
                </c:pt>
                <c:pt idx="2160">
                  <c:v>25485.279999999999</c:v>
                </c:pt>
                <c:pt idx="2161">
                  <c:v>46456.7</c:v>
                </c:pt>
                <c:pt idx="2162">
                  <c:v>8702.17</c:v>
                </c:pt>
                <c:pt idx="2163">
                  <c:v>12687.15</c:v>
                </c:pt>
                <c:pt idx="2164">
                  <c:v>36990.76</c:v>
                </c:pt>
                <c:pt idx="2165">
                  <c:v>69849.679999999993</c:v>
                </c:pt>
                <c:pt idx="2166">
                  <c:v>4268.82</c:v>
                </c:pt>
                <c:pt idx="2167">
                  <c:v>76756.399999999994</c:v>
                </c:pt>
                <c:pt idx="2168">
                  <c:v>15865.51</c:v>
                </c:pt>
                <c:pt idx="2169">
                  <c:v>26528.54</c:v>
                </c:pt>
                <c:pt idx="2170">
                  <c:v>12367.34</c:v>
                </c:pt>
                <c:pt idx="2171">
                  <c:v>16269.67</c:v>
                </c:pt>
                <c:pt idx="2172">
                  <c:v>3740.95</c:v>
                </c:pt>
                <c:pt idx="2173">
                  <c:v>47403</c:v>
                </c:pt>
                <c:pt idx="2174">
                  <c:v>74763.77</c:v>
                </c:pt>
                <c:pt idx="2175">
                  <c:v>1788.99</c:v>
                </c:pt>
                <c:pt idx="2176">
                  <c:v>66685.84</c:v>
                </c:pt>
                <c:pt idx="2177">
                  <c:v>44411.85</c:v>
                </c:pt>
                <c:pt idx="2178">
                  <c:v>8507.74</c:v>
                </c:pt>
                <c:pt idx="2179">
                  <c:v>32743.119999999999</c:v>
                </c:pt>
                <c:pt idx="2180">
                  <c:v>10139.64</c:v>
                </c:pt>
                <c:pt idx="2181">
                  <c:v>2543.52</c:v>
                </c:pt>
                <c:pt idx="2182">
                  <c:v>7869.46</c:v>
                </c:pt>
                <c:pt idx="2183">
                  <c:v>29083.599999999999</c:v>
                </c:pt>
                <c:pt idx="2184">
                  <c:v>8052.95</c:v>
                </c:pt>
                <c:pt idx="2185">
                  <c:v>11431.98</c:v>
                </c:pt>
                <c:pt idx="2186">
                  <c:v>8702.98</c:v>
                </c:pt>
                <c:pt idx="2187">
                  <c:v>10767.27</c:v>
                </c:pt>
                <c:pt idx="2188">
                  <c:v>39047.5</c:v>
                </c:pt>
                <c:pt idx="2189">
                  <c:v>12358.21</c:v>
                </c:pt>
                <c:pt idx="2190">
                  <c:v>70252.81</c:v>
                </c:pt>
                <c:pt idx="2191">
                  <c:v>55812.46</c:v>
                </c:pt>
                <c:pt idx="2192">
                  <c:v>13892.76</c:v>
                </c:pt>
                <c:pt idx="2193">
                  <c:v>32347.77</c:v>
                </c:pt>
                <c:pt idx="2194">
                  <c:v>12803.64</c:v>
                </c:pt>
                <c:pt idx="2195">
                  <c:v>84406.36</c:v>
                </c:pt>
                <c:pt idx="2196">
                  <c:v>60827</c:v>
                </c:pt>
                <c:pt idx="2197">
                  <c:v>23530.66</c:v>
                </c:pt>
                <c:pt idx="2198">
                  <c:v>60879.94</c:v>
                </c:pt>
                <c:pt idx="2199">
                  <c:v>43686.64</c:v>
                </c:pt>
                <c:pt idx="2200">
                  <c:v>11914.46</c:v>
                </c:pt>
                <c:pt idx="2201">
                  <c:v>19619.84</c:v>
                </c:pt>
                <c:pt idx="2202">
                  <c:v>31275.66</c:v>
                </c:pt>
                <c:pt idx="2203">
                  <c:v>21137.42</c:v>
                </c:pt>
                <c:pt idx="2204">
                  <c:v>15520.22</c:v>
                </c:pt>
                <c:pt idx="2205">
                  <c:v>39953.53</c:v>
                </c:pt>
                <c:pt idx="2206">
                  <c:v>23885.14</c:v>
                </c:pt>
                <c:pt idx="2207">
                  <c:v>14526.41</c:v>
                </c:pt>
                <c:pt idx="2208">
                  <c:v>3486.23</c:v>
                </c:pt>
                <c:pt idx="2209">
                  <c:v>22411.43</c:v>
                </c:pt>
                <c:pt idx="2210">
                  <c:v>26795</c:v>
                </c:pt>
                <c:pt idx="2211">
                  <c:v>54832.6</c:v>
                </c:pt>
                <c:pt idx="2212">
                  <c:v>8203.57</c:v>
                </c:pt>
                <c:pt idx="2213">
                  <c:v>18018.419999999998</c:v>
                </c:pt>
                <c:pt idx="2214">
                  <c:v>34350.54</c:v>
                </c:pt>
                <c:pt idx="2215">
                  <c:v>50288.28</c:v>
                </c:pt>
                <c:pt idx="2216">
                  <c:v>28581.56</c:v>
                </c:pt>
                <c:pt idx="2217">
                  <c:v>38927.599999999999</c:v>
                </c:pt>
                <c:pt idx="2218">
                  <c:v>14806.04</c:v>
                </c:pt>
                <c:pt idx="2219">
                  <c:v>102437.79</c:v>
                </c:pt>
                <c:pt idx="2220">
                  <c:v>14999.75</c:v>
                </c:pt>
                <c:pt idx="2221">
                  <c:v>6982.58</c:v>
                </c:pt>
                <c:pt idx="2222">
                  <c:v>29619.98</c:v>
                </c:pt>
                <c:pt idx="2223">
                  <c:v>1550.55</c:v>
                </c:pt>
                <c:pt idx="2224">
                  <c:v>18745.78</c:v>
                </c:pt>
                <c:pt idx="2225">
                  <c:v>84420.63</c:v>
                </c:pt>
                <c:pt idx="2226">
                  <c:v>71061.899999999994</c:v>
                </c:pt>
                <c:pt idx="2227">
                  <c:v>8907.7099999999991</c:v>
                </c:pt>
                <c:pt idx="2228">
                  <c:v>56441.75</c:v>
                </c:pt>
                <c:pt idx="2229">
                  <c:v>12585.19</c:v>
                </c:pt>
                <c:pt idx="2230">
                  <c:v>11694.9</c:v>
                </c:pt>
                <c:pt idx="2231">
                  <c:v>74130.52</c:v>
                </c:pt>
                <c:pt idx="2232">
                  <c:v>9393.83</c:v>
                </c:pt>
                <c:pt idx="2233">
                  <c:v>82642.22</c:v>
                </c:pt>
                <c:pt idx="2234">
                  <c:v>55660.5</c:v>
                </c:pt>
                <c:pt idx="2235">
                  <c:v>72281.149999999994</c:v>
                </c:pt>
                <c:pt idx="2236">
                  <c:v>57723.62</c:v>
                </c:pt>
                <c:pt idx="2237">
                  <c:v>54274.5</c:v>
                </c:pt>
                <c:pt idx="2238">
                  <c:v>28752.98</c:v>
                </c:pt>
                <c:pt idx="2239">
                  <c:v>12803.74</c:v>
                </c:pt>
                <c:pt idx="2240">
                  <c:v>13126.68</c:v>
                </c:pt>
                <c:pt idx="2241">
                  <c:v>29506.11</c:v>
                </c:pt>
                <c:pt idx="2242">
                  <c:v>30455.59</c:v>
                </c:pt>
                <c:pt idx="2243">
                  <c:v>58233</c:v>
                </c:pt>
                <c:pt idx="2244">
                  <c:v>73266.8</c:v>
                </c:pt>
                <c:pt idx="2245">
                  <c:v>47536.05</c:v>
                </c:pt>
                <c:pt idx="2246">
                  <c:v>56067.92</c:v>
                </c:pt>
                <c:pt idx="2247">
                  <c:v>1797.16</c:v>
                </c:pt>
                <c:pt idx="2248">
                  <c:v>52285.15</c:v>
                </c:pt>
                <c:pt idx="2249">
                  <c:v>28794.86</c:v>
                </c:pt>
                <c:pt idx="2250">
                  <c:v>73658.87</c:v>
                </c:pt>
                <c:pt idx="2251">
                  <c:v>11025.48</c:v>
                </c:pt>
                <c:pt idx="2252">
                  <c:v>10536.81</c:v>
                </c:pt>
                <c:pt idx="2253">
                  <c:v>19821.939999999999</c:v>
                </c:pt>
                <c:pt idx="2254">
                  <c:v>46238.6</c:v>
                </c:pt>
                <c:pt idx="2255">
                  <c:v>73335.570000000007</c:v>
                </c:pt>
                <c:pt idx="2256">
                  <c:v>65071.9</c:v>
                </c:pt>
                <c:pt idx="2257">
                  <c:v>29491.9</c:v>
                </c:pt>
                <c:pt idx="2258">
                  <c:v>18614.87</c:v>
                </c:pt>
                <c:pt idx="2259">
                  <c:v>2452.9299999999998</c:v>
                </c:pt>
                <c:pt idx="2260">
                  <c:v>71435.03</c:v>
                </c:pt>
                <c:pt idx="2261">
                  <c:v>17616.740000000002</c:v>
                </c:pt>
                <c:pt idx="2262">
                  <c:v>74122.210000000006</c:v>
                </c:pt>
                <c:pt idx="2263">
                  <c:v>23365.22</c:v>
                </c:pt>
                <c:pt idx="2264">
                  <c:v>46966.45</c:v>
                </c:pt>
                <c:pt idx="2265">
                  <c:v>78194.12</c:v>
                </c:pt>
                <c:pt idx="2266">
                  <c:v>33358.080000000002</c:v>
                </c:pt>
                <c:pt idx="2267">
                  <c:v>72266.14</c:v>
                </c:pt>
                <c:pt idx="2268">
                  <c:v>33688.519999999997</c:v>
                </c:pt>
                <c:pt idx="2269">
                  <c:v>20971.27</c:v>
                </c:pt>
                <c:pt idx="2270">
                  <c:v>7442</c:v>
                </c:pt>
                <c:pt idx="2271">
                  <c:v>76896.12</c:v>
                </c:pt>
                <c:pt idx="2272">
                  <c:v>8905.9599999999991</c:v>
                </c:pt>
                <c:pt idx="2273">
                  <c:v>41509.230000000003</c:v>
                </c:pt>
                <c:pt idx="2274">
                  <c:v>55271.22</c:v>
                </c:pt>
                <c:pt idx="2275">
                  <c:v>45887.199999999997</c:v>
                </c:pt>
                <c:pt idx="2276">
                  <c:v>19971.150000000001</c:v>
                </c:pt>
                <c:pt idx="2277">
                  <c:v>5327.53</c:v>
                </c:pt>
                <c:pt idx="2278">
                  <c:v>39076.76</c:v>
                </c:pt>
                <c:pt idx="2279">
                  <c:v>31462.17</c:v>
                </c:pt>
                <c:pt idx="2280">
                  <c:v>34576.32</c:v>
                </c:pt>
                <c:pt idx="2281">
                  <c:v>43280.15</c:v>
                </c:pt>
                <c:pt idx="2282">
                  <c:v>50010.22</c:v>
                </c:pt>
                <c:pt idx="2283">
                  <c:v>19038.849999999999</c:v>
                </c:pt>
                <c:pt idx="2284">
                  <c:v>70285.259999999995</c:v>
                </c:pt>
                <c:pt idx="2285">
                  <c:v>4875.13</c:v>
                </c:pt>
                <c:pt idx="2286">
                  <c:v>31219.119999999999</c:v>
                </c:pt>
                <c:pt idx="2287">
                  <c:v>3883.7</c:v>
                </c:pt>
                <c:pt idx="2288">
                  <c:v>14897.05</c:v>
                </c:pt>
                <c:pt idx="2289">
                  <c:v>9328.39</c:v>
                </c:pt>
                <c:pt idx="2290">
                  <c:v>9217.7199999999993</c:v>
                </c:pt>
                <c:pt idx="2291">
                  <c:v>44526.3</c:v>
                </c:pt>
                <c:pt idx="2292">
                  <c:v>5180.99</c:v>
                </c:pt>
                <c:pt idx="2293">
                  <c:v>2882.61</c:v>
                </c:pt>
                <c:pt idx="2294">
                  <c:v>9121.98</c:v>
                </c:pt>
                <c:pt idx="2295">
                  <c:v>77730.31</c:v>
                </c:pt>
                <c:pt idx="2296">
                  <c:v>23832.06</c:v>
                </c:pt>
                <c:pt idx="2297">
                  <c:v>4644.6099999999997</c:v>
                </c:pt>
                <c:pt idx="2298">
                  <c:v>67338.53</c:v>
                </c:pt>
                <c:pt idx="2299">
                  <c:v>26041.85</c:v>
                </c:pt>
                <c:pt idx="2300">
                  <c:v>39766.19</c:v>
                </c:pt>
                <c:pt idx="2301">
                  <c:v>25075.07</c:v>
                </c:pt>
                <c:pt idx="2302">
                  <c:v>47736.36</c:v>
                </c:pt>
                <c:pt idx="2303">
                  <c:v>83989.5</c:v>
                </c:pt>
                <c:pt idx="2304">
                  <c:v>7585.55</c:v>
                </c:pt>
                <c:pt idx="2305">
                  <c:v>15455.22</c:v>
                </c:pt>
                <c:pt idx="2306">
                  <c:v>60825.49</c:v>
                </c:pt>
                <c:pt idx="2307">
                  <c:v>20004.54</c:v>
                </c:pt>
                <c:pt idx="2308">
                  <c:v>15614.61</c:v>
                </c:pt>
                <c:pt idx="2309">
                  <c:v>62425.97</c:v>
                </c:pt>
                <c:pt idx="2310">
                  <c:v>50991.44</c:v>
                </c:pt>
                <c:pt idx="2311">
                  <c:v>9473.31</c:v>
                </c:pt>
                <c:pt idx="2312">
                  <c:v>45479.7</c:v>
                </c:pt>
                <c:pt idx="2313">
                  <c:v>43330.96</c:v>
                </c:pt>
                <c:pt idx="2314">
                  <c:v>20753.72</c:v>
                </c:pt>
                <c:pt idx="2315">
                  <c:v>36992.47</c:v>
                </c:pt>
                <c:pt idx="2316">
                  <c:v>49821.09</c:v>
                </c:pt>
                <c:pt idx="2317">
                  <c:v>44746.12</c:v>
                </c:pt>
                <c:pt idx="2318">
                  <c:v>38097.300000000003</c:v>
                </c:pt>
                <c:pt idx="2319">
                  <c:v>76356.5</c:v>
                </c:pt>
                <c:pt idx="2320">
                  <c:v>47383.22</c:v>
                </c:pt>
                <c:pt idx="2321">
                  <c:v>83720.36</c:v>
                </c:pt>
                <c:pt idx="2322">
                  <c:v>5330.45</c:v>
                </c:pt>
                <c:pt idx="2323">
                  <c:v>42733.32</c:v>
                </c:pt>
                <c:pt idx="2324">
                  <c:v>57456.21</c:v>
                </c:pt>
                <c:pt idx="2325">
                  <c:v>38970.949999999997</c:v>
                </c:pt>
                <c:pt idx="2326">
                  <c:v>9166.75</c:v>
                </c:pt>
                <c:pt idx="2327">
                  <c:v>81861.570000000007</c:v>
                </c:pt>
                <c:pt idx="2328">
                  <c:v>8886.86</c:v>
                </c:pt>
                <c:pt idx="2329">
                  <c:v>7587.09</c:v>
                </c:pt>
                <c:pt idx="2330">
                  <c:v>21504.04</c:v>
                </c:pt>
                <c:pt idx="2331">
                  <c:v>6073.78</c:v>
                </c:pt>
                <c:pt idx="2332">
                  <c:v>30041.83</c:v>
                </c:pt>
                <c:pt idx="2333">
                  <c:v>45442.57</c:v>
                </c:pt>
                <c:pt idx="2334">
                  <c:v>43918.78</c:v>
                </c:pt>
                <c:pt idx="2335">
                  <c:v>20321.240000000002</c:v>
                </c:pt>
                <c:pt idx="2336">
                  <c:v>8751.2000000000007</c:v>
                </c:pt>
                <c:pt idx="2337">
                  <c:v>100309.96</c:v>
                </c:pt>
                <c:pt idx="2338">
                  <c:v>29737.919999999998</c:v>
                </c:pt>
                <c:pt idx="2339">
                  <c:v>61152.97</c:v>
                </c:pt>
                <c:pt idx="2340">
                  <c:v>23923.200000000001</c:v>
                </c:pt>
                <c:pt idx="2341">
                  <c:v>14060.91</c:v>
                </c:pt>
                <c:pt idx="2342">
                  <c:v>74400.69</c:v>
                </c:pt>
                <c:pt idx="2343">
                  <c:v>35515.870000000003</c:v>
                </c:pt>
                <c:pt idx="2344">
                  <c:v>60279.32</c:v>
                </c:pt>
                <c:pt idx="2345">
                  <c:v>46430.83</c:v>
                </c:pt>
                <c:pt idx="2346">
                  <c:v>12807.56</c:v>
                </c:pt>
                <c:pt idx="2347">
                  <c:v>9003.18</c:v>
                </c:pt>
                <c:pt idx="2348">
                  <c:v>40703.1</c:v>
                </c:pt>
                <c:pt idx="2349">
                  <c:v>17680.28</c:v>
                </c:pt>
                <c:pt idx="2350">
                  <c:v>14563.13</c:v>
                </c:pt>
                <c:pt idx="2351">
                  <c:v>11461.72</c:v>
                </c:pt>
                <c:pt idx="2352">
                  <c:v>21358.61</c:v>
                </c:pt>
                <c:pt idx="2353">
                  <c:v>13486.72</c:v>
                </c:pt>
                <c:pt idx="2354">
                  <c:v>94033.17</c:v>
                </c:pt>
                <c:pt idx="2355">
                  <c:v>18648.38</c:v>
                </c:pt>
                <c:pt idx="2356">
                  <c:v>13031.92</c:v>
                </c:pt>
                <c:pt idx="2357">
                  <c:v>4018.21</c:v>
                </c:pt>
                <c:pt idx="2358">
                  <c:v>9717.7099999999991</c:v>
                </c:pt>
                <c:pt idx="2359">
                  <c:v>46064.72</c:v>
                </c:pt>
                <c:pt idx="2360">
                  <c:v>28781.759999999998</c:v>
                </c:pt>
                <c:pt idx="2361">
                  <c:v>8642.7900000000009</c:v>
                </c:pt>
                <c:pt idx="2362">
                  <c:v>3962.42</c:v>
                </c:pt>
                <c:pt idx="2363">
                  <c:v>18984.25</c:v>
                </c:pt>
                <c:pt idx="2364">
                  <c:v>42537.279999999999</c:v>
                </c:pt>
                <c:pt idx="2365">
                  <c:v>9663.26</c:v>
                </c:pt>
                <c:pt idx="2366">
                  <c:v>5959.63</c:v>
                </c:pt>
                <c:pt idx="2367">
                  <c:v>32787.040000000001</c:v>
                </c:pt>
                <c:pt idx="2368">
                  <c:v>58771.92</c:v>
                </c:pt>
                <c:pt idx="2369">
                  <c:v>34177.03</c:v>
                </c:pt>
                <c:pt idx="2370">
                  <c:v>80479.66</c:v>
                </c:pt>
                <c:pt idx="2371">
                  <c:v>54662.83</c:v>
                </c:pt>
                <c:pt idx="2372">
                  <c:v>27080.78</c:v>
                </c:pt>
                <c:pt idx="2373">
                  <c:v>19230.310000000001</c:v>
                </c:pt>
                <c:pt idx="2374">
                  <c:v>30834.25</c:v>
                </c:pt>
                <c:pt idx="2375">
                  <c:v>23604.74</c:v>
                </c:pt>
                <c:pt idx="2376">
                  <c:v>21592.62</c:v>
                </c:pt>
                <c:pt idx="2377">
                  <c:v>70281.039999999994</c:v>
                </c:pt>
                <c:pt idx="2378">
                  <c:v>28394.02</c:v>
                </c:pt>
                <c:pt idx="2379">
                  <c:v>45123.33</c:v>
                </c:pt>
                <c:pt idx="2380">
                  <c:v>4737.76</c:v>
                </c:pt>
                <c:pt idx="2381">
                  <c:v>10183.969999999999</c:v>
                </c:pt>
                <c:pt idx="2382">
                  <c:v>22922.39</c:v>
                </c:pt>
                <c:pt idx="2383">
                  <c:v>8785.6</c:v>
                </c:pt>
                <c:pt idx="2384">
                  <c:v>50564.98</c:v>
                </c:pt>
                <c:pt idx="2385">
                  <c:v>27047.9</c:v>
                </c:pt>
                <c:pt idx="2386">
                  <c:v>7686.25</c:v>
                </c:pt>
                <c:pt idx="2387">
                  <c:v>5040.5</c:v>
                </c:pt>
                <c:pt idx="2388">
                  <c:v>95381.26</c:v>
                </c:pt>
                <c:pt idx="2389">
                  <c:v>6340.81</c:v>
                </c:pt>
                <c:pt idx="2390">
                  <c:v>38097.57</c:v>
                </c:pt>
                <c:pt idx="2391">
                  <c:v>23179.97</c:v>
                </c:pt>
                <c:pt idx="2392">
                  <c:v>25436.6</c:v>
                </c:pt>
                <c:pt idx="2393">
                  <c:v>29518.34</c:v>
                </c:pt>
                <c:pt idx="2394">
                  <c:v>38629.08</c:v>
                </c:pt>
                <c:pt idx="2395">
                  <c:v>93938.25</c:v>
                </c:pt>
                <c:pt idx="2396">
                  <c:v>35364.74</c:v>
                </c:pt>
                <c:pt idx="2397">
                  <c:v>9123.66</c:v>
                </c:pt>
                <c:pt idx="2398">
                  <c:v>5545.23</c:v>
                </c:pt>
                <c:pt idx="2399">
                  <c:v>9475.01</c:v>
                </c:pt>
                <c:pt idx="2400">
                  <c:v>21602.18</c:v>
                </c:pt>
                <c:pt idx="2401">
                  <c:v>37581.800000000003</c:v>
                </c:pt>
                <c:pt idx="2402">
                  <c:v>33868.06</c:v>
                </c:pt>
                <c:pt idx="2403">
                  <c:v>57780.78</c:v>
                </c:pt>
                <c:pt idx="2404">
                  <c:v>13746.62</c:v>
                </c:pt>
                <c:pt idx="2405">
                  <c:v>16282.16</c:v>
                </c:pt>
                <c:pt idx="2406">
                  <c:v>14096.59</c:v>
                </c:pt>
                <c:pt idx="2407">
                  <c:v>40615.26</c:v>
                </c:pt>
                <c:pt idx="2408">
                  <c:v>32814.18</c:v>
                </c:pt>
                <c:pt idx="2409">
                  <c:v>77316.31</c:v>
                </c:pt>
                <c:pt idx="2410">
                  <c:v>72997.850000000006</c:v>
                </c:pt>
                <c:pt idx="2411">
                  <c:v>76864.73</c:v>
                </c:pt>
                <c:pt idx="2412">
                  <c:v>46910.37</c:v>
                </c:pt>
                <c:pt idx="2413">
                  <c:v>65486.81</c:v>
                </c:pt>
                <c:pt idx="2414">
                  <c:v>54634.29</c:v>
                </c:pt>
                <c:pt idx="2415">
                  <c:v>3852.83</c:v>
                </c:pt>
                <c:pt idx="2416">
                  <c:v>40167.33</c:v>
                </c:pt>
                <c:pt idx="2417">
                  <c:v>87274.64</c:v>
                </c:pt>
                <c:pt idx="2418">
                  <c:v>51189.65</c:v>
                </c:pt>
                <c:pt idx="2419">
                  <c:v>31459.47</c:v>
                </c:pt>
                <c:pt idx="2420">
                  <c:v>18673.89</c:v>
                </c:pt>
                <c:pt idx="2421">
                  <c:v>16006.83</c:v>
                </c:pt>
                <c:pt idx="2422">
                  <c:v>3481.83</c:v>
                </c:pt>
                <c:pt idx="2423">
                  <c:v>5371.38</c:v>
                </c:pt>
                <c:pt idx="2424">
                  <c:v>12029.3</c:v>
                </c:pt>
                <c:pt idx="2425">
                  <c:v>54999.98</c:v>
                </c:pt>
                <c:pt idx="2426">
                  <c:v>31809.7</c:v>
                </c:pt>
                <c:pt idx="2427">
                  <c:v>41532.019999999997</c:v>
                </c:pt>
                <c:pt idx="2428">
                  <c:v>30234.44</c:v>
                </c:pt>
                <c:pt idx="2429">
                  <c:v>49896.5</c:v>
                </c:pt>
                <c:pt idx="2430">
                  <c:v>11926.15</c:v>
                </c:pt>
                <c:pt idx="2431">
                  <c:v>7667.23</c:v>
                </c:pt>
                <c:pt idx="2432">
                  <c:v>13912.86</c:v>
                </c:pt>
                <c:pt idx="2433">
                  <c:v>29708.03</c:v>
                </c:pt>
                <c:pt idx="2434">
                  <c:v>16617.259999999998</c:v>
                </c:pt>
                <c:pt idx="2435">
                  <c:v>57083.29</c:v>
                </c:pt>
                <c:pt idx="2436">
                  <c:v>73445.509999999995</c:v>
                </c:pt>
                <c:pt idx="2437">
                  <c:v>18922.64</c:v>
                </c:pt>
                <c:pt idx="2438">
                  <c:v>21087.95</c:v>
                </c:pt>
                <c:pt idx="2439">
                  <c:v>2460.75</c:v>
                </c:pt>
                <c:pt idx="2440">
                  <c:v>15519.45</c:v>
                </c:pt>
                <c:pt idx="2441">
                  <c:v>5635.92</c:v>
                </c:pt>
                <c:pt idx="2442">
                  <c:v>33930.46</c:v>
                </c:pt>
                <c:pt idx="2443">
                  <c:v>35034.93</c:v>
                </c:pt>
                <c:pt idx="2444">
                  <c:v>23345.34</c:v>
                </c:pt>
                <c:pt idx="2445">
                  <c:v>80982.509999999995</c:v>
                </c:pt>
                <c:pt idx="2446">
                  <c:v>5907.76</c:v>
                </c:pt>
                <c:pt idx="2447">
                  <c:v>2630.82</c:v>
                </c:pt>
                <c:pt idx="2448">
                  <c:v>25731.82</c:v>
                </c:pt>
                <c:pt idx="2449">
                  <c:v>45446.3</c:v>
                </c:pt>
                <c:pt idx="2450">
                  <c:v>9953.4599999999991</c:v>
                </c:pt>
                <c:pt idx="2451">
                  <c:v>65064.639999999999</c:v>
                </c:pt>
                <c:pt idx="2452">
                  <c:v>24001.14</c:v>
                </c:pt>
                <c:pt idx="2453">
                  <c:v>20268.990000000002</c:v>
                </c:pt>
                <c:pt idx="2454">
                  <c:v>40041.879999999997</c:v>
                </c:pt>
                <c:pt idx="2455">
                  <c:v>18913.39</c:v>
                </c:pt>
                <c:pt idx="2456">
                  <c:v>20543.59</c:v>
                </c:pt>
                <c:pt idx="2457">
                  <c:v>45461.96</c:v>
                </c:pt>
                <c:pt idx="2458">
                  <c:v>7603.44</c:v>
                </c:pt>
                <c:pt idx="2459">
                  <c:v>13856.31</c:v>
                </c:pt>
                <c:pt idx="2460">
                  <c:v>82373.759999999995</c:v>
                </c:pt>
                <c:pt idx="2461">
                  <c:v>16557.62</c:v>
                </c:pt>
                <c:pt idx="2462">
                  <c:v>32788.300000000003</c:v>
                </c:pt>
                <c:pt idx="2463">
                  <c:v>24534.44</c:v>
                </c:pt>
                <c:pt idx="2464">
                  <c:v>61868.02</c:v>
                </c:pt>
                <c:pt idx="2465">
                  <c:v>16211.87</c:v>
                </c:pt>
                <c:pt idx="2466">
                  <c:v>16393.169999999998</c:v>
                </c:pt>
                <c:pt idx="2467">
                  <c:v>72069.58</c:v>
                </c:pt>
                <c:pt idx="2468">
                  <c:v>20334.36</c:v>
                </c:pt>
                <c:pt idx="2469">
                  <c:v>24098.51</c:v>
                </c:pt>
                <c:pt idx="2470">
                  <c:v>9202.9599999999991</c:v>
                </c:pt>
                <c:pt idx="2471">
                  <c:v>85924.03</c:v>
                </c:pt>
                <c:pt idx="2472">
                  <c:v>23000.799999999999</c:v>
                </c:pt>
                <c:pt idx="2473">
                  <c:v>11703.92</c:v>
                </c:pt>
                <c:pt idx="2474">
                  <c:v>25400.03</c:v>
                </c:pt>
                <c:pt idx="2475">
                  <c:v>60852.800000000003</c:v>
                </c:pt>
                <c:pt idx="2476">
                  <c:v>15562.87</c:v>
                </c:pt>
                <c:pt idx="2477">
                  <c:v>17784.439999999999</c:v>
                </c:pt>
                <c:pt idx="2478">
                  <c:v>15950.37</c:v>
                </c:pt>
                <c:pt idx="2479">
                  <c:v>29422.01</c:v>
                </c:pt>
                <c:pt idx="2480">
                  <c:v>22624.639999999999</c:v>
                </c:pt>
                <c:pt idx="2481">
                  <c:v>86922.23</c:v>
                </c:pt>
                <c:pt idx="2482">
                  <c:v>4071.25</c:v>
                </c:pt>
                <c:pt idx="2483">
                  <c:v>10304.450000000001</c:v>
                </c:pt>
                <c:pt idx="2484">
                  <c:v>70264.399999999994</c:v>
                </c:pt>
                <c:pt idx="2485">
                  <c:v>46250.9</c:v>
                </c:pt>
                <c:pt idx="2486">
                  <c:v>18413.54</c:v>
                </c:pt>
                <c:pt idx="2487">
                  <c:v>9521.1200000000008</c:v>
                </c:pt>
                <c:pt idx="2488">
                  <c:v>82607.62</c:v>
                </c:pt>
                <c:pt idx="2489">
                  <c:v>3541.34</c:v>
                </c:pt>
                <c:pt idx="2490">
                  <c:v>10203.48</c:v>
                </c:pt>
                <c:pt idx="2491">
                  <c:v>28157.47</c:v>
                </c:pt>
                <c:pt idx="2492">
                  <c:v>2354.5300000000002</c:v>
                </c:pt>
                <c:pt idx="2493">
                  <c:v>21401.94</c:v>
                </c:pt>
                <c:pt idx="2494">
                  <c:v>16823.61</c:v>
                </c:pt>
                <c:pt idx="2495">
                  <c:v>52087.61</c:v>
                </c:pt>
                <c:pt idx="2496">
                  <c:v>4779.82</c:v>
                </c:pt>
                <c:pt idx="2497">
                  <c:v>34847.14</c:v>
                </c:pt>
                <c:pt idx="2498">
                  <c:v>35905.300000000003</c:v>
                </c:pt>
                <c:pt idx="2499">
                  <c:v>10046.18</c:v>
                </c:pt>
                <c:pt idx="2500">
                  <c:v>25059.26</c:v>
                </c:pt>
                <c:pt idx="2501">
                  <c:v>36099.94</c:v>
                </c:pt>
                <c:pt idx="2502">
                  <c:v>34044.11</c:v>
                </c:pt>
                <c:pt idx="2503">
                  <c:v>31259.8</c:v>
                </c:pt>
                <c:pt idx="2504">
                  <c:v>26595.17</c:v>
                </c:pt>
                <c:pt idx="2505">
                  <c:v>24342.61</c:v>
                </c:pt>
                <c:pt idx="2506">
                  <c:v>71223.78</c:v>
                </c:pt>
                <c:pt idx="2507">
                  <c:v>17707.95</c:v>
                </c:pt>
                <c:pt idx="2508">
                  <c:v>41765.39</c:v>
                </c:pt>
                <c:pt idx="2509">
                  <c:v>62474.39</c:v>
                </c:pt>
                <c:pt idx="2510">
                  <c:v>50304.06</c:v>
                </c:pt>
                <c:pt idx="2511">
                  <c:v>22439.919999999998</c:v>
                </c:pt>
                <c:pt idx="2512">
                  <c:v>10564.38</c:v>
                </c:pt>
                <c:pt idx="2513">
                  <c:v>42517.31</c:v>
                </c:pt>
                <c:pt idx="2514">
                  <c:v>43082.17</c:v>
                </c:pt>
                <c:pt idx="2515">
                  <c:v>34446.620000000003</c:v>
                </c:pt>
                <c:pt idx="2516">
                  <c:v>46158.67</c:v>
                </c:pt>
                <c:pt idx="2517">
                  <c:v>8535.93</c:v>
                </c:pt>
                <c:pt idx="2518">
                  <c:v>67363.210000000006</c:v>
                </c:pt>
                <c:pt idx="2519">
                  <c:v>14098.55</c:v>
                </c:pt>
                <c:pt idx="2520">
                  <c:v>100230.06</c:v>
                </c:pt>
                <c:pt idx="2521">
                  <c:v>5099.43</c:v>
                </c:pt>
                <c:pt idx="2522">
                  <c:v>19429.45</c:v>
                </c:pt>
                <c:pt idx="2523">
                  <c:v>15353.1</c:v>
                </c:pt>
                <c:pt idx="2524">
                  <c:v>9550.17</c:v>
                </c:pt>
                <c:pt idx="2525">
                  <c:v>34492.959999999999</c:v>
                </c:pt>
                <c:pt idx="2526">
                  <c:v>27268.42</c:v>
                </c:pt>
                <c:pt idx="2527">
                  <c:v>63385.35</c:v>
                </c:pt>
                <c:pt idx="2528">
                  <c:v>4191.4399999999996</c:v>
                </c:pt>
                <c:pt idx="2529">
                  <c:v>36324.29</c:v>
                </c:pt>
                <c:pt idx="2530">
                  <c:v>82033.06</c:v>
                </c:pt>
                <c:pt idx="2531">
                  <c:v>31572.45</c:v>
                </c:pt>
                <c:pt idx="2532">
                  <c:v>20223.189999999999</c:v>
                </c:pt>
                <c:pt idx="2533">
                  <c:v>18906.47</c:v>
                </c:pt>
                <c:pt idx="2534">
                  <c:v>46686.02</c:v>
                </c:pt>
                <c:pt idx="2535">
                  <c:v>25863.14</c:v>
                </c:pt>
                <c:pt idx="2536">
                  <c:v>7549.86</c:v>
                </c:pt>
                <c:pt idx="2537">
                  <c:v>6225.6</c:v>
                </c:pt>
                <c:pt idx="2538">
                  <c:v>78799.240000000005</c:v>
                </c:pt>
                <c:pt idx="2539">
                  <c:v>28538.83</c:v>
                </c:pt>
                <c:pt idx="2540">
                  <c:v>11681.29</c:v>
                </c:pt>
                <c:pt idx="2541">
                  <c:v>32556.85</c:v>
                </c:pt>
                <c:pt idx="2542">
                  <c:v>37316.629999999997</c:v>
                </c:pt>
                <c:pt idx="2543">
                  <c:v>21599.68</c:v>
                </c:pt>
                <c:pt idx="2544">
                  <c:v>25738.02</c:v>
                </c:pt>
                <c:pt idx="2545">
                  <c:v>37570.94</c:v>
                </c:pt>
                <c:pt idx="2546">
                  <c:v>3604.05</c:v>
                </c:pt>
                <c:pt idx="2547">
                  <c:v>50255.62</c:v>
                </c:pt>
                <c:pt idx="2548">
                  <c:v>62978.79</c:v>
                </c:pt>
                <c:pt idx="2549">
                  <c:v>13055.18</c:v>
                </c:pt>
                <c:pt idx="2550">
                  <c:v>63726.85</c:v>
                </c:pt>
                <c:pt idx="2551">
                  <c:v>45269.02</c:v>
                </c:pt>
                <c:pt idx="2552">
                  <c:v>53360.94</c:v>
                </c:pt>
                <c:pt idx="2553">
                  <c:v>26604.31</c:v>
                </c:pt>
                <c:pt idx="2554">
                  <c:v>21765.919999999998</c:v>
                </c:pt>
                <c:pt idx="2555">
                  <c:v>48487.4</c:v>
                </c:pt>
                <c:pt idx="2556">
                  <c:v>10462.469999999999</c:v>
                </c:pt>
                <c:pt idx="2557">
                  <c:v>44786.57</c:v>
                </c:pt>
                <c:pt idx="2558">
                  <c:v>51115.58</c:v>
                </c:pt>
                <c:pt idx="2559">
                  <c:v>89074.09</c:v>
                </c:pt>
                <c:pt idx="2560">
                  <c:v>72959.86</c:v>
                </c:pt>
                <c:pt idx="2561">
                  <c:v>18004.310000000001</c:v>
                </c:pt>
                <c:pt idx="2562">
                  <c:v>7628.14</c:v>
                </c:pt>
                <c:pt idx="2563">
                  <c:v>3369.69</c:v>
                </c:pt>
                <c:pt idx="2564">
                  <c:v>24662.86</c:v>
                </c:pt>
                <c:pt idx="2565">
                  <c:v>75829.95</c:v>
                </c:pt>
                <c:pt idx="2566">
                  <c:v>61769.65</c:v>
                </c:pt>
                <c:pt idx="2567">
                  <c:v>33095.199999999997</c:v>
                </c:pt>
                <c:pt idx="2568">
                  <c:v>32235.63</c:v>
                </c:pt>
                <c:pt idx="2569">
                  <c:v>29899.22</c:v>
                </c:pt>
                <c:pt idx="2570">
                  <c:v>18505.3</c:v>
                </c:pt>
                <c:pt idx="2571">
                  <c:v>20948.759999999998</c:v>
                </c:pt>
                <c:pt idx="2572">
                  <c:v>49164.31</c:v>
                </c:pt>
                <c:pt idx="2573">
                  <c:v>22925.02</c:v>
                </c:pt>
                <c:pt idx="2574">
                  <c:v>36703.300000000003</c:v>
                </c:pt>
                <c:pt idx="2575">
                  <c:v>52864.22</c:v>
                </c:pt>
                <c:pt idx="2576">
                  <c:v>14227.89</c:v>
                </c:pt>
                <c:pt idx="2577">
                  <c:v>20601.060000000001</c:v>
                </c:pt>
                <c:pt idx="2578">
                  <c:v>20153.830000000002</c:v>
                </c:pt>
                <c:pt idx="2579">
                  <c:v>90120.960000000006</c:v>
                </c:pt>
                <c:pt idx="2580">
                  <c:v>12056.75</c:v>
                </c:pt>
                <c:pt idx="2581">
                  <c:v>58545.27</c:v>
                </c:pt>
                <c:pt idx="2582">
                  <c:v>34946.94</c:v>
                </c:pt>
                <c:pt idx="2583">
                  <c:v>51483.1</c:v>
                </c:pt>
                <c:pt idx="2584">
                  <c:v>7515.82</c:v>
                </c:pt>
                <c:pt idx="2585">
                  <c:v>8518.65</c:v>
                </c:pt>
                <c:pt idx="2586">
                  <c:v>29972.93</c:v>
                </c:pt>
                <c:pt idx="2587">
                  <c:v>19758.73</c:v>
                </c:pt>
                <c:pt idx="2588">
                  <c:v>40433.449999999997</c:v>
                </c:pt>
                <c:pt idx="2589">
                  <c:v>5319.93</c:v>
                </c:pt>
                <c:pt idx="2590">
                  <c:v>18441.86</c:v>
                </c:pt>
                <c:pt idx="2591">
                  <c:v>13099.5</c:v>
                </c:pt>
                <c:pt idx="2592">
                  <c:v>12243.67</c:v>
                </c:pt>
                <c:pt idx="2593">
                  <c:v>31664.59</c:v>
                </c:pt>
                <c:pt idx="2594">
                  <c:v>12370.9</c:v>
                </c:pt>
                <c:pt idx="2595">
                  <c:v>27008.42</c:v>
                </c:pt>
                <c:pt idx="2596">
                  <c:v>3789.51</c:v>
                </c:pt>
                <c:pt idx="2597">
                  <c:v>78667.78</c:v>
                </c:pt>
                <c:pt idx="2598">
                  <c:v>4202.16</c:v>
                </c:pt>
                <c:pt idx="2599">
                  <c:v>27419.84</c:v>
                </c:pt>
                <c:pt idx="2600">
                  <c:v>39220.06</c:v>
                </c:pt>
                <c:pt idx="2601">
                  <c:v>17829.71</c:v>
                </c:pt>
                <c:pt idx="2602">
                  <c:v>24829.5</c:v>
                </c:pt>
                <c:pt idx="2603">
                  <c:v>7526.07</c:v>
                </c:pt>
                <c:pt idx="2604">
                  <c:v>60574.12</c:v>
                </c:pt>
                <c:pt idx="2605">
                  <c:v>19372.22</c:v>
                </c:pt>
                <c:pt idx="2606">
                  <c:v>23619.85</c:v>
                </c:pt>
                <c:pt idx="2607">
                  <c:v>36010.83</c:v>
                </c:pt>
                <c:pt idx="2608">
                  <c:v>4483.07</c:v>
                </c:pt>
                <c:pt idx="2609">
                  <c:v>45644.82</c:v>
                </c:pt>
                <c:pt idx="2610">
                  <c:v>51221.78</c:v>
                </c:pt>
                <c:pt idx="2611">
                  <c:v>18939.59</c:v>
                </c:pt>
                <c:pt idx="2612">
                  <c:v>84165.27</c:v>
                </c:pt>
                <c:pt idx="2613">
                  <c:v>37292.980000000003</c:v>
                </c:pt>
                <c:pt idx="2614">
                  <c:v>27040.65</c:v>
                </c:pt>
                <c:pt idx="2615">
                  <c:v>10234.85</c:v>
                </c:pt>
                <c:pt idx="2616">
                  <c:v>32286.76</c:v>
                </c:pt>
                <c:pt idx="2617">
                  <c:v>53112.21</c:v>
                </c:pt>
                <c:pt idx="2618">
                  <c:v>32990.519999999997</c:v>
                </c:pt>
                <c:pt idx="2619">
                  <c:v>9511.68</c:v>
                </c:pt>
                <c:pt idx="2620">
                  <c:v>26658.67</c:v>
                </c:pt>
                <c:pt idx="2621">
                  <c:v>20375.740000000002</c:v>
                </c:pt>
                <c:pt idx="2622">
                  <c:v>21529.77</c:v>
                </c:pt>
                <c:pt idx="2623">
                  <c:v>18432</c:v>
                </c:pt>
                <c:pt idx="2624">
                  <c:v>22489.16</c:v>
                </c:pt>
                <c:pt idx="2625">
                  <c:v>7207.94</c:v>
                </c:pt>
                <c:pt idx="2626">
                  <c:v>97087.41</c:v>
                </c:pt>
                <c:pt idx="2627">
                  <c:v>10525.58</c:v>
                </c:pt>
                <c:pt idx="2628">
                  <c:v>14070.11</c:v>
                </c:pt>
                <c:pt idx="2629">
                  <c:v>26732.79</c:v>
                </c:pt>
                <c:pt idx="2630">
                  <c:v>23622.26</c:v>
                </c:pt>
                <c:pt idx="2631">
                  <c:v>8875.44</c:v>
                </c:pt>
                <c:pt idx="2632">
                  <c:v>75563.460000000006</c:v>
                </c:pt>
                <c:pt idx="2633">
                  <c:v>58337.78</c:v>
                </c:pt>
                <c:pt idx="2634">
                  <c:v>21060.27</c:v>
                </c:pt>
                <c:pt idx="2635">
                  <c:v>65058.15</c:v>
                </c:pt>
                <c:pt idx="2636">
                  <c:v>31661.7</c:v>
                </c:pt>
                <c:pt idx="2637">
                  <c:v>66068.86</c:v>
                </c:pt>
                <c:pt idx="2638">
                  <c:v>75831.240000000005</c:v>
                </c:pt>
                <c:pt idx="2639">
                  <c:v>1473.35</c:v>
                </c:pt>
                <c:pt idx="2640">
                  <c:v>101662.58</c:v>
                </c:pt>
                <c:pt idx="2641">
                  <c:v>24845.52</c:v>
                </c:pt>
                <c:pt idx="2642">
                  <c:v>56726.05</c:v>
                </c:pt>
                <c:pt idx="2643">
                  <c:v>7882.91</c:v>
                </c:pt>
                <c:pt idx="2644">
                  <c:v>1219.8399999999999</c:v>
                </c:pt>
                <c:pt idx="2645">
                  <c:v>59943.87</c:v>
                </c:pt>
                <c:pt idx="2646">
                  <c:v>6268.86</c:v>
                </c:pt>
                <c:pt idx="2647">
                  <c:v>4911.5</c:v>
                </c:pt>
                <c:pt idx="2648">
                  <c:v>19486.150000000001</c:v>
                </c:pt>
                <c:pt idx="2649">
                  <c:v>29176.59</c:v>
                </c:pt>
                <c:pt idx="2650">
                  <c:v>30157.78</c:v>
                </c:pt>
                <c:pt idx="2651">
                  <c:v>16397.89</c:v>
                </c:pt>
                <c:pt idx="2652">
                  <c:v>20925.009999999998</c:v>
                </c:pt>
                <c:pt idx="2653">
                  <c:v>9297.94</c:v>
                </c:pt>
                <c:pt idx="2654">
                  <c:v>19564.62</c:v>
                </c:pt>
                <c:pt idx="2655">
                  <c:v>19683.8</c:v>
                </c:pt>
                <c:pt idx="2656">
                  <c:v>10497.65</c:v>
                </c:pt>
                <c:pt idx="2657">
                  <c:v>54945.14</c:v>
                </c:pt>
                <c:pt idx="2658">
                  <c:v>63128.35</c:v>
                </c:pt>
                <c:pt idx="2659">
                  <c:v>10338.049999999999</c:v>
                </c:pt>
                <c:pt idx="2660">
                  <c:v>65167.199999999997</c:v>
                </c:pt>
                <c:pt idx="2661">
                  <c:v>20615.54</c:v>
                </c:pt>
                <c:pt idx="2662">
                  <c:v>40602.07</c:v>
                </c:pt>
                <c:pt idx="2663">
                  <c:v>14994.86</c:v>
                </c:pt>
                <c:pt idx="2664">
                  <c:v>39636.61</c:v>
                </c:pt>
                <c:pt idx="2665">
                  <c:v>2226.81</c:v>
                </c:pt>
                <c:pt idx="2666">
                  <c:v>82800.62</c:v>
                </c:pt>
                <c:pt idx="2667">
                  <c:v>59915.6</c:v>
                </c:pt>
                <c:pt idx="2668">
                  <c:v>10964.71</c:v>
                </c:pt>
                <c:pt idx="2669">
                  <c:v>7126.73</c:v>
                </c:pt>
                <c:pt idx="2670">
                  <c:v>38593.160000000003</c:v>
                </c:pt>
                <c:pt idx="2671">
                  <c:v>9683.23</c:v>
                </c:pt>
                <c:pt idx="2672">
                  <c:v>31542.42</c:v>
                </c:pt>
                <c:pt idx="2673">
                  <c:v>13481.37</c:v>
                </c:pt>
                <c:pt idx="2674">
                  <c:v>85672.02</c:v>
                </c:pt>
                <c:pt idx="2675">
                  <c:v>7641.87</c:v>
                </c:pt>
                <c:pt idx="2676">
                  <c:v>67946.34</c:v>
                </c:pt>
                <c:pt idx="2677">
                  <c:v>19449.95</c:v>
                </c:pt>
                <c:pt idx="2678">
                  <c:v>41303.050000000003</c:v>
                </c:pt>
                <c:pt idx="2679">
                  <c:v>67041.509999999995</c:v>
                </c:pt>
                <c:pt idx="2680">
                  <c:v>20464.13</c:v>
                </c:pt>
                <c:pt idx="2681">
                  <c:v>4954.82</c:v>
                </c:pt>
                <c:pt idx="2682">
                  <c:v>32516</c:v>
                </c:pt>
                <c:pt idx="2683">
                  <c:v>61445.73</c:v>
                </c:pt>
                <c:pt idx="2684">
                  <c:v>2832.58</c:v>
                </c:pt>
                <c:pt idx="2685">
                  <c:v>27253.54</c:v>
                </c:pt>
                <c:pt idx="2686">
                  <c:v>20947.669999999998</c:v>
                </c:pt>
                <c:pt idx="2687">
                  <c:v>53108.75</c:v>
                </c:pt>
                <c:pt idx="2688">
                  <c:v>41362.78</c:v>
                </c:pt>
                <c:pt idx="2689">
                  <c:v>77062.009999999995</c:v>
                </c:pt>
                <c:pt idx="2690">
                  <c:v>52665.17</c:v>
                </c:pt>
                <c:pt idx="2691">
                  <c:v>20610.95</c:v>
                </c:pt>
                <c:pt idx="2692">
                  <c:v>2853.85</c:v>
                </c:pt>
                <c:pt idx="2693">
                  <c:v>64142.94</c:v>
                </c:pt>
                <c:pt idx="2694">
                  <c:v>23299.89</c:v>
                </c:pt>
                <c:pt idx="2695">
                  <c:v>41596.699999999997</c:v>
                </c:pt>
                <c:pt idx="2696">
                  <c:v>21709.55</c:v>
                </c:pt>
                <c:pt idx="2697">
                  <c:v>13861.45</c:v>
                </c:pt>
                <c:pt idx="2698">
                  <c:v>16010.61</c:v>
                </c:pt>
                <c:pt idx="2699">
                  <c:v>17603.939999999999</c:v>
                </c:pt>
                <c:pt idx="2700">
                  <c:v>28061.56</c:v>
                </c:pt>
                <c:pt idx="2701">
                  <c:v>71298.009999999995</c:v>
                </c:pt>
                <c:pt idx="2702">
                  <c:v>10160.049999999999</c:v>
                </c:pt>
                <c:pt idx="2703">
                  <c:v>13926.53</c:v>
                </c:pt>
                <c:pt idx="2704">
                  <c:v>1546.02</c:v>
                </c:pt>
                <c:pt idx="2705">
                  <c:v>1066.6500000000001</c:v>
                </c:pt>
                <c:pt idx="2706">
                  <c:v>10356.34</c:v>
                </c:pt>
                <c:pt idx="2707">
                  <c:v>21578.29</c:v>
                </c:pt>
                <c:pt idx="2708">
                  <c:v>67737.89</c:v>
                </c:pt>
                <c:pt idx="2709">
                  <c:v>3773.61</c:v>
                </c:pt>
                <c:pt idx="2710">
                  <c:v>70183.240000000005</c:v>
                </c:pt>
                <c:pt idx="2711">
                  <c:v>10058.08</c:v>
                </c:pt>
                <c:pt idx="2712">
                  <c:v>5020.58</c:v>
                </c:pt>
                <c:pt idx="2713">
                  <c:v>38431.26</c:v>
                </c:pt>
                <c:pt idx="2714">
                  <c:v>24906.34</c:v>
                </c:pt>
                <c:pt idx="2715">
                  <c:v>9855.0300000000007</c:v>
                </c:pt>
                <c:pt idx="2716">
                  <c:v>30300.29</c:v>
                </c:pt>
                <c:pt idx="2717">
                  <c:v>41602.870000000003</c:v>
                </c:pt>
                <c:pt idx="2718">
                  <c:v>11229.31</c:v>
                </c:pt>
                <c:pt idx="2719">
                  <c:v>5997.81</c:v>
                </c:pt>
                <c:pt idx="2720">
                  <c:v>34148.33</c:v>
                </c:pt>
                <c:pt idx="2721">
                  <c:v>18800.3</c:v>
                </c:pt>
                <c:pt idx="2722">
                  <c:v>29664.12</c:v>
                </c:pt>
                <c:pt idx="2723">
                  <c:v>14414.62</c:v>
                </c:pt>
                <c:pt idx="2724">
                  <c:v>32626.44</c:v>
                </c:pt>
                <c:pt idx="2725">
                  <c:v>10516.33</c:v>
                </c:pt>
                <c:pt idx="2726">
                  <c:v>7671.67</c:v>
                </c:pt>
                <c:pt idx="2727">
                  <c:v>46298.45</c:v>
                </c:pt>
                <c:pt idx="2728">
                  <c:v>9097.3700000000008</c:v>
                </c:pt>
                <c:pt idx="2729">
                  <c:v>66058.350000000006</c:v>
                </c:pt>
                <c:pt idx="2730">
                  <c:v>15731.98</c:v>
                </c:pt>
                <c:pt idx="2731">
                  <c:v>34529.54</c:v>
                </c:pt>
                <c:pt idx="2732">
                  <c:v>14720.1</c:v>
                </c:pt>
                <c:pt idx="2733">
                  <c:v>27678.74</c:v>
                </c:pt>
                <c:pt idx="2734">
                  <c:v>11947.32</c:v>
                </c:pt>
                <c:pt idx="2735">
                  <c:v>7583.64</c:v>
                </c:pt>
                <c:pt idx="2736">
                  <c:v>40535.46</c:v>
                </c:pt>
                <c:pt idx="2737">
                  <c:v>10978.69</c:v>
                </c:pt>
                <c:pt idx="2738">
                  <c:v>7486.42</c:v>
                </c:pt>
                <c:pt idx="2739">
                  <c:v>60749.39</c:v>
                </c:pt>
                <c:pt idx="2740">
                  <c:v>9992.64</c:v>
                </c:pt>
                <c:pt idx="2741">
                  <c:v>9929.27</c:v>
                </c:pt>
                <c:pt idx="2742">
                  <c:v>8182.5</c:v>
                </c:pt>
                <c:pt idx="2743">
                  <c:v>59821.02</c:v>
                </c:pt>
                <c:pt idx="2744">
                  <c:v>26687.75</c:v>
                </c:pt>
                <c:pt idx="2745">
                  <c:v>50268.77</c:v>
                </c:pt>
                <c:pt idx="2746">
                  <c:v>4961.1899999999996</c:v>
                </c:pt>
                <c:pt idx="2747">
                  <c:v>33924.660000000003</c:v>
                </c:pt>
                <c:pt idx="2748">
                  <c:v>23007.279999999999</c:v>
                </c:pt>
                <c:pt idx="2749">
                  <c:v>8975.61</c:v>
                </c:pt>
                <c:pt idx="2750">
                  <c:v>10471.67</c:v>
                </c:pt>
                <c:pt idx="2751">
                  <c:v>47099.61</c:v>
                </c:pt>
                <c:pt idx="2752">
                  <c:v>14522.66</c:v>
                </c:pt>
                <c:pt idx="2753">
                  <c:v>16634.2</c:v>
                </c:pt>
                <c:pt idx="2754">
                  <c:v>46911.32</c:v>
                </c:pt>
                <c:pt idx="2755">
                  <c:v>55601.15</c:v>
                </c:pt>
                <c:pt idx="2756">
                  <c:v>1695.84</c:v>
                </c:pt>
                <c:pt idx="2757">
                  <c:v>56556.56</c:v>
                </c:pt>
                <c:pt idx="2758">
                  <c:v>19626.14</c:v>
                </c:pt>
                <c:pt idx="2759">
                  <c:v>23645.07</c:v>
                </c:pt>
                <c:pt idx="2760">
                  <c:v>47091.61</c:v>
                </c:pt>
                <c:pt idx="2761">
                  <c:v>2732.46</c:v>
                </c:pt>
                <c:pt idx="2762">
                  <c:v>36800.660000000003</c:v>
                </c:pt>
                <c:pt idx="2763">
                  <c:v>30460</c:v>
                </c:pt>
                <c:pt idx="2764">
                  <c:v>16274.37</c:v>
                </c:pt>
                <c:pt idx="2765">
                  <c:v>3632.31</c:v>
                </c:pt>
                <c:pt idx="2766">
                  <c:v>46810.34</c:v>
                </c:pt>
                <c:pt idx="2767">
                  <c:v>8381.5499999999993</c:v>
                </c:pt>
                <c:pt idx="2768">
                  <c:v>27461.14</c:v>
                </c:pt>
                <c:pt idx="2769">
                  <c:v>52228.6</c:v>
                </c:pt>
                <c:pt idx="2770">
                  <c:v>21401.89</c:v>
                </c:pt>
                <c:pt idx="2771">
                  <c:v>52965.99</c:v>
                </c:pt>
                <c:pt idx="2772">
                  <c:v>37135.57</c:v>
                </c:pt>
                <c:pt idx="2773">
                  <c:v>47031.39</c:v>
                </c:pt>
                <c:pt idx="2774">
                  <c:v>30469.79</c:v>
                </c:pt>
                <c:pt idx="2775">
                  <c:v>49448.7</c:v>
                </c:pt>
                <c:pt idx="2776">
                  <c:v>39299.21</c:v>
                </c:pt>
                <c:pt idx="2777">
                  <c:v>49461.05</c:v>
                </c:pt>
                <c:pt idx="2778">
                  <c:v>9843.34</c:v>
                </c:pt>
                <c:pt idx="2779">
                  <c:v>8649.43</c:v>
                </c:pt>
                <c:pt idx="2780">
                  <c:v>18070.64</c:v>
                </c:pt>
                <c:pt idx="2781">
                  <c:v>7017.1</c:v>
                </c:pt>
                <c:pt idx="2782">
                  <c:v>7621.46</c:v>
                </c:pt>
                <c:pt idx="2783">
                  <c:v>6379.19</c:v>
                </c:pt>
                <c:pt idx="2784">
                  <c:v>28104.59</c:v>
                </c:pt>
                <c:pt idx="2785">
                  <c:v>48118.61</c:v>
                </c:pt>
                <c:pt idx="2786">
                  <c:v>15762.85</c:v>
                </c:pt>
                <c:pt idx="2787">
                  <c:v>41179.379999999997</c:v>
                </c:pt>
                <c:pt idx="2788">
                  <c:v>36732.21</c:v>
                </c:pt>
                <c:pt idx="2789">
                  <c:v>3435.89</c:v>
                </c:pt>
                <c:pt idx="2790">
                  <c:v>4860.8900000000003</c:v>
                </c:pt>
                <c:pt idx="2791">
                  <c:v>11425.13</c:v>
                </c:pt>
                <c:pt idx="2792">
                  <c:v>48020.18</c:v>
                </c:pt>
                <c:pt idx="2793">
                  <c:v>33126.239999999998</c:v>
                </c:pt>
                <c:pt idx="2794">
                  <c:v>24082.799999999999</c:v>
                </c:pt>
                <c:pt idx="2795">
                  <c:v>39950.69</c:v>
                </c:pt>
                <c:pt idx="2796">
                  <c:v>4781.51</c:v>
                </c:pt>
                <c:pt idx="2797">
                  <c:v>12505.71</c:v>
                </c:pt>
                <c:pt idx="2798">
                  <c:v>19814.349999999999</c:v>
                </c:pt>
                <c:pt idx="2799">
                  <c:v>50397.35</c:v>
                </c:pt>
                <c:pt idx="2800">
                  <c:v>82195.009999999995</c:v>
                </c:pt>
                <c:pt idx="2801">
                  <c:v>30402.51</c:v>
                </c:pt>
                <c:pt idx="2802">
                  <c:v>26200.57</c:v>
                </c:pt>
                <c:pt idx="2803">
                  <c:v>29926.47</c:v>
                </c:pt>
                <c:pt idx="2804">
                  <c:v>10193.35</c:v>
                </c:pt>
                <c:pt idx="2805">
                  <c:v>9730.66</c:v>
                </c:pt>
                <c:pt idx="2806">
                  <c:v>41759.550000000003</c:v>
                </c:pt>
                <c:pt idx="2807">
                  <c:v>38493.46</c:v>
                </c:pt>
                <c:pt idx="2808">
                  <c:v>60110.58</c:v>
                </c:pt>
                <c:pt idx="2809">
                  <c:v>54341.7</c:v>
                </c:pt>
                <c:pt idx="2810">
                  <c:v>19271.79</c:v>
                </c:pt>
                <c:pt idx="2811">
                  <c:v>6164.32</c:v>
                </c:pt>
                <c:pt idx="2812">
                  <c:v>23517.9</c:v>
                </c:pt>
                <c:pt idx="2813">
                  <c:v>29819.439999999999</c:v>
                </c:pt>
                <c:pt idx="2814">
                  <c:v>36909.86</c:v>
                </c:pt>
                <c:pt idx="2815">
                  <c:v>7136.27</c:v>
                </c:pt>
                <c:pt idx="2816">
                  <c:v>17614.72</c:v>
                </c:pt>
                <c:pt idx="2817">
                  <c:v>53641.11</c:v>
                </c:pt>
                <c:pt idx="2818">
                  <c:v>29539.22</c:v>
                </c:pt>
                <c:pt idx="2819">
                  <c:v>17436.79</c:v>
                </c:pt>
                <c:pt idx="2820">
                  <c:v>3074.68</c:v>
                </c:pt>
                <c:pt idx="2821">
                  <c:v>75180.63</c:v>
                </c:pt>
                <c:pt idx="2822">
                  <c:v>47158.41</c:v>
                </c:pt>
                <c:pt idx="2823">
                  <c:v>1438.83</c:v>
                </c:pt>
                <c:pt idx="2824">
                  <c:v>72646.59</c:v>
                </c:pt>
                <c:pt idx="2825">
                  <c:v>20964.150000000001</c:v>
                </c:pt>
                <c:pt idx="2826">
                  <c:v>36416.61</c:v>
                </c:pt>
                <c:pt idx="2827">
                  <c:v>49699.12</c:v>
                </c:pt>
                <c:pt idx="2828">
                  <c:v>9871.3799999999992</c:v>
                </c:pt>
                <c:pt idx="2829">
                  <c:v>42031.64</c:v>
                </c:pt>
                <c:pt idx="2830">
                  <c:v>15557.89</c:v>
                </c:pt>
                <c:pt idx="2831">
                  <c:v>6602.02</c:v>
                </c:pt>
                <c:pt idx="2832">
                  <c:v>31122.21</c:v>
                </c:pt>
                <c:pt idx="2833">
                  <c:v>70016.100000000006</c:v>
                </c:pt>
                <c:pt idx="2834">
                  <c:v>2473.59</c:v>
                </c:pt>
                <c:pt idx="2835">
                  <c:v>12557.29</c:v>
                </c:pt>
                <c:pt idx="2836">
                  <c:v>66812.42</c:v>
                </c:pt>
                <c:pt idx="2837">
                  <c:v>3657.19</c:v>
                </c:pt>
                <c:pt idx="2838">
                  <c:v>3679.12</c:v>
                </c:pt>
                <c:pt idx="2839">
                  <c:v>7723.38</c:v>
                </c:pt>
                <c:pt idx="2840">
                  <c:v>17075.419999999998</c:v>
                </c:pt>
                <c:pt idx="2841">
                  <c:v>46813.57</c:v>
                </c:pt>
                <c:pt idx="2842">
                  <c:v>23260.34</c:v>
                </c:pt>
                <c:pt idx="2843">
                  <c:v>7809.12</c:v>
                </c:pt>
                <c:pt idx="2844">
                  <c:v>46898.46</c:v>
                </c:pt>
                <c:pt idx="2845">
                  <c:v>35042.239999999998</c:v>
                </c:pt>
                <c:pt idx="2846">
                  <c:v>51608.76</c:v>
                </c:pt>
                <c:pt idx="2847">
                  <c:v>69016.429999999993</c:v>
                </c:pt>
                <c:pt idx="2848">
                  <c:v>18700.599999999999</c:v>
                </c:pt>
                <c:pt idx="2849">
                  <c:v>2665.76</c:v>
                </c:pt>
                <c:pt idx="2850">
                  <c:v>27857.43</c:v>
                </c:pt>
                <c:pt idx="2851">
                  <c:v>38228.78</c:v>
                </c:pt>
                <c:pt idx="2852">
                  <c:v>28533.99</c:v>
                </c:pt>
                <c:pt idx="2853">
                  <c:v>58530.78</c:v>
                </c:pt>
                <c:pt idx="2854">
                  <c:v>75917.52</c:v>
                </c:pt>
                <c:pt idx="2855">
                  <c:v>6202.09</c:v>
                </c:pt>
                <c:pt idx="2856">
                  <c:v>24201.83</c:v>
                </c:pt>
                <c:pt idx="2857">
                  <c:v>10103.42</c:v>
                </c:pt>
                <c:pt idx="2858">
                  <c:v>3142.18</c:v>
                </c:pt>
                <c:pt idx="2859">
                  <c:v>42910.559999999998</c:v>
                </c:pt>
                <c:pt idx="2860">
                  <c:v>48530.43</c:v>
                </c:pt>
                <c:pt idx="2861">
                  <c:v>37108.32</c:v>
                </c:pt>
                <c:pt idx="2862">
                  <c:v>43970.64</c:v>
                </c:pt>
                <c:pt idx="2863">
                  <c:v>1734.03</c:v>
                </c:pt>
                <c:pt idx="2864">
                  <c:v>28007.11</c:v>
                </c:pt>
                <c:pt idx="2865">
                  <c:v>6204.79</c:v>
                </c:pt>
                <c:pt idx="2866">
                  <c:v>30342.16</c:v>
                </c:pt>
                <c:pt idx="2867">
                  <c:v>9114.27</c:v>
                </c:pt>
                <c:pt idx="2868">
                  <c:v>23929.919999999998</c:v>
                </c:pt>
                <c:pt idx="2869">
                  <c:v>3238.44</c:v>
                </c:pt>
                <c:pt idx="2870">
                  <c:v>33979.81</c:v>
                </c:pt>
                <c:pt idx="2871">
                  <c:v>68436.649999999994</c:v>
                </c:pt>
                <c:pt idx="2872">
                  <c:v>12359.8</c:v>
                </c:pt>
                <c:pt idx="2873">
                  <c:v>21966.65</c:v>
                </c:pt>
                <c:pt idx="2874">
                  <c:v>4294.51</c:v>
                </c:pt>
                <c:pt idx="2875">
                  <c:v>29175.68</c:v>
                </c:pt>
                <c:pt idx="2876">
                  <c:v>66333.61</c:v>
                </c:pt>
                <c:pt idx="2877">
                  <c:v>27850.47</c:v>
                </c:pt>
                <c:pt idx="2878">
                  <c:v>50009.02</c:v>
                </c:pt>
                <c:pt idx="2879">
                  <c:v>19342.89</c:v>
                </c:pt>
                <c:pt idx="2880">
                  <c:v>13152.35</c:v>
                </c:pt>
                <c:pt idx="2881">
                  <c:v>20050.13</c:v>
                </c:pt>
                <c:pt idx="2882">
                  <c:v>7961.62</c:v>
                </c:pt>
                <c:pt idx="2883">
                  <c:v>38027.300000000003</c:v>
                </c:pt>
                <c:pt idx="2884">
                  <c:v>32149.119999999999</c:v>
                </c:pt>
                <c:pt idx="2885">
                  <c:v>22619.96</c:v>
                </c:pt>
                <c:pt idx="2886">
                  <c:v>44312.52</c:v>
                </c:pt>
                <c:pt idx="2887">
                  <c:v>92873.18</c:v>
                </c:pt>
                <c:pt idx="2888">
                  <c:v>14690.43</c:v>
                </c:pt>
                <c:pt idx="2889">
                  <c:v>41446.44</c:v>
                </c:pt>
                <c:pt idx="2890">
                  <c:v>47548.1</c:v>
                </c:pt>
                <c:pt idx="2891">
                  <c:v>44080.93</c:v>
                </c:pt>
                <c:pt idx="2892">
                  <c:v>40239.199999999997</c:v>
                </c:pt>
                <c:pt idx="2893">
                  <c:v>17932.95</c:v>
                </c:pt>
                <c:pt idx="2894">
                  <c:v>62313.11</c:v>
                </c:pt>
                <c:pt idx="2895">
                  <c:v>75038.539999999994</c:v>
                </c:pt>
                <c:pt idx="2896">
                  <c:v>68787.39</c:v>
                </c:pt>
                <c:pt idx="2897">
                  <c:v>56784.17</c:v>
                </c:pt>
                <c:pt idx="2898">
                  <c:v>6306.11</c:v>
                </c:pt>
                <c:pt idx="2899">
                  <c:v>42024.72</c:v>
                </c:pt>
                <c:pt idx="2900">
                  <c:v>24474.76</c:v>
                </c:pt>
                <c:pt idx="2901">
                  <c:v>27919.87</c:v>
                </c:pt>
                <c:pt idx="2902">
                  <c:v>60909.83</c:v>
                </c:pt>
                <c:pt idx="2903">
                  <c:v>9786.15</c:v>
                </c:pt>
                <c:pt idx="2904">
                  <c:v>20073.080000000002</c:v>
                </c:pt>
                <c:pt idx="2905">
                  <c:v>18763.46</c:v>
                </c:pt>
                <c:pt idx="2906">
                  <c:v>28766.22</c:v>
                </c:pt>
                <c:pt idx="2907">
                  <c:v>11565.28</c:v>
                </c:pt>
                <c:pt idx="2908">
                  <c:v>51329.46</c:v>
                </c:pt>
                <c:pt idx="2909">
                  <c:v>34607.33</c:v>
                </c:pt>
                <c:pt idx="2910">
                  <c:v>30121.47</c:v>
                </c:pt>
                <c:pt idx="2911">
                  <c:v>26313.05</c:v>
                </c:pt>
                <c:pt idx="2912">
                  <c:v>16359</c:v>
                </c:pt>
                <c:pt idx="2913">
                  <c:v>33223.47</c:v>
                </c:pt>
                <c:pt idx="2914">
                  <c:v>89595.54</c:v>
                </c:pt>
                <c:pt idx="2915">
                  <c:v>33482.5</c:v>
                </c:pt>
                <c:pt idx="2916">
                  <c:v>22463.22</c:v>
                </c:pt>
                <c:pt idx="2917">
                  <c:v>5689.96</c:v>
                </c:pt>
                <c:pt idx="2918">
                  <c:v>2139.56</c:v>
                </c:pt>
                <c:pt idx="2919">
                  <c:v>6930.76</c:v>
                </c:pt>
                <c:pt idx="2920">
                  <c:v>24030.400000000001</c:v>
                </c:pt>
                <c:pt idx="2921">
                  <c:v>27343.8</c:v>
                </c:pt>
                <c:pt idx="2922">
                  <c:v>10176.02</c:v>
                </c:pt>
                <c:pt idx="2923">
                  <c:v>5682.03</c:v>
                </c:pt>
                <c:pt idx="2924">
                  <c:v>31583.95</c:v>
                </c:pt>
                <c:pt idx="2925">
                  <c:v>68610.61</c:v>
                </c:pt>
                <c:pt idx="2926">
                  <c:v>29259.97</c:v>
                </c:pt>
                <c:pt idx="2927">
                  <c:v>77906.22</c:v>
                </c:pt>
                <c:pt idx="2928">
                  <c:v>8559.77</c:v>
                </c:pt>
                <c:pt idx="2929">
                  <c:v>1402.31</c:v>
                </c:pt>
                <c:pt idx="2930">
                  <c:v>38741.120000000003</c:v>
                </c:pt>
                <c:pt idx="2931">
                  <c:v>87263.29</c:v>
                </c:pt>
                <c:pt idx="2932">
                  <c:v>14679.88</c:v>
                </c:pt>
                <c:pt idx="2933">
                  <c:v>25862.19</c:v>
                </c:pt>
                <c:pt idx="2934">
                  <c:v>16040.9</c:v>
                </c:pt>
                <c:pt idx="2935">
                  <c:v>17860.080000000002</c:v>
                </c:pt>
                <c:pt idx="2936">
                  <c:v>27548.83</c:v>
                </c:pt>
                <c:pt idx="2937">
                  <c:v>26165.78</c:v>
                </c:pt>
                <c:pt idx="2938">
                  <c:v>18181.61</c:v>
                </c:pt>
                <c:pt idx="2939">
                  <c:v>12281.54</c:v>
                </c:pt>
                <c:pt idx="2940">
                  <c:v>6283.81</c:v>
                </c:pt>
                <c:pt idx="2941">
                  <c:v>4302.91</c:v>
                </c:pt>
                <c:pt idx="2942">
                  <c:v>9684.93</c:v>
                </c:pt>
                <c:pt idx="2943">
                  <c:v>35511.129999999997</c:v>
                </c:pt>
                <c:pt idx="2944">
                  <c:v>26005.06</c:v>
                </c:pt>
                <c:pt idx="2945">
                  <c:v>86338.04</c:v>
                </c:pt>
                <c:pt idx="2946">
                  <c:v>21321.439999999999</c:v>
                </c:pt>
                <c:pt idx="2947">
                  <c:v>49866.35</c:v>
                </c:pt>
                <c:pt idx="2948">
                  <c:v>3522.74</c:v>
                </c:pt>
                <c:pt idx="2949">
                  <c:v>80909.429999999993</c:v>
                </c:pt>
                <c:pt idx="2950">
                  <c:v>33138.06</c:v>
                </c:pt>
                <c:pt idx="2951">
                  <c:v>3663.08</c:v>
                </c:pt>
                <c:pt idx="2952">
                  <c:v>41768.79</c:v>
                </c:pt>
                <c:pt idx="2953">
                  <c:v>30530.49</c:v>
                </c:pt>
                <c:pt idx="2954">
                  <c:v>47282.11</c:v>
                </c:pt>
                <c:pt idx="2955">
                  <c:v>43332.53</c:v>
                </c:pt>
                <c:pt idx="2956">
                  <c:v>17571.38</c:v>
                </c:pt>
                <c:pt idx="2957">
                  <c:v>51629.51</c:v>
                </c:pt>
                <c:pt idx="2958">
                  <c:v>86709.61</c:v>
                </c:pt>
                <c:pt idx="2959">
                  <c:v>42771.54</c:v>
                </c:pt>
                <c:pt idx="2960">
                  <c:v>16046.52</c:v>
                </c:pt>
                <c:pt idx="2961">
                  <c:v>78164.69</c:v>
                </c:pt>
                <c:pt idx="2962">
                  <c:v>46082.080000000002</c:v>
                </c:pt>
                <c:pt idx="2963">
                  <c:v>101683.68</c:v>
                </c:pt>
                <c:pt idx="2964">
                  <c:v>46859.51</c:v>
                </c:pt>
                <c:pt idx="2965">
                  <c:v>12501.14</c:v>
                </c:pt>
                <c:pt idx="2966">
                  <c:v>21650.79</c:v>
                </c:pt>
                <c:pt idx="2967">
                  <c:v>92799.63</c:v>
                </c:pt>
                <c:pt idx="2968">
                  <c:v>32888.019999999997</c:v>
                </c:pt>
                <c:pt idx="2969">
                  <c:v>70601.75</c:v>
                </c:pt>
                <c:pt idx="2970">
                  <c:v>73570.81</c:v>
                </c:pt>
                <c:pt idx="2971">
                  <c:v>27552.89</c:v>
                </c:pt>
                <c:pt idx="2972">
                  <c:v>17437.98</c:v>
                </c:pt>
                <c:pt idx="2973">
                  <c:v>4790.6000000000004</c:v>
                </c:pt>
                <c:pt idx="2974">
                  <c:v>50154.04</c:v>
                </c:pt>
                <c:pt idx="2975">
                  <c:v>17725.97</c:v>
                </c:pt>
                <c:pt idx="2976">
                  <c:v>33782.93</c:v>
                </c:pt>
                <c:pt idx="2977">
                  <c:v>28833.119999999999</c:v>
                </c:pt>
                <c:pt idx="2978">
                  <c:v>48598.2</c:v>
                </c:pt>
                <c:pt idx="2979">
                  <c:v>41854.47</c:v>
                </c:pt>
                <c:pt idx="2980">
                  <c:v>47703.78</c:v>
                </c:pt>
                <c:pt idx="2981">
                  <c:v>47134.18</c:v>
                </c:pt>
                <c:pt idx="2982">
                  <c:v>5461.27</c:v>
                </c:pt>
                <c:pt idx="2983">
                  <c:v>66643.820000000007</c:v>
                </c:pt>
                <c:pt idx="2984">
                  <c:v>12659.98</c:v>
                </c:pt>
                <c:pt idx="2985">
                  <c:v>8694.19</c:v>
                </c:pt>
                <c:pt idx="2986">
                  <c:v>8255.34</c:v>
                </c:pt>
                <c:pt idx="2987">
                  <c:v>19904.849999999999</c:v>
                </c:pt>
                <c:pt idx="2988">
                  <c:v>82294.899999999994</c:v>
                </c:pt>
                <c:pt idx="2989">
                  <c:v>37838.559999999998</c:v>
                </c:pt>
                <c:pt idx="2990">
                  <c:v>16443.37</c:v>
                </c:pt>
                <c:pt idx="2991">
                  <c:v>8709.25</c:v>
                </c:pt>
                <c:pt idx="2992">
                  <c:v>35251.4</c:v>
                </c:pt>
                <c:pt idx="2993">
                  <c:v>10257.49</c:v>
                </c:pt>
                <c:pt idx="2994">
                  <c:v>101882.55</c:v>
                </c:pt>
                <c:pt idx="2995">
                  <c:v>55827.1</c:v>
                </c:pt>
                <c:pt idx="2996">
                  <c:v>68320.820000000007</c:v>
                </c:pt>
                <c:pt idx="2997">
                  <c:v>6092.88</c:v>
                </c:pt>
                <c:pt idx="2998">
                  <c:v>85086.76</c:v>
                </c:pt>
                <c:pt idx="2999">
                  <c:v>24024.1</c:v>
                </c:pt>
                <c:pt idx="3000">
                  <c:v>26150.04</c:v>
                </c:pt>
                <c:pt idx="3001">
                  <c:v>71652.55</c:v>
                </c:pt>
                <c:pt idx="3002">
                  <c:v>7396.44</c:v>
                </c:pt>
                <c:pt idx="3003">
                  <c:v>13910.9</c:v>
                </c:pt>
                <c:pt idx="3004">
                  <c:v>15232.98</c:v>
                </c:pt>
                <c:pt idx="3005">
                  <c:v>12335.65</c:v>
                </c:pt>
                <c:pt idx="3006">
                  <c:v>57391.66</c:v>
                </c:pt>
                <c:pt idx="3007">
                  <c:v>44171.99</c:v>
                </c:pt>
                <c:pt idx="3008">
                  <c:v>45590.33</c:v>
                </c:pt>
                <c:pt idx="3009">
                  <c:v>11530.32</c:v>
                </c:pt>
                <c:pt idx="3010">
                  <c:v>20090.18</c:v>
                </c:pt>
                <c:pt idx="3011">
                  <c:v>9255.48</c:v>
                </c:pt>
                <c:pt idx="3012">
                  <c:v>27726.36</c:v>
                </c:pt>
                <c:pt idx="3013">
                  <c:v>22377.3</c:v>
                </c:pt>
                <c:pt idx="3014">
                  <c:v>38907.22</c:v>
                </c:pt>
                <c:pt idx="3015">
                  <c:v>12823.48</c:v>
                </c:pt>
                <c:pt idx="3016">
                  <c:v>74802.039999999994</c:v>
                </c:pt>
                <c:pt idx="3017">
                  <c:v>41682.800000000003</c:v>
                </c:pt>
                <c:pt idx="3018">
                  <c:v>60069.32</c:v>
                </c:pt>
                <c:pt idx="3019">
                  <c:v>27968.22</c:v>
                </c:pt>
                <c:pt idx="3020">
                  <c:v>5556.32</c:v>
                </c:pt>
                <c:pt idx="3021">
                  <c:v>10938.31</c:v>
                </c:pt>
                <c:pt idx="3022">
                  <c:v>62236.25</c:v>
                </c:pt>
                <c:pt idx="3023">
                  <c:v>12386.74</c:v>
                </c:pt>
                <c:pt idx="3024">
                  <c:v>37570.68</c:v>
                </c:pt>
                <c:pt idx="3025">
                  <c:v>45696.74</c:v>
                </c:pt>
                <c:pt idx="3026">
                  <c:v>57310.43</c:v>
                </c:pt>
                <c:pt idx="3027">
                  <c:v>39457.47</c:v>
                </c:pt>
                <c:pt idx="3028">
                  <c:v>47563.43</c:v>
                </c:pt>
                <c:pt idx="3029">
                  <c:v>3901.59</c:v>
                </c:pt>
                <c:pt idx="3030">
                  <c:v>46420.34</c:v>
                </c:pt>
                <c:pt idx="3031">
                  <c:v>34222.959999999999</c:v>
                </c:pt>
                <c:pt idx="3032">
                  <c:v>54951.61</c:v>
                </c:pt>
                <c:pt idx="3033">
                  <c:v>3542.76</c:v>
                </c:pt>
                <c:pt idx="3034">
                  <c:v>28226.99</c:v>
                </c:pt>
                <c:pt idx="3035">
                  <c:v>69010.539999999994</c:v>
                </c:pt>
                <c:pt idx="3036">
                  <c:v>19534.89</c:v>
                </c:pt>
                <c:pt idx="3037">
                  <c:v>34337.1</c:v>
                </c:pt>
                <c:pt idx="3038">
                  <c:v>29460.44</c:v>
                </c:pt>
                <c:pt idx="3039">
                  <c:v>14810.29</c:v>
                </c:pt>
                <c:pt idx="3040">
                  <c:v>6643.44</c:v>
                </c:pt>
                <c:pt idx="3041">
                  <c:v>12514.32</c:v>
                </c:pt>
                <c:pt idx="3042">
                  <c:v>5167.05</c:v>
                </c:pt>
                <c:pt idx="3043">
                  <c:v>56072.959999999999</c:v>
                </c:pt>
                <c:pt idx="3044">
                  <c:v>22880.06</c:v>
                </c:pt>
                <c:pt idx="3045">
                  <c:v>37142.07</c:v>
                </c:pt>
                <c:pt idx="3046">
                  <c:v>44330.9</c:v>
                </c:pt>
                <c:pt idx="3047">
                  <c:v>7083.37</c:v>
                </c:pt>
                <c:pt idx="3048">
                  <c:v>5039.62</c:v>
                </c:pt>
                <c:pt idx="3049">
                  <c:v>68005.460000000006</c:v>
                </c:pt>
                <c:pt idx="3050">
                  <c:v>37411.08</c:v>
                </c:pt>
                <c:pt idx="3051">
                  <c:v>16270.67</c:v>
                </c:pt>
                <c:pt idx="3052">
                  <c:v>56331.64</c:v>
                </c:pt>
                <c:pt idx="3053">
                  <c:v>16201.87</c:v>
                </c:pt>
                <c:pt idx="3054">
                  <c:v>12365.93</c:v>
                </c:pt>
                <c:pt idx="3055">
                  <c:v>7661.37</c:v>
                </c:pt>
                <c:pt idx="3056">
                  <c:v>11657.02</c:v>
                </c:pt>
                <c:pt idx="3057">
                  <c:v>13227.82</c:v>
                </c:pt>
                <c:pt idx="3058">
                  <c:v>17570.349999999999</c:v>
                </c:pt>
                <c:pt idx="3059">
                  <c:v>3734.7</c:v>
                </c:pt>
                <c:pt idx="3060">
                  <c:v>13053.28</c:v>
                </c:pt>
                <c:pt idx="3061">
                  <c:v>76643.360000000001</c:v>
                </c:pt>
                <c:pt idx="3062">
                  <c:v>36864.58</c:v>
                </c:pt>
                <c:pt idx="3063">
                  <c:v>53374.42</c:v>
                </c:pt>
                <c:pt idx="3064">
                  <c:v>42137.13</c:v>
                </c:pt>
                <c:pt idx="3065">
                  <c:v>54573.23</c:v>
                </c:pt>
                <c:pt idx="3066">
                  <c:v>32194.45</c:v>
                </c:pt>
                <c:pt idx="3067">
                  <c:v>21720.01</c:v>
                </c:pt>
                <c:pt idx="3068">
                  <c:v>49805.78</c:v>
                </c:pt>
                <c:pt idx="3069">
                  <c:v>14157.15</c:v>
                </c:pt>
                <c:pt idx="3070">
                  <c:v>28550.560000000001</c:v>
                </c:pt>
                <c:pt idx="3071">
                  <c:v>7585.32</c:v>
                </c:pt>
                <c:pt idx="3072">
                  <c:v>18090.2</c:v>
                </c:pt>
                <c:pt idx="3073">
                  <c:v>10177.959999999999</c:v>
                </c:pt>
                <c:pt idx="3074">
                  <c:v>49405.19</c:v>
                </c:pt>
                <c:pt idx="3075">
                  <c:v>32031.91</c:v>
                </c:pt>
                <c:pt idx="3076">
                  <c:v>42672.84</c:v>
                </c:pt>
                <c:pt idx="3077">
                  <c:v>30846.19</c:v>
                </c:pt>
                <c:pt idx="3078">
                  <c:v>23212.400000000001</c:v>
                </c:pt>
                <c:pt idx="3079">
                  <c:v>9370.75</c:v>
                </c:pt>
                <c:pt idx="3080">
                  <c:v>13428.07</c:v>
                </c:pt>
                <c:pt idx="3081">
                  <c:v>53111.46</c:v>
                </c:pt>
                <c:pt idx="3082">
                  <c:v>14665.61</c:v>
                </c:pt>
                <c:pt idx="3083">
                  <c:v>63379.54</c:v>
                </c:pt>
                <c:pt idx="3084">
                  <c:v>41158.31</c:v>
                </c:pt>
                <c:pt idx="3085">
                  <c:v>66007.37</c:v>
                </c:pt>
                <c:pt idx="3086">
                  <c:v>2790.57</c:v>
                </c:pt>
                <c:pt idx="3087">
                  <c:v>25362.2</c:v>
                </c:pt>
                <c:pt idx="3088">
                  <c:v>31819.41</c:v>
                </c:pt>
                <c:pt idx="3089">
                  <c:v>8638.08</c:v>
                </c:pt>
                <c:pt idx="3090">
                  <c:v>13629.89</c:v>
                </c:pt>
                <c:pt idx="3091">
                  <c:v>36624.1</c:v>
                </c:pt>
                <c:pt idx="3092">
                  <c:v>4654.6000000000004</c:v>
                </c:pt>
                <c:pt idx="3093">
                  <c:v>10287.86</c:v>
                </c:pt>
                <c:pt idx="3094">
                  <c:v>6414.11</c:v>
                </c:pt>
                <c:pt idx="3095">
                  <c:v>55794.58</c:v>
                </c:pt>
                <c:pt idx="3096">
                  <c:v>62070.71</c:v>
                </c:pt>
                <c:pt idx="3097">
                  <c:v>56651.87</c:v>
                </c:pt>
                <c:pt idx="3098">
                  <c:v>46000.24</c:v>
                </c:pt>
                <c:pt idx="3099">
                  <c:v>35778.29</c:v>
                </c:pt>
                <c:pt idx="3100">
                  <c:v>16195.49</c:v>
                </c:pt>
                <c:pt idx="3101">
                  <c:v>28169.16</c:v>
                </c:pt>
                <c:pt idx="3102">
                  <c:v>24669.119999999999</c:v>
                </c:pt>
                <c:pt idx="3103">
                  <c:v>13707.29</c:v>
                </c:pt>
                <c:pt idx="3104">
                  <c:v>6151.22</c:v>
                </c:pt>
                <c:pt idx="3105">
                  <c:v>24233.01</c:v>
                </c:pt>
                <c:pt idx="3106">
                  <c:v>69243.13</c:v>
                </c:pt>
                <c:pt idx="3107">
                  <c:v>34925.839999999997</c:v>
                </c:pt>
                <c:pt idx="3108">
                  <c:v>38890.43</c:v>
                </c:pt>
                <c:pt idx="3109">
                  <c:v>15990.39</c:v>
                </c:pt>
                <c:pt idx="3110">
                  <c:v>18829.689999999999</c:v>
                </c:pt>
                <c:pt idx="3111">
                  <c:v>18531.32</c:v>
                </c:pt>
                <c:pt idx="3112">
                  <c:v>2603.04</c:v>
                </c:pt>
                <c:pt idx="3113">
                  <c:v>6067.95</c:v>
                </c:pt>
                <c:pt idx="3114">
                  <c:v>21894.61</c:v>
                </c:pt>
                <c:pt idx="3115">
                  <c:v>49262.54</c:v>
                </c:pt>
                <c:pt idx="3116">
                  <c:v>2667.55</c:v>
                </c:pt>
                <c:pt idx="3117">
                  <c:v>25015.03</c:v>
                </c:pt>
                <c:pt idx="3118">
                  <c:v>22751.48</c:v>
                </c:pt>
                <c:pt idx="3119">
                  <c:v>7753.8</c:v>
                </c:pt>
                <c:pt idx="3120">
                  <c:v>92492.91</c:v>
                </c:pt>
                <c:pt idx="3121">
                  <c:v>23173.86</c:v>
                </c:pt>
                <c:pt idx="3122">
                  <c:v>1591.36</c:v>
                </c:pt>
                <c:pt idx="3123">
                  <c:v>23385.279999999999</c:v>
                </c:pt>
                <c:pt idx="3124">
                  <c:v>7985.92</c:v>
                </c:pt>
                <c:pt idx="3125">
                  <c:v>57192.11</c:v>
                </c:pt>
                <c:pt idx="3126">
                  <c:v>10473.59</c:v>
                </c:pt>
                <c:pt idx="3127">
                  <c:v>21169.21</c:v>
                </c:pt>
                <c:pt idx="3128">
                  <c:v>30624.240000000002</c:v>
                </c:pt>
                <c:pt idx="3129">
                  <c:v>56362.96</c:v>
                </c:pt>
                <c:pt idx="3130">
                  <c:v>13912.89</c:v>
                </c:pt>
                <c:pt idx="3131">
                  <c:v>17326.47</c:v>
                </c:pt>
                <c:pt idx="3132">
                  <c:v>13394.86</c:v>
                </c:pt>
                <c:pt idx="3133">
                  <c:v>36947.32</c:v>
                </c:pt>
                <c:pt idx="3134">
                  <c:v>13651.25</c:v>
                </c:pt>
                <c:pt idx="3135">
                  <c:v>30915.61</c:v>
                </c:pt>
                <c:pt idx="3136">
                  <c:v>16065.19</c:v>
                </c:pt>
                <c:pt idx="3137">
                  <c:v>7970.78</c:v>
                </c:pt>
                <c:pt idx="3138">
                  <c:v>38201.78</c:v>
                </c:pt>
                <c:pt idx="3139">
                  <c:v>7939.7</c:v>
                </c:pt>
                <c:pt idx="3140">
                  <c:v>27496.73</c:v>
                </c:pt>
                <c:pt idx="3141">
                  <c:v>1228.8900000000001</c:v>
                </c:pt>
                <c:pt idx="3142">
                  <c:v>43265.88</c:v>
                </c:pt>
                <c:pt idx="3143">
                  <c:v>42378.59</c:v>
                </c:pt>
                <c:pt idx="3144">
                  <c:v>15523.79</c:v>
                </c:pt>
                <c:pt idx="3145">
                  <c:v>12362.28</c:v>
                </c:pt>
                <c:pt idx="3146">
                  <c:v>38851.129999999997</c:v>
                </c:pt>
                <c:pt idx="3147">
                  <c:v>56811.51</c:v>
                </c:pt>
                <c:pt idx="3148">
                  <c:v>19646.39</c:v>
                </c:pt>
                <c:pt idx="3149">
                  <c:v>10321.48</c:v>
                </c:pt>
                <c:pt idx="3150">
                  <c:v>17961.62</c:v>
                </c:pt>
                <c:pt idx="3151">
                  <c:v>11434.67</c:v>
                </c:pt>
                <c:pt idx="3152">
                  <c:v>7135.99</c:v>
                </c:pt>
                <c:pt idx="3153">
                  <c:v>29364.47</c:v>
                </c:pt>
                <c:pt idx="3154">
                  <c:v>90495.18</c:v>
                </c:pt>
                <c:pt idx="3155">
                  <c:v>64264.44</c:v>
                </c:pt>
                <c:pt idx="3156">
                  <c:v>7639.3</c:v>
                </c:pt>
                <c:pt idx="3157">
                  <c:v>45624.01</c:v>
                </c:pt>
                <c:pt idx="3158">
                  <c:v>5813.61</c:v>
                </c:pt>
                <c:pt idx="3159">
                  <c:v>7648.84</c:v>
                </c:pt>
                <c:pt idx="3160">
                  <c:v>20215.900000000001</c:v>
                </c:pt>
                <c:pt idx="3161">
                  <c:v>20673.2</c:v>
                </c:pt>
                <c:pt idx="3162">
                  <c:v>64010.02</c:v>
                </c:pt>
                <c:pt idx="3163">
                  <c:v>82037.509999999995</c:v>
                </c:pt>
                <c:pt idx="3164">
                  <c:v>6684.68</c:v>
                </c:pt>
                <c:pt idx="3165">
                  <c:v>10673.06</c:v>
                </c:pt>
                <c:pt idx="3166">
                  <c:v>27825.85</c:v>
                </c:pt>
                <c:pt idx="3167">
                  <c:v>18224.7</c:v>
                </c:pt>
                <c:pt idx="3168">
                  <c:v>25788.74</c:v>
                </c:pt>
                <c:pt idx="3169">
                  <c:v>88033.65</c:v>
                </c:pt>
                <c:pt idx="3170">
                  <c:v>3241.91</c:v>
                </c:pt>
                <c:pt idx="3171">
                  <c:v>2623.04</c:v>
                </c:pt>
                <c:pt idx="3172">
                  <c:v>52953.96</c:v>
                </c:pt>
                <c:pt idx="3173">
                  <c:v>10878.51</c:v>
                </c:pt>
                <c:pt idx="3174">
                  <c:v>29174.12</c:v>
                </c:pt>
                <c:pt idx="3175">
                  <c:v>1260.6400000000001</c:v>
                </c:pt>
                <c:pt idx="3176">
                  <c:v>8959.7999999999993</c:v>
                </c:pt>
                <c:pt idx="3177">
                  <c:v>28515.86</c:v>
                </c:pt>
                <c:pt idx="3178">
                  <c:v>29008.1</c:v>
                </c:pt>
                <c:pt idx="3179">
                  <c:v>22315.02</c:v>
                </c:pt>
                <c:pt idx="3180">
                  <c:v>36499.58</c:v>
                </c:pt>
                <c:pt idx="3181">
                  <c:v>19995.57</c:v>
                </c:pt>
                <c:pt idx="3182">
                  <c:v>40793.31</c:v>
                </c:pt>
                <c:pt idx="3183">
                  <c:v>13760.08</c:v>
                </c:pt>
                <c:pt idx="3184">
                  <c:v>88173.64</c:v>
                </c:pt>
                <c:pt idx="3185">
                  <c:v>42915.11</c:v>
                </c:pt>
                <c:pt idx="3186">
                  <c:v>53142.41</c:v>
                </c:pt>
                <c:pt idx="3187">
                  <c:v>36513.980000000003</c:v>
                </c:pt>
                <c:pt idx="3188">
                  <c:v>50877.79</c:v>
                </c:pt>
                <c:pt idx="3189">
                  <c:v>1553.28</c:v>
                </c:pt>
                <c:pt idx="3190">
                  <c:v>6972.05</c:v>
                </c:pt>
                <c:pt idx="3191">
                  <c:v>23026.91</c:v>
                </c:pt>
                <c:pt idx="3192">
                  <c:v>44597.23</c:v>
                </c:pt>
                <c:pt idx="3193">
                  <c:v>44527.56</c:v>
                </c:pt>
                <c:pt idx="3194">
                  <c:v>23191.09</c:v>
                </c:pt>
                <c:pt idx="3195">
                  <c:v>41759.99</c:v>
                </c:pt>
                <c:pt idx="3196">
                  <c:v>19471</c:v>
                </c:pt>
                <c:pt idx="3197">
                  <c:v>15261.71</c:v>
                </c:pt>
                <c:pt idx="3198">
                  <c:v>70037.31</c:v>
                </c:pt>
                <c:pt idx="3199">
                  <c:v>19352.740000000002</c:v>
                </c:pt>
                <c:pt idx="3200">
                  <c:v>29749.07</c:v>
                </c:pt>
                <c:pt idx="3201">
                  <c:v>34545.26</c:v>
                </c:pt>
                <c:pt idx="3202">
                  <c:v>52038.68</c:v>
                </c:pt>
                <c:pt idx="3203">
                  <c:v>33100.25</c:v>
                </c:pt>
                <c:pt idx="3204">
                  <c:v>85495.31</c:v>
                </c:pt>
                <c:pt idx="3205">
                  <c:v>36020.57</c:v>
                </c:pt>
                <c:pt idx="3206">
                  <c:v>31625.5</c:v>
                </c:pt>
                <c:pt idx="3207">
                  <c:v>54249.43</c:v>
                </c:pt>
                <c:pt idx="3208">
                  <c:v>76093.86</c:v>
                </c:pt>
                <c:pt idx="3209">
                  <c:v>6802.15</c:v>
                </c:pt>
                <c:pt idx="3210">
                  <c:v>18526.28</c:v>
                </c:pt>
                <c:pt idx="3211">
                  <c:v>4465.8999999999996</c:v>
                </c:pt>
                <c:pt idx="3212">
                  <c:v>48983.6</c:v>
                </c:pt>
                <c:pt idx="3213">
                  <c:v>27657.25</c:v>
                </c:pt>
                <c:pt idx="3214">
                  <c:v>17262.91</c:v>
                </c:pt>
                <c:pt idx="3215">
                  <c:v>27996.98</c:v>
                </c:pt>
                <c:pt idx="3216">
                  <c:v>47421.8</c:v>
                </c:pt>
                <c:pt idx="3217">
                  <c:v>19855.14</c:v>
                </c:pt>
                <c:pt idx="3218">
                  <c:v>13227.43</c:v>
                </c:pt>
                <c:pt idx="3219">
                  <c:v>69743.740000000005</c:v>
                </c:pt>
                <c:pt idx="3220">
                  <c:v>32788.46</c:v>
                </c:pt>
                <c:pt idx="3221">
                  <c:v>38118.47</c:v>
                </c:pt>
                <c:pt idx="3222">
                  <c:v>42080.81</c:v>
                </c:pt>
                <c:pt idx="3223">
                  <c:v>3096.57</c:v>
                </c:pt>
                <c:pt idx="3224">
                  <c:v>8815.2800000000007</c:v>
                </c:pt>
                <c:pt idx="3225">
                  <c:v>9504.1</c:v>
                </c:pt>
                <c:pt idx="3226">
                  <c:v>10450.44</c:v>
                </c:pt>
                <c:pt idx="3227">
                  <c:v>18154.580000000002</c:v>
                </c:pt>
                <c:pt idx="3228">
                  <c:v>9532.93</c:v>
                </c:pt>
                <c:pt idx="3229">
                  <c:v>25889.35</c:v>
                </c:pt>
                <c:pt idx="3230">
                  <c:v>1771.8</c:v>
                </c:pt>
                <c:pt idx="3231">
                  <c:v>9439.32</c:v>
                </c:pt>
                <c:pt idx="3232">
                  <c:v>4776.37</c:v>
                </c:pt>
                <c:pt idx="3233">
                  <c:v>4817.75</c:v>
                </c:pt>
                <c:pt idx="3234">
                  <c:v>20721.41</c:v>
                </c:pt>
                <c:pt idx="3235">
                  <c:v>18754.93</c:v>
                </c:pt>
                <c:pt idx="3236">
                  <c:v>23387.05</c:v>
                </c:pt>
                <c:pt idx="3237">
                  <c:v>89315.31</c:v>
                </c:pt>
                <c:pt idx="3238">
                  <c:v>69867.11</c:v>
                </c:pt>
                <c:pt idx="3239">
                  <c:v>9491.1</c:v>
                </c:pt>
                <c:pt idx="3240">
                  <c:v>9366.3799999999992</c:v>
                </c:pt>
                <c:pt idx="3241">
                  <c:v>100803.68</c:v>
                </c:pt>
                <c:pt idx="3242">
                  <c:v>37108.129999999997</c:v>
                </c:pt>
                <c:pt idx="3243">
                  <c:v>9211.0400000000009</c:v>
                </c:pt>
                <c:pt idx="3244">
                  <c:v>77486.12</c:v>
                </c:pt>
                <c:pt idx="3245">
                  <c:v>16172.26</c:v>
                </c:pt>
                <c:pt idx="3246">
                  <c:v>39072.28</c:v>
                </c:pt>
                <c:pt idx="3247">
                  <c:v>35038.65</c:v>
                </c:pt>
                <c:pt idx="3248">
                  <c:v>69922.350000000006</c:v>
                </c:pt>
                <c:pt idx="3249">
                  <c:v>36971.9</c:v>
                </c:pt>
                <c:pt idx="3250">
                  <c:v>82225.61</c:v>
                </c:pt>
                <c:pt idx="3251">
                  <c:v>10420.67</c:v>
                </c:pt>
                <c:pt idx="3252">
                  <c:v>37686.1</c:v>
                </c:pt>
                <c:pt idx="3253">
                  <c:v>5297.03</c:v>
                </c:pt>
                <c:pt idx="3254">
                  <c:v>10745.6</c:v>
                </c:pt>
                <c:pt idx="3255">
                  <c:v>24574.36</c:v>
                </c:pt>
                <c:pt idx="3256">
                  <c:v>8206.84</c:v>
                </c:pt>
                <c:pt idx="3257">
                  <c:v>15613.52</c:v>
                </c:pt>
                <c:pt idx="3258">
                  <c:v>70360.160000000003</c:v>
                </c:pt>
                <c:pt idx="3259">
                  <c:v>8611.16</c:v>
                </c:pt>
                <c:pt idx="3260">
                  <c:v>1808.28</c:v>
                </c:pt>
                <c:pt idx="3261">
                  <c:v>8506</c:v>
                </c:pt>
                <c:pt idx="3262">
                  <c:v>27923.62</c:v>
                </c:pt>
                <c:pt idx="3263">
                  <c:v>35410.83</c:v>
                </c:pt>
                <c:pt idx="3264">
                  <c:v>32337.73</c:v>
                </c:pt>
                <c:pt idx="3265">
                  <c:v>50276.13</c:v>
                </c:pt>
                <c:pt idx="3266">
                  <c:v>56765.71</c:v>
                </c:pt>
                <c:pt idx="3267">
                  <c:v>12667.05</c:v>
                </c:pt>
                <c:pt idx="3268">
                  <c:v>18709.740000000002</c:v>
                </c:pt>
                <c:pt idx="3269">
                  <c:v>54167.59</c:v>
                </c:pt>
                <c:pt idx="3270">
                  <c:v>22702.36</c:v>
                </c:pt>
                <c:pt idx="3271">
                  <c:v>3611.1</c:v>
                </c:pt>
                <c:pt idx="3272">
                  <c:v>2820.55</c:v>
                </c:pt>
                <c:pt idx="3273">
                  <c:v>76344.03</c:v>
                </c:pt>
                <c:pt idx="3274">
                  <c:v>25782.65</c:v>
                </c:pt>
                <c:pt idx="3275">
                  <c:v>5583.87</c:v>
                </c:pt>
                <c:pt idx="3276">
                  <c:v>38838.239999999998</c:v>
                </c:pt>
                <c:pt idx="3277">
                  <c:v>47553.09</c:v>
                </c:pt>
                <c:pt idx="3278">
                  <c:v>30665.38</c:v>
                </c:pt>
                <c:pt idx="3279">
                  <c:v>36327.9</c:v>
                </c:pt>
                <c:pt idx="3280">
                  <c:v>40217.18</c:v>
                </c:pt>
                <c:pt idx="3281">
                  <c:v>37076.339999999997</c:v>
                </c:pt>
                <c:pt idx="3282">
                  <c:v>11405.5</c:v>
                </c:pt>
                <c:pt idx="3283">
                  <c:v>26972.19</c:v>
                </c:pt>
                <c:pt idx="3284">
                  <c:v>8246.16</c:v>
                </c:pt>
                <c:pt idx="3285">
                  <c:v>11900.91</c:v>
                </c:pt>
                <c:pt idx="3286">
                  <c:v>19635.05</c:v>
                </c:pt>
                <c:pt idx="3287">
                  <c:v>9290.4</c:v>
                </c:pt>
                <c:pt idx="3288">
                  <c:v>2492.04</c:v>
                </c:pt>
                <c:pt idx="3289">
                  <c:v>30035.59</c:v>
                </c:pt>
                <c:pt idx="3290">
                  <c:v>49847.11</c:v>
                </c:pt>
                <c:pt idx="3291">
                  <c:v>57669.36</c:v>
                </c:pt>
                <c:pt idx="3292">
                  <c:v>46225.41</c:v>
                </c:pt>
                <c:pt idx="3293">
                  <c:v>27319.07</c:v>
                </c:pt>
                <c:pt idx="3294">
                  <c:v>26358.52</c:v>
                </c:pt>
                <c:pt idx="3295">
                  <c:v>13947.51</c:v>
                </c:pt>
                <c:pt idx="3296">
                  <c:v>21543.31</c:v>
                </c:pt>
                <c:pt idx="3297">
                  <c:v>17392.79</c:v>
                </c:pt>
                <c:pt idx="3298">
                  <c:v>47521.66</c:v>
                </c:pt>
                <c:pt idx="3299">
                  <c:v>27698.79</c:v>
                </c:pt>
                <c:pt idx="3300">
                  <c:v>2438.98</c:v>
                </c:pt>
                <c:pt idx="3301">
                  <c:v>14268.05</c:v>
                </c:pt>
                <c:pt idx="3302">
                  <c:v>17008.080000000002</c:v>
                </c:pt>
                <c:pt idx="3303">
                  <c:v>61233.65</c:v>
                </c:pt>
                <c:pt idx="3304">
                  <c:v>23632.73</c:v>
                </c:pt>
                <c:pt idx="3305">
                  <c:v>20873.849999999999</c:v>
                </c:pt>
                <c:pt idx="3306">
                  <c:v>70954.759999999995</c:v>
                </c:pt>
                <c:pt idx="3307">
                  <c:v>28974.639999999999</c:v>
                </c:pt>
                <c:pt idx="3308">
                  <c:v>84661.89</c:v>
                </c:pt>
                <c:pt idx="3309">
                  <c:v>12545.51</c:v>
                </c:pt>
                <c:pt idx="3310">
                  <c:v>34282.400000000001</c:v>
                </c:pt>
                <c:pt idx="3311">
                  <c:v>9871</c:v>
                </c:pt>
                <c:pt idx="3312">
                  <c:v>77107.55</c:v>
                </c:pt>
                <c:pt idx="3313">
                  <c:v>42000.21</c:v>
                </c:pt>
                <c:pt idx="3314">
                  <c:v>56810.25</c:v>
                </c:pt>
                <c:pt idx="3315">
                  <c:v>54251.6</c:v>
                </c:pt>
                <c:pt idx="3316">
                  <c:v>52675.91</c:v>
                </c:pt>
                <c:pt idx="3317">
                  <c:v>93077.78</c:v>
                </c:pt>
                <c:pt idx="3318">
                  <c:v>49356.03</c:v>
                </c:pt>
                <c:pt idx="3319">
                  <c:v>33567.83</c:v>
                </c:pt>
                <c:pt idx="3320">
                  <c:v>3698.54</c:v>
                </c:pt>
                <c:pt idx="3321">
                  <c:v>9169.65</c:v>
                </c:pt>
                <c:pt idx="3322">
                  <c:v>34794.730000000003</c:v>
                </c:pt>
                <c:pt idx="3323">
                  <c:v>77877.73</c:v>
                </c:pt>
                <c:pt idx="3324">
                  <c:v>10777.6</c:v>
                </c:pt>
                <c:pt idx="3325">
                  <c:v>31357.200000000001</c:v>
                </c:pt>
                <c:pt idx="3326">
                  <c:v>34123.64</c:v>
                </c:pt>
                <c:pt idx="3327">
                  <c:v>51300.480000000003</c:v>
                </c:pt>
                <c:pt idx="3328">
                  <c:v>8213.56</c:v>
                </c:pt>
                <c:pt idx="3329">
                  <c:v>37230.43</c:v>
                </c:pt>
                <c:pt idx="3330">
                  <c:v>2944.79</c:v>
                </c:pt>
                <c:pt idx="3331">
                  <c:v>15781.55</c:v>
                </c:pt>
                <c:pt idx="3332">
                  <c:v>3717.69</c:v>
                </c:pt>
                <c:pt idx="3333">
                  <c:v>73795.679999999993</c:v>
                </c:pt>
                <c:pt idx="3334">
                  <c:v>37582.239999999998</c:v>
                </c:pt>
                <c:pt idx="3335">
                  <c:v>14592.63</c:v>
                </c:pt>
                <c:pt idx="3336">
                  <c:v>67415.3</c:v>
                </c:pt>
                <c:pt idx="3337">
                  <c:v>46565.23</c:v>
                </c:pt>
                <c:pt idx="3338">
                  <c:v>25502.82</c:v>
                </c:pt>
                <c:pt idx="3339">
                  <c:v>40206.550000000003</c:v>
                </c:pt>
                <c:pt idx="3340">
                  <c:v>19300.07</c:v>
                </c:pt>
                <c:pt idx="3341">
                  <c:v>9918.7999999999993</c:v>
                </c:pt>
                <c:pt idx="3342">
                  <c:v>20072.66</c:v>
                </c:pt>
                <c:pt idx="3343">
                  <c:v>30060.61</c:v>
                </c:pt>
                <c:pt idx="3344">
                  <c:v>23513.23</c:v>
                </c:pt>
                <c:pt idx="3345">
                  <c:v>53777.87</c:v>
                </c:pt>
                <c:pt idx="3346">
                  <c:v>36722.449999999997</c:v>
                </c:pt>
                <c:pt idx="3347">
                  <c:v>51344.18</c:v>
                </c:pt>
                <c:pt idx="3348">
                  <c:v>74952.7</c:v>
                </c:pt>
                <c:pt idx="3349">
                  <c:v>5568.26</c:v>
                </c:pt>
                <c:pt idx="3350">
                  <c:v>15212.9</c:v>
                </c:pt>
                <c:pt idx="3351">
                  <c:v>27576.99</c:v>
                </c:pt>
                <c:pt idx="3352">
                  <c:v>24146.22</c:v>
                </c:pt>
                <c:pt idx="3353">
                  <c:v>64342.95</c:v>
                </c:pt>
                <c:pt idx="3354">
                  <c:v>26016.31</c:v>
                </c:pt>
                <c:pt idx="3355">
                  <c:v>2545.3000000000002</c:v>
                </c:pt>
                <c:pt idx="3356">
                  <c:v>8448.39</c:v>
                </c:pt>
                <c:pt idx="3357">
                  <c:v>22775.34</c:v>
                </c:pt>
                <c:pt idx="3358">
                  <c:v>22376.97</c:v>
                </c:pt>
                <c:pt idx="3359">
                  <c:v>56168.38</c:v>
                </c:pt>
                <c:pt idx="3360">
                  <c:v>9340.1299999999992</c:v>
                </c:pt>
                <c:pt idx="3361">
                  <c:v>88085.25</c:v>
                </c:pt>
                <c:pt idx="3362">
                  <c:v>3266.74</c:v>
                </c:pt>
                <c:pt idx="3363">
                  <c:v>47318.62</c:v>
                </c:pt>
                <c:pt idx="3364">
                  <c:v>67824.039999999994</c:v>
                </c:pt>
                <c:pt idx="3365">
                  <c:v>12474.57</c:v>
                </c:pt>
                <c:pt idx="3366">
                  <c:v>2307.6</c:v>
                </c:pt>
                <c:pt idx="3367">
                  <c:v>29885.84</c:v>
                </c:pt>
                <c:pt idx="3368">
                  <c:v>6952.6</c:v>
                </c:pt>
                <c:pt idx="3369">
                  <c:v>57599.23</c:v>
                </c:pt>
                <c:pt idx="3370">
                  <c:v>8719.75</c:v>
                </c:pt>
                <c:pt idx="3371">
                  <c:v>37167.9</c:v>
                </c:pt>
                <c:pt idx="3372">
                  <c:v>18477.53</c:v>
                </c:pt>
                <c:pt idx="3373">
                  <c:v>20931.400000000001</c:v>
                </c:pt>
                <c:pt idx="3374">
                  <c:v>61188.94</c:v>
                </c:pt>
                <c:pt idx="3375">
                  <c:v>20987.65</c:v>
                </c:pt>
                <c:pt idx="3376">
                  <c:v>7692.43</c:v>
                </c:pt>
                <c:pt idx="3377">
                  <c:v>82228.44</c:v>
                </c:pt>
                <c:pt idx="3378">
                  <c:v>27293.74</c:v>
                </c:pt>
                <c:pt idx="3379">
                  <c:v>60426.26</c:v>
                </c:pt>
                <c:pt idx="3380">
                  <c:v>25217.99</c:v>
                </c:pt>
                <c:pt idx="3381">
                  <c:v>3050.49</c:v>
                </c:pt>
                <c:pt idx="3382">
                  <c:v>47451.85</c:v>
                </c:pt>
                <c:pt idx="3383">
                  <c:v>18946.43</c:v>
                </c:pt>
                <c:pt idx="3384">
                  <c:v>9091.57</c:v>
                </c:pt>
                <c:pt idx="3385">
                  <c:v>81804.98</c:v>
                </c:pt>
                <c:pt idx="3386">
                  <c:v>55251.93</c:v>
                </c:pt>
                <c:pt idx="3387">
                  <c:v>39542.93</c:v>
                </c:pt>
                <c:pt idx="3388">
                  <c:v>37452.400000000001</c:v>
                </c:pt>
                <c:pt idx="3389">
                  <c:v>17486.66</c:v>
                </c:pt>
                <c:pt idx="3390">
                  <c:v>17765.29</c:v>
                </c:pt>
                <c:pt idx="3391">
                  <c:v>42744.66</c:v>
                </c:pt>
                <c:pt idx="3392">
                  <c:v>37181.08</c:v>
                </c:pt>
                <c:pt idx="3393">
                  <c:v>59027.74</c:v>
                </c:pt>
                <c:pt idx="3394">
                  <c:v>52564.92</c:v>
                </c:pt>
                <c:pt idx="3395">
                  <c:v>68304.73</c:v>
                </c:pt>
                <c:pt idx="3396">
                  <c:v>82070.52</c:v>
                </c:pt>
                <c:pt idx="3397">
                  <c:v>9346.36</c:v>
                </c:pt>
                <c:pt idx="3398">
                  <c:v>71363.14</c:v>
                </c:pt>
                <c:pt idx="3399">
                  <c:v>31577.55</c:v>
                </c:pt>
                <c:pt idx="3400">
                  <c:v>50421.61</c:v>
                </c:pt>
                <c:pt idx="3401">
                  <c:v>49147.61</c:v>
                </c:pt>
                <c:pt idx="3402">
                  <c:v>2123.88</c:v>
                </c:pt>
                <c:pt idx="3403">
                  <c:v>20892.96</c:v>
                </c:pt>
                <c:pt idx="3404">
                  <c:v>30508.67</c:v>
                </c:pt>
                <c:pt idx="3405">
                  <c:v>2578.2800000000002</c:v>
                </c:pt>
                <c:pt idx="3406">
                  <c:v>46401.33</c:v>
                </c:pt>
                <c:pt idx="3407">
                  <c:v>5970.2</c:v>
                </c:pt>
                <c:pt idx="3408">
                  <c:v>8690.06</c:v>
                </c:pt>
                <c:pt idx="3409">
                  <c:v>33412.51</c:v>
                </c:pt>
                <c:pt idx="3410">
                  <c:v>32356.42</c:v>
                </c:pt>
                <c:pt idx="3411">
                  <c:v>62878.98</c:v>
                </c:pt>
                <c:pt idx="3412">
                  <c:v>13817.42</c:v>
                </c:pt>
                <c:pt idx="3413">
                  <c:v>9059.24</c:v>
                </c:pt>
                <c:pt idx="3414">
                  <c:v>89330</c:v>
                </c:pt>
                <c:pt idx="3415">
                  <c:v>1060.04</c:v>
                </c:pt>
                <c:pt idx="3416">
                  <c:v>29115.66</c:v>
                </c:pt>
                <c:pt idx="3417">
                  <c:v>65433.16</c:v>
                </c:pt>
                <c:pt idx="3418">
                  <c:v>39416.769999999997</c:v>
                </c:pt>
                <c:pt idx="3419">
                  <c:v>9423.98</c:v>
                </c:pt>
                <c:pt idx="3420">
                  <c:v>83919.7</c:v>
                </c:pt>
                <c:pt idx="3421">
                  <c:v>29811.94</c:v>
                </c:pt>
                <c:pt idx="3422">
                  <c:v>27992.77</c:v>
                </c:pt>
                <c:pt idx="3423">
                  <c:v>49614.63</c:v>
                </c:pt>
                <c:pt idx="3424">
                  <c:v>63359.73</c:v>
                </c:pt>
                <c:pt idx="3425">
                  <c:v>19638.419999999998</c:v>
                </c:pt>
                <c:pt idx="3426">
                  <c:v>5175.2</c:v>
                </c:pt>
                <c:pt idx="3427">
                  <c:v>39141.620000000003</c:v>
                </c:pt>
                <c:pt idx="3428">
                  <c:v>3282.36</c:v>
                </c:pt>
                <c:pt idx="3429">
                  <c:v>16018.63</c:v>
                </c:pt>
                <c:pt idx="3430">
                  <c:v>16666.810000000001</c:v>
                </c:pt>
                <c:pt idx="3431">
                  <c:v>9094.5</c:v>
                </c:pt>
                <c:pt idx="3432">
                  <c:v>12418.18</c:v>
                </c:pt>
                <c:pt idx="3433">
                  <c:v>38608.54</c:v>
                </c:pt>
                <c:pt idx="3434">
                  <c:v>102717.09</c:v>
                </c:pt>
                <c:pt idx="3435">
                  <c:v>26081.919999999998</c:v>
                </c:pt>
                <c:pt idx="3436">
                  <c:v>21390.33</c:v>
                </c:pt>
                <c:pt idx="3437">
                  <c:v>35472.57</c:v>
                </c:pt>
                <c:pt idx="3438">
                  <c:v>18731.580000000002</c:v>
                </c:pt>
                <c:pt idx="3439">
                  <c:v>38606.5</c:v>
                </c:pt>
                <c:pt idx="3440">
                  <c:v>61754.11</c:v>
                </c:pt>
                <c:pt idx="3441">
                  <c:v>30343.24</c:v>
                </c:pt>
                <c:pt idx="3442">
                  <c:v>35302.78</c:v>
                </c:pt>
                <c:pt idx="3443">
                  <c:v>26073.85</c:v>
                </c:pt>
                <c:pt idx="3444">
                  <c:v>17032.810000000001</c:v>
                </c:pt>
                <c:pt idx="3445">
                  <c:v>66704.479999999996</c:v>
                </c:pt>
                <c:pt idx="3446">
                  <c:v>11279.2</c:v>
                </c:pt>
                <c:pt idx="3447">
                  <c:v>11472.89</c:v>
                </c:pt>
                <c:pt idx="3448">
                  <c:v>53394.080000000002</c:v>
                </c:pt>
                <c:pt idx="3449">
                  <c:v>22247.32</c:v>
                </c:pt>
                <c:pt idx="3450">
                  <c:v>40729.33</c:v>
                </c:pt>
                <c:pt idx="3451">
                  <c:v>22817.439999999999</c:v>
                </c:pt>
                <c:pt idx="3452">
                  <c:v>20479.16</c:v>
                </c:pt>
                <c:pt idx="3453">
                  <c:v>34682.300000000003</c:v>
                </c:pt>
                <c:pt idx="3454">
                  <c:v>61079.51</c:v>
                </c:pt>
                <c:pt idx="3455">
                  <c:v>34361.040000000001</c:v>
                </c:pt>
                <c:pt idx="3456">
                  <c:v>19890.78</c:v>
                </c:pt>
                <c:pt idx="3457">
                  <c:v>49965.11</c:v>
                </c:pt>
                <c:pt idx="3458">
                  <c:v>23954.11</c:v>
                </c:pt>
                <c:pt idx="3459">
                  <c:v>31101.74</c:v>
                </c:pt>
                <c:pt idx="3460">
                  <c:v>4605.57</c:v>
                </c:pt>
                <c:pt idx="3461">
                  <c:v>27914.54</c:v>
                </c:pt>
                <c:pt idx="3462">
                  <c:v>41395.78</c:v>
                </c:pt>
                <c:pt idx="3463">
                  <c:v>28823.47</c:v>
                </c:pt>
                <c:pt idx="3464">
                  <c:v>6063.78</c:v>
                </c:pt>
                <c:pt idx="3465">
                  <c:v>18131.060000000001</c:v>
                </c:pt>
                <c:pt idx="3466">
                  <c:v>5374.13</c:v>
                </c:pt>
                <c:pt idx="3467">
                  <c:v>6426.32</c:v>
                </c:pt>
                <c:pt idx="3468">
                  <c:v>8639.15</c:v>
                </c:pt>
                <c:pt idx="3469">
                  <c:v>78443.899999999994</c:v>
                </c:pt>
                <c:pt idx="3470">
                  <c:v>28699.27</c:v>
                </c:pt>
                <c:pt idx="3471">
                  <c:v>19674.900000000001</c:v>
                </c:pt>
                <c:pt idx="3472">
                  <c:v>2900.94</c:v>
                </c:pt>
                <c:pt idx="3473">
                  <c:v>6321.47</c:v>
                </c:pt>
                <c:pt idx="3474">
                  <c:v>3288.31</c:v>
                </c:pt>
                <c:pt idx="3475">
                  <c:v>27257.200000000001</c:v>
                </c:pt>
                <c:pt idx="3476">
                  <c:v>31105.15</c:v>
                </c:pt>
                <c:pt idx="3477">
                  <c:v>14676.13</c:v>
                </c:pt>
                <c:pt idx="3478">
                  <c:v>3242.86</c:v>
                </c:pt>
                <c:pt idx="3479">
                  <c:v>10011.73</c:v>
                </c:pt>
                <c:pt idx="3480">
                  <c:v>8922.01</c:v>
                </c:pt>
                <c:pt idx="3481">
                  <c:v>75263.679999999993</c:v>
                </c:pt>
                <c:pt idx="3482">
                  <c:v>6370.61</c:v>
                </c:pt>
                <c:pt idx="3483">
                  <c:v>54807.45</c:v>
                </c:pt>
                <c:pt idx="3484">
                  <c:v>18421.22</c:v>
                </c:pt>
                <c:pt idx="3485">
                  <c:v>28226.2</c:v>
                </c:pt>
                <c:pt idx="3486">
                  <c:v>20389.990000000002</c:v>
                </c:pt>
                <c:pt idx="3487">
                  <c:v>27769.84</c:v>
                </c:pt>
                <c:pt idx="3488">
                  <c:v>50115.56</c:v>
                </c:pt>
                <c:pt idx="3489">
                  <c:v>13154.74</c:v>
                </c:pt>
                <c:pt idx="3490">
                  <c:v>57828.52</c:v>
                </c:pt>
                <c:pt idx="3491">
                  <c:v>13290.71</c:v>
                </c:pt>
                <c:pt idx="3492">
                  <c:v>9756.25</c:v>
                </c:pt>
                <c:pt idx="3493">
                  <c:v>16952.38</c:v>
                </c:pt>
                <c:pt idx="3494">
                  <c:v>12331.31</c:v>
                </c:pt>
                <c:pt idx="3495">
                  <c:v>46284.32</c:v>
                </c:pt>
                <c:pt idx="3496">
                  <c:v>2304.1999999999998</c:v>
                </c:pt>
                <c:pt idx="3497">
                  <c:v>16503.57</c:v>
                </c:pt>
                <c:pt idx="3498">
                  <c:v>8614.31</c:v>
                </c:pt>
                <c:pt idx="3499">
                  <c:v>30729.07</c:v>
                </c:pt>
                <c:pt idx="3500">
                  <c:v>4089.11</c:v>
                </c:pt>
                <c:pt idx="3501">
                  <c:v>92166.23</c:v>
                </c:pt>
                <c:pt idx="3502">
                  <c:v>4319.24</c:v>
                </c:pt>
                <c:pt idx="3503">
                  <c:v>28315.19</c:v>
                </c:pt>
                <c:pt idx="3504">
                  <c:v>3928.11</c:v>
                </c:pt>
                <c:pt idx="3505">
                  <c:v>5479.2</c:v>
                </c:pt>
                <c:pt idx="3506">
                  <c:v>102127.52</c:v>
                </c:pt>
                <c:pt idx="3507">
                  <c:v>36041.86</c:v>
                </c:pt>
                <c:pt idx="3508">
                  <c:v>27718.47</c:v>
                </c:pt>
                <c:pt idx="3509">
                  <c:v>20589.2</c:v>
                </c:pt>
                <c:pt idx="3510">
                  <c:v>79528.759999999995</c:v>
                </c:pt>
                <c:pt idx="3511">
                  <c:v>8127.36</c:v>
                </c:pt>
                <c:pt idx="3512">
                  <c:v>66668.36</c:v>
                </c:pt>
                <c:pt idx="3513">
                  <c:v>2506.08</c:v>
                </c:pt>
                <c:pt idx="3514">
                  <c:v>3514.99</c:v>
                </c:pt>
                <c:pt idx="3515">
                  <c:v>49765.63</c:v>
                </c:pt>
                <c:pt idx="3516">
                  <c:v>41417.67</c:v>
                </c:pt>
                <c:pt idx="3517">
                  <c:v>11597.04</c:v>
                </c:pt>
                <c:pt idx="3518">
                  <c:v>87853.15</c:v>
                </c:pt>
                <c:pt idx="3519">
                  <c:v>7102.77</c:v>
                </c:pt>
                <c:pt idx="3520">
                  <c:v>31445.32</c:v>
                </c:pt>
                <c:pt idx="3521">
                  <c:v>46508.18</c:v>
                </c:pt>
                <c:pt idx="3522">
                  <c:v>10452.69</c:v>
                </c:pt>
                <c:pt idx="3523">
                  <c:v>9147.2800000000007</c:v>
                </c:pt>
                <c:pt idx="3524">
                  <c:v>9187.67</c:v>
                </c:pt>
                <c:pt idx="3525">
                  <c:v>27701.26</c:v>
                </c:pt>
                <c:pt idx="3526">
                  <c:v>22385.919999999998</c:v>
                </c:pt>
                <c:pt idx="3527">
                  <c:v>36774.57</c:v>
                </c:pt>
                <c:pt idx="3528">
                  <c:v>33838.85</c:v>
                </c:pt>
                <c:pt idx="3529">
                  <c:v>8747.84</c:v>
                </c:pt>
                <c:pt idx="3530">
                  <c:v>28283.43</c:v>
                </c:pt>
                <c:pt idx="3531">
                  <c:v>23180.82</c:v>
                </c:pt>
                <c:pt idx="3532">
                  <c:v>3448.98</c:v>
                </c:pt>
                <c:pt idx="3533">
                  <c:v>5439.19</c:v>
                </c:pt>
                <c:pt idx="3534">
                  <c:v>29841.040000000001</c:v>
                </c:pt>
                <c:pt idx="3535">
                  <c:v>8478.8799999999992</c:v>
                </c:pt>
                <c:pt idx="3536">
                  <c:v>70379.91</c:v>
                </c:pt>
                <c:pt idx="3537">
                  <c:v>58360.69</c:v>
                </c:pt>
                <c:pt idx="3538">
                  <c:v>81053.11</c:v>
                </c:pt>
                <c:pt idx="3539">
                  <c:v>58460.12</c:v>
                </c:pt>
                <c:pt idx="3540">
                  <c:v>52804.82</c:v>
                </c:pt>
                <c:pt idx="3541">
                  <c:v>64962.87</c:v>
                </c:pt>
                <c:pt idx="3542">
                  <c:v>10071.08</c:v>
                </c:pt>
                <c:pt idx="3543">
                  <c:v>14163.52</c:v>
                </c:pt>
                <c:pt idx="3544">
                  <c:v>45943.8</c:v>
                </c:pt>
                <c:pt idx="3545">
                  <c:v>40589.089999999997</c:v>
                </c:pt>
                <c:pt idx="3546">
                  <c:v>14468.61</c:v>
                </c:pt>
                <c:pt idx="3547">
                  <c:v>58091.9</c:v>
                </c:pt>
                <c:pt idx="3548">
                  <c:v>65784.47</c:v>
                </c:pt>
                <c:pt idx="3549">
                  <c:v>52039.69</c:v>
                </c:pt>
                <c:pt idx="3550">
                  <c:v>23491.96</c:v>
                </c:pt>
                <c:pt idx="3551">
                  <c:v>49196.38</c:v>
                </c:pt>
                <c:pt idx="3552">
                  <c:v>89048.51</c:v>
                </c:pt>
                <c:pt idx="3553">
                  <c:v>41547.300000000003</c:v>
                </c:pt>
                <c:pt idx="3554">
                  <c:v>64416.49</c:v>
                </c:pt>
                <c:pt idx="3555">
                  <c:v>9871.73</c:v>
                </c:pt>
                <c:pt idx="3556">
                  <c:v>76015.89</c:v>
                </c:pt>
                <c:pt idx="3557">
                  <c:v>16468.78</c:v>
                </c:pt>
                <c:pt idx="3558">
                  <c:v>30798.87</c:v>
                </c:pt>
                <c:pt idx="3559">
                  <c:v>63452.55</c:v>
                </c:pt>
                <c:pt idx="3560">
                  <c:v>22819.1</c:v>
                </c:pt>
                <c:pt idx="3561">
                  <c:v>40903.78</c:v>
                </c:pt>
                <c:pt idx="3562">
                  <c:v>49866.45</c:v>
                </c:pt>
                <c:pt idx="3563">
                  <c:v>31809.14</c:v>
                </c:pt>
                <c:pt idx="3564">
                  <c:v>17753.490000000002</c:v>
                </c:pt>
                <c:pt idx="3565">
                  <c:v>32190.16</c:v>
                </c:pt>
                <c:pt idx="3566">
                  <c:v>15695.92</c:v>
                </c:pt>
                <c:pt idx="3567">
                  <c:v>80679.899999999994</c:v>
                </c:pt>
                <c:pt idx="3568">
                  <c:v>15621.23</c:v>
                </c:pt>
                <c:pt idx="3569">
                  <c:v>27757.48</c:v>
                </c:pt>
                <c:pt idx="3570">
                  <c:v>47853.87</c:v>
                </c:pt>
                <c:pt idx="3571">
                  <c:v>11094.51</c:v>
                </c:pt>
                <c:pt idx="3572">
                  <c:v>37618.22</c:v>
                </c:pt>
                <c:pt idx="3573">
                  <c:v>55616.08</c:v>
                </c:pt>
                <c:pt idx="3574">
                  <c:v>44910.75</c:v>
                </c:pt>
                <c:pt idx="3575">
                  <c:v>15252.05</c:v>
                </c:pt>
                <c:pt idx="3576">
                  <c:v>77582.23</c:v>
                </c:pt>
                <c:pt idx="3577">
                  <c:v>13023.8</c:v>
                </c:pt>
                <c:pt idx="3578">
                  <c:v>50177.23</c:v>
                </c:pt>
                <c:pt idx="3579">
                  <c:v>38698.639999999999</c:v>
                </c:pt>
                <c:pt idx="3580">
                  <c:v>18011.07</c:v>
                </c:pt>
                <c:pt idx="3581">
                  <c:v>19607.43</c:v>
                </c:pt>
                <c:pt idx="3582">
                  <c:v>5602.49</c:v>
                </c:pt>
                <c:pt idx="3583">
                  <c:v>7339</c:v>
                </c:pt>
                <c:pt idx="3584">
                  <c:v>5033.82</c:v>
                </c:pt>
                <c:pt idx="3585">
                  <c:v>39330.480000000003</c:v>
                </c:pt>
                <c:pt idx="3586">
                  <c:v>53950.78</c:v>
                </c:pt>
                <c:pt idx="3587">
                  <c:v>58070.879999999997</c:v>
                </c:pt>
                <c:pt idx="3588">
                  <c:v>19884.849999999999</c:v>
                </c:pt>
                <c:pt idx="3589">
                  <c:v>51186.14</c:v>
                </c:pt>
                <c:pt idx="3590">
                  <c:v>22505.119999999999</c:v>
                </c:pt>
                <c:pt idx="3591">
                  <c:v>42363.93</c:v>
                </c:pt>
                <c:pt idx="3592">
                  <c:v>7679.98</c:v>
                </c:pt>
                <c:pt idx="3593">
                  <c:v>32727.74</c:v>
                </c:pt>
                <c:pt idx="3594">
                  <c:v>22889.22</c:v>
                </c:pt>
                <c:pt idx="3595">
                  <c:v>42239.5</c:v>
                </c:pt>
                <c:pt idx="3596">
                  <c:v>36379.06</c:v>
                </c:pt>
                <c:pt idx="3597">
                  <c:v>27920.76</c:v>
                </c:pt>
                <c:pt idx="3598">
                  <c:v>48288.29</c:v>
                </c:pt>
                <c:pt idx="3599">
                  <c:v>24272.22</c:v>
                </c:pt>
                <c:pt idx="3600">
                  <c:v>11162.97</c:v>
                </c:pt>
                <c:pt idx="3601">
                  <c:v>83000.72</c:v>
                </c:pt>
                <c:pt idx="3602">
                  <c:v>33521.25</c:v>
                </c:pt>
                <c:pt idx="3603">
                  <c:v>7538.62</c:v>
                </c:pt>
                <c:pt idx="3604">
                  <c:v>7169</c:v>
                </c:pt>
                <c:pt idx="3605">
                  <c:v>35411.800000000003</c:v>
                </c:pt>
                <c:pt idx="3606">
                  <c:v>102331.95</c:v>
                </c:pt>
                <c:pt idx="3607">
                  <c:v>7422.72</c:v>
                </c:pt>
                <c:pt idx="3608">
                  <c:v>21109.19</c:v>
                </c:pt>
                <c:pt idx="3609">
                  <c:v>44544.2</c:v>
                </c:pt>
                <c:pt idx="3610">
                  <c:v>15143.75</c:v>
                </c:pt>
                <c:pt idx="3611">
                  <c:v>18451.810000000001</c:v>
                </c:pt>
                <c:pt idx="3612">
                  <c:v>24137.57</c:v>
                </c:pt>
                <c:pt idx="3613">
                  <c:v>10297.040000000001</c:v>
                </c:pt>
                <c:pt idx="3614">
                  <c:v>7682.74</c:v>
                </c:pt>
                <c:pt idx="3615">
                  <c:v>21038.09</c:v>
                </c:pt>
                <c:pt idx="3616">
                  <c:v>38420.76</c:v>
                </c:pt>
                <c:pt idx="3617">
                  <c:v>29648.22</c:v>
                </c:pt>
                <c:pt idx="3618">
                  <c:v>19876.16</c:v>
                </c:pt>
                <c:pt idx="3619">
                  <c:v>78264.23</c:v>
                </c:pt>
                <c:pt idx="3620">
                  <c:v>47609.94</c:v>
                </c:pt>
                <c:pt idx="3621">
                  <c:v>7915.53</c:v>
                </c:pt>
                <c:pt idx="3622">
                  <c:v>14940.62</c:v>
                </c:pt>
                <c:pt idx="3623">
                  <c:v>67032.210000000006</c:v>
                </c:pt>
                <c:pt idx="3624">
                  <c:v>59438.19</c:v>
                </c:pt>
                <c:pt idx="3625">
                  <c:v>47592.89</c:v>
                </c:pt>
                <c:pt idx="3626">
                  <c:v>19414.16</c:v>
                </c:pt>
                <c:pt idx="3627">
                  <c:v>43290.32</c:v>
                </c:pt>
                <c:pt idx="3628">
                  <c:v>3715.66</c:v>
                </c:pt>
                <c:pt idx="3629">
                  <c:v>49535.64</c:v>
                </c:pt>
                <c:pt idx="3630">
                  <c:v>26104.18</c:v>
                </c:pt>
                <c:pt idx="3631">
                  <c:v>37063.370000000003</c:v>
                </c:pt>
                <c:pt idx="3632">
                  <c:v>20276.009999999998</c:v>
                </c:pt>
                <c:pt idx="3633">
                  <c:v>56875.64</c:v>
                </c:pt>
                <c:pt idx="3634">
                  <c:v>80355.45</c:v>
                </c:pt>
                <c:pt idx="3635">
                  <c:v>2513.4299999999998</c:v>
                </c:pt>
                <c:pt idx="3636">
                  <c:v>43097.17</c:v>
                </c:pt>
                <c:pt idx="3637">
                  <c:v>77948.740000000005</c:v>
                </c:pt>
                <c:pt idx="3638">
                  <c:v>57859.64</c:v>
                </c:pt>
                <c:pt idx="3639">
                  <c:v>83676.77</c:v>
                </c:pt>
                <c:pt idx="3640">
                  <c:v>21451.42</c:v>
                </c:pt>
                <c:pt idx="3641">
                  <c:v>15113.78</c:v>
                </c:pt>
                <c:pt idx="3642">
                  <c:v>11416.99</c:v>
                </c:pt>
                <c:pt idx="3643">
                  <c:v>17469.82</c:v>
                </c:pt>
                <c:pt idx="3644">
                  <c:v>23058.76</c:v>
                </c:pt>
                <c:pt idx="3645">
                  <c:v>6771.77</c:v>
                </c:pt>
                <c:pt idx="3646">
                  <c:v>55723.31</c:v>
                </c:pt>
                <c:pt idx="3647">
                  <c:v>49490.78</c:v>
                </c:pt>
                <c:pt idx="3648">
                  <c:v>46292.78</c:v>
                </c:pt>
                <c:pt idx="3649">
                  <c:v>10479.709999999999</c:v>
                </c:pt>
                <c:pt idx="3650">
                  <c:v>20707.78</c:v>
                </c:pt>
                <c:pt idx="3651">
                  <c:v>63961.72</c:v>
                </c:pt>
                <c:pt idx="3652">
                  <c:v>29187.51</c:v>
                </c:pt>
                <c:pt idx="3653">
                  <c:v>67530.259999999995</c:v>
                </c:pt>
                <c:pt idx="3654">
                  <c:v>30232.81</c:v>
                </c:pt>
                <c:pt idx="3655">
                  <c:v>38791.79</c:v>
                </c:pt>
                <c:pt idx="3656">
                  <c:v>81329.98</c:v>
                </c:pt>
                <c:pt idx="3657">
                  <c:v>33048.75</c:v>
                </c:pt>
                <c:pt idx="3658">
                  <c:v>16775.29</c:v>
                </c:pt>
                <c:pt idx="3659">
                  <c:v>61073.21</c:v>
                </c:pt>
                <c:pt idx="3660">
                  <c:v>3028.88</c:v>
                </c:pt>
                <c:pt idx="3661">
                  <c:v>8428.1200000000008</c:v>
                </c:pt>
                <c:pt idx="3662">
                  <c:v>39717.199999999997</c:v>
                </c:pt>
                <c:pt idx="3663">
                  <c:v>33049.800000000003</c:v>
                </c:pt>
                <c:pt idx="3664">
                  <c:v>16221.27</c:v>
                </c:pt>
                <c:pt idx="3665">
                  <c:v>60204</c:v>
                </c:pt>
                <c:pt idx="3666">
                  <c:v>16147.99</c:v>
                </c:pt>
                <c:pt idx="3667">
                  <c:v>42886.1</c:v>
                </c:pt>
                <c:pt idx="3668">
                  <c:v>44079.94</c:v>
                </c:pt>
                <c:pt idx="3669">
                  <c:v>12048.18</c:v>
                </c:pt>
                <c:pt idx="3670">
                  <c:v>103478.13</c:v>
                </c:pt>
                <c:pt idx="3671">
                  <c:v>11624.26</c:v>
                </c:pt>
                <c:pt idx="3672">
                  <c:v>51187.15</c:v>
                </c:pt>
                <c:pt idx="3673">
                  <c:v>30228.28</c:v>
                </c:pt>
                <c:pt idx="3674">
                  <c:v>1723.76</c:v>
                </c:pt>
                <c:pt idx="3675">
                  <c:v>81677.39</c:v>
                </c:pt>
                <c:pt idx="3676">
                  <c:v>67456.2</c:v>
                </c:pt>
                <c:pt idx="3677">
                  <c:v>42110.94</c:v>
                </c:pt>
                <c:pt idx="3678">
                  <c:v>9832.83</c:v>
                </c:pt>
                <c:pt idx="3679">
                  <c:v>10360.459999999999</c:v>
                </c:pt>
                <c:pt idx="3680">
                  <c:v>7874.32</c:v>
                </c:pt>
                <c:pt idx="3681">
                  <c:v>50369.18</c:v>
                </c:pt>
                <c:pt idx="3682">
                  <c:v>43040.94</c:v>
                </c:pt>
                <c:pt idx="3683">
                  <c:v>38500.35</c:v>
                </c:pt>
                <c:pt idx="3684">
                  <c:v>32258.39</c:v>
                </c:pt>
                <c:pt idx="3685">
                  <c:v>8086.52</c:v>
                </c:pt>
                <c:pt idx="3686">
                  <c:v>11965.4</c:v>
                </c:pt>
                <c:pt idx="3687">
                  <c:v>4525.79</c:v>
                </c:pt>
                <c:pt idx="3688">
                  <c:v>17854.330000000002</c:v>
                </c:pt>
                <c:pt idx="3689">
                  <c:v>41267.1</c:v>
                </c:pt>
                <c:pt idx="3690">
                  <c:v>17820.599999999999</c:v>
                </c:pt>
                <c:pt idx="3691">
                  <c:v>5197.13</c:v>
                </c:pt>
                <c:pt idx="3692">
                  <c:v>42527.94</c:v>
                </c:pt>
                <c:pt idx="3693">
                  <c:v>6951.72</c:v>
                </c:pt>
                <c:pt idx="3694">
                  <c:v>17853.759999999998</c:v>
                </c:pt>
                <c:pt idx="3695">
                  <c:v>22465.49</c:v>
                </c:pt>
                <c:pt idx="3696">
                  <c:v>5244.48</c:v>
                </c:pt>
                <c:pt idx="3697">
                  <c:v>9534.48</c:v>
                </c:pt>
                <c:pt idx="3698">
                  <c:v>2658.6</c:v>
                </c:pt>
                <c:pt idx="3699">
                  <c:v>2998.23</c:v>
                </c:pt>
                <c:pt idx="3700">
                  <c:v>18005.95</c:v>
                </c:pt>
                <c:pt idx="3701">
                  <c:v>49345.7</c:v>
                </c:pt>
                <c:pt idx="3702">
                  <c:v>5430.31</c:v>
                </c:pt>
                <c:pt idx="3703">
                  <c:v>104501.04</c:v>
                </c:pt>
                <c:pt idx="3704">
                  <c:v>25430.16</c:v>
                </c:pt>
                <c:pt idx="3705">
                  <c:v>26988.74</c:v>
                </c:pt>
                <c:pt idx="3706">
                  <c:v>16724.61</c:v>
                </c:pt>
                <c:pt idx="3707">
                  <c:v>10818.04</c:v>
                </c:pt>
                <c:pt idx="3708">
                  <c:v>87170.58</c:v>
                </c:pt>
                <c:pt idx="3709">
                  <c:v>47269.53</c:v>
                </c:pt>
                <c:pt idx="3710">
                  <c:v>15014.35</c:v>
                </c:pt>
                <c:pt idx="3711">
                  <c:v>47957.53</c:v>
                </c:pt>
                <c:pt idx="3712">
                  <c:v>34928.78</c:v>
                </c:pt>
                <c:pt idx="3713">
                  <c:v>54193.68</c:v>
                </c:pt>
                <c:pt idx="3714">
                  <c:v>10095.540000000001</c:v>
                </c:pt>
                <c:pt idx="3715">
                  <c:v>20043.45</c:v>
                </c:pt>
                <c:pt idx="3716">
                  <c:v>15877.36</c:v>
                </c:pt>
                <c:pt idx="3717">
                  <c:v>60198.94</c:v>
                </c:pt>
                <c:pt idx="3718">
                  <c:v>48729.14</c:v>
                </c:pt>
                <c:pt idx="3719">
                  <c:v>73257.87</c:v>
                </c:pt>
                <c:pt idx="3720">
                  <c:v>9990.7900000000009</c:v>
                </c:pt>
                <c:pt idx="3721">
                  <c:v>29304.2</c:v>
                </c:pt>
                <c:pt idx="3722">
                  <c:v>26627.06</c:v>
                </c:pt>
                <c:pt idx="3723">
                  <c:v>56598.95</c:v>
                </c:pt>
                <c:pt idx="3724">
                  <c:v>19310.509999999998</c:v>
                </c:pt>
                <c:pt idx="3725">
                  <c:v>54708.03</c:v>
                </c:pt>
                <c:pt idx="3726">
                  <c:v>3809</c:v>
                </c:pt>
                <c:pt idx="3727">
                  <c:v>10401.870000000001</c:v>
                </c:pt>
                <c:pt idx="3728">
                  <c:v>33453.68</c:v>
                </c:pt>
                <c:pt idx="3729">
                  <c:v>15446.74</c:v>
                </c:pt>
                <c:pt idx="3730">
                  <c:v>41332.36</c:v>
                </c:pt>
                <c:pt idx="3731">
                  <c:v>8995.11</c:v>
                </c:pt>
                <c:pt idx="3732">
                  <c:v>5371.35</c:v>
                </c:pt>
                <c:pt idx="3733">
                  <c:v>61864.22</c:v>
                </c:pt>
                <c:pt idx="3734">
                  <c:v>51219.88</c:v>
                </c:pt>
                <c:pt idx="3735">
                  <c:v>16233.84</c:v>
                </c:pt>
                <c:pt idx="3736">
                  <c:v>4855.43</c:v>
                </c:pt>
                <c:pt idx="3737">
                  <c:v>14163.16</c:v>
                </c:pt>
                <c:pt idx="3738">
                  <c:v>6153.84</c:v>
                </c:pt>
                <c:pt idx="3739">
                  <c:v>34448.339999999997</c:v>
                </c:pt>
                <c:pt idx="3740">
                  <c:v>67483.600000000006</c:v>
                </c:pt>
                <c:pt idx="3741">
                  <c:v>30976.55</c:v>
                </c:pt>
                <c:pt idx="3742">
                  <c:v>2759</c:v>
                </c:pt>
                <c:pt idx="3743">
                  <c:v>5912.92</c:v>
                </c:pt>
                <c:pt idx="3744">
                  <c:v>5728.67</c:v>
                </c:pt>
                <c:pt idx="3745">
                  <c:v>60012.89</c:v>
                </c:pt>
                <c:pt idx="3746">
                  <c:v>39412.839999999997</c:v>
                </c:pt>
                <c:pt idx="3747">
                  <c:v>6873.79</c:v>
                </c:pt>
                <c:pt idx="3748">
                  <c:v>61484.79</c:v>
                </c:pt>
                <c:pt idx="3749">
                  <c:v>43434.47</c:v>
                </c:pt>
                <c:pt idx="3750">
                  <c:v>42928.34</c:v>
                </c:pt>
                <c:pt idx="3751">
                  <c:v>27038.09</c:v>
                </c:pt>
                <c:pt idx="3752">
                  <c:v>28825.24</c:v>
                </c:pt>
                <c:pt idx="3753">
                  <c:v>48341.08</c:v>
                </c:pt>
                <c:pt idx="3754">
                  <c:v>3774.82</c:v>
                </c:pt>
                <c:pt idx="3755">
                  <c:v>69407.23</c:v>
                </c:pt>
                <c:pt idx="3756">
                  <c:v>2759.95</c:v>
                </c:pt>
                <c:pt idx="3757">
                  <c:v>21765.87</c:v>
                </c:pt>
                <c:pt idx="3758">
                  <c:v>43604.1</c:v>
                </c:pt>
                <c:pt idx="3759">
                  <c:v>24704.06</c:v>
                </c:pt>
                <c:pt idx="3760">
                  <c:v>30704.28</c:v>
                </c:pt>
                <c:pt idx="3761">
                  <c:v>4630.12</c:v>
                </c:pt>
                <c:pt idx="3762">
                  <c:v>32303.040000000001</c:v>
                </c:pt>
                <c:pt idx="3763">
                  <c:v>73394.41</c:v>
                </c:pt>
                <c:pt idx="3764">
                  <c:v>42241.31</c:v>
                </c:pt>
                <c:pt idx="3765">
                  <c:v>34010.93</c:v>
                </c:pt>
                <c:pt idx="3766">
                  <c:v>42798.42</c:v>
                </c:pt>
                <c:pt idx="3767">
                  <c:v>18581.16</c:v>
                </c:pt>
                <c:pt idx="3768">
                  <c:v>44305.9</c:v>
                </c:pt>
                <c:pt idx="3769">
                  <c:v>19706.02</c:v>
                </c:pt>
                <c:pt idx="3770">
                  <c:v>3634.19</c:v>
                </c:pt>
                <c:pt idx="3771">
                  <c:v>30988.31</c:v>
                </c:pt>
                <c:pt idx="3772">
                  <c:v>41154.199999999997</c:v>
                </c:pt>
                <c:pt idx="3773">
                  <c:v>6324.95</c:v>
                </c:pt>
                <c:pt idx="3774">
                  <c:v>2975.49</c:v>
                </c:pt>
                <c:pt idx="3775">
                  <c:v>59700.09</c:v>
                </c:pt>
                <c:pt idx="3776">
                  <c:v>12912.01</c:v>
                </c:pt>
                <c:pt idx="3777">
                  <c:v>8870.9699999999993</c:v>
                </c:pt>
                <c:pt idx="3778">
                  <c:v>46267.74</c:v>
                </c:pt>
                <c:pt idx="3779">
                  <c:v>51785.79</c:v>
                </c:pt>
                <c:pt idx="3780">
                  <c:v>28700.87</c:v>
                </c:pt>
                <c:pt idx="3781">
                  <c:v>57963.99</c:v>
                </c:pt>
                <c:pt idx="3782">
                  <c:v>56757.14</c:v>
                </c:pt>
                <c:pt idx="3783">
                  <c:v>10687.15</c:v>
                </c:pt>
                <c:pt idx="3784">
                  <c:v>21343.77</c:v>
                </c:pt>
                <c:pt idx="3785">
                  <c:v>5653.23</c:v>
                </c:pt>
                <c:pt idx="3786">
                  <c:v>24247.63</c:v>
                </c:pt>
                <c:pt idx="3787">
                  <c:v>21858.2</c:v>
                </c:pt>
                <c:pt idx="3788">
                  <c:v>74443.95</c:v>
                </c:pt>
                <c:pt idx="3789">
                  <c:v>6801.42</c:v>
                </c:pt>
                <c:pt idx="3790">
                  <c:v>32157.34</c:v>
                </c:pt>
                <c:pt idx="3791">
                  <c:v>11362.55</c:v>
                </c:pt>
                <c:pt idx="3792">
                  <c:v>13658.61</c:v>
                </c:pt>
                <c:pt idx="3793">
                  <c:v>53451.91</c:v>
                </c:pt>
                <c:pt idx="3794">
                  <c:v>8608.9699999999993</c:v>
                </c:pt>
                <c:pt idx="3795">
                  <c:v>40224.400000000001</c:v>
                </c:pt>
                <c:pt idx="3796">
                  <c:v>10403.629999999999</c:v>
                </c:pt>
                <c:pt idx="3797">
                  <c:v>7191.26</c:v>
                </c:pt>
                <c:pt idx="3798">
                  <c:v>20770.599999999999</c:v>
                </c:pt>
                <c:pt idx="3799">
                  <c:v>13972.18</c:v>
                </c:pt>
                <c:pt idx="3800">
                  <c:v>18899.78</c:v>
                </c:pt>
                <c:pt idx="3801">
                  <c:v>8261.6</c:v>
                </c:pt>
                <c:pt idx="3802">
                  <c:v>25523.439999999999</c:v>
                </c:pt>
                <c:pt idx="3803">
                  <c:v>9860.56</c:v>
                </c:pt>
                <c:pt idx="3804">
                  <c:v>18665.43</c:v>
                </c:pt>
                <c:pt idx="3805">
                  <c:v>5187.71</c:v>
                </c:pt>
                <c:pt idx="3806">
                  <c:v>17737.36</c:v>
                </c:pt>
                <c:pt idx="3807">
                  <c:v>11578.1</c:v>
                </c:pt>
                <c:pt idx="3808">
                  <c:v>14423.96</c:v>
                </c:pt>
                <c:pt idx="3809">
                  <c:v>15870.12</c:v>
                </c:pt>
                <c:pt idx="3810">
                  <c:v>24294.48</c:v>
                </c:pt>
                <c:pt idx="3811">
                  <c:v>47245.14</c:v>
                </c:pt>
                <c:pt idx="3812">
                  <c:v>47459.79</c:v>
                </c:pt>
                <c:pt idx="3813">
                  <c:v>26660.91</c:v>
                </c:pt>
                <c:pt idx="3814">
                  <c:v>18948.2</c:v>
                </c:pt>
                <c:pt idx="3815">
                  <c:v>7904.88</c:v>
                </c:pt>
                <c:pt idx="3816">
                  <c:v>9095.3799999999992</c:v>
                </c:pt>
                <c:pt idx="3817">
                  <c:v>30445.47</c:v>
                </c:pt>
                <c:pt idx="3818">
                  <c:v>42323.74</c:v>
                </c:pt>
                <c:pt idx="3819">
                  <c:v>65490.96</c:v>
                </c:pt>
                <c:pt idx="3820">
                  <c:v>13857.85</c:v>
                </c:pt>
                <c:pt idx="3821">
                  <c:v>29718.65</c:v>
                </c:pt>
                <c:pt idx="3822">
                  <c:v>11768.93</c:v>
                </c:pt>
                <c:pt idx="3823">
                  <c:v>1153.1600000000001</c:v>
                </c:pt>
                <c:pt idx="3824">
                  <c:v>21483.84</c:v>
                </c:pt>
                <c:pt idx="3825">
                  <c:v>7642.4</c:v>
                </c:pt>
                <c:pt idx="3826">
                  <c:v>18690.46</c:v>
                </c:pt>
                <c:pt idx="3827">
                  <c:v>19689.54</c:v>
                </c:pt>
                <c:pt idx="3828">
                  <c:v>26190.52</c:v>
                </c:pt>
                <c:pt idx="3829">
                  <c:v>62512.63</c:v>
                </c:pt>
                <c:pt idx="3830">
                  <c:v>24153.51</c:v>
                </c:pt>
                <c:pt idx="3831">
                  <c:v>15050.36</c:v>
                </c:pt>
                <c:pt idx="3832">
                  <c:v>53298.13</c:v>
                </c:pt>
                <c:pt idx="3833">
                  <c:v>49975.59</c:v>
                </c:pt>
                <c:pt idx="3834">
                  <c:v>27294.78</c:v>
                </c:pt>
                <c:pt idx="3835">
                  <c:v>30600.26</c:v>
                </c:pt>
                <c:pt idx="3836">
                  <c:v>9724.4699999999993</c:v>
                </c:pt>
                <c:pt idx="3837">
                  <c:v>44948.480000000003</c:v>
                </c:pt>
                <c:pt idx="3838">
                  <c:v>16130.58</c:v>
                </c:pt>
                <c:pt idx="3839">
                  <c:v>10204.42</c:v>
                </c:pt>
                <c:pt idx="3840">
                  <c:v>24292.49</c:v>
                </c:pt>
                <c:pt idx="3841">
                  <c:v>15054.8</c:v>
                </c:pt>
                <c:pt idx="3842">
                  <c:v>21644.06</c:v>
                </c:pt>
                <c:pt idx="3843">
                  <c:v>27829.79</c:v>
                </c:pt>
                <c:pt idx="3844">
                  <c:v>72715.78</c:v>
                </c:pt>
                <c:pt idx="3845">
                  <c:v>7118.48</c:v>
                </c:pt>
                <c:pt idx="3846">
                  <c:v>80591.28</c:v>
                </c:pt>
                <c:pt idx="3847">
                  <c:v>57308.33</c:v>
                </c:pt>
                <c:pt idx="3848">
                  <c:v>9475.48</c:v>
                </c:pt>
                <c:pt idx="3849">
                  <c:v>23526.91</c:v>
                </c:pt>
                <c:pt idx="3850">
                  <c:v>46336</c:v>
                </c:pt>
                <c:pt idx="3851">
                  <c:v>43202.46</c:v>
                </c:pt>
                <c:pt idx="3852">
                  <c:v>11000.52</c:v>
                </c:pt>
                <c:pt idx="3853">
                  <c:v>25215.37</c:v>
                </c:pt>
                <c:pt idx="3854">
                  <c:v>22062.92</c:v>
                </c:pt>
                <c:pt idx="3855">
                  <c:v>7815.02</c:v>
                </c:pt>
                <c:pt idx="3856">
                  <c:v>37359.83</c:v>
                </c:pt>
                <c:pt idx="3857">
                  <c:v>24724.16</c:v>
                </c:pt>
                <c:pt idx="3858">
                  <c:v>97195.98</c:v>
                </c:pt>
                <c:pt idx="3859">
                  <c:v>22724.36</c:v>
                </c:pt>
                <c:pt idx="3860">
                  <c:v>42346.29</c:v>
                </c:pt>
                <c:pt idx="3861">
                  <c:v>5517.76</c:v>
                </c:pt>
                <c:pt idx="3862">
                  <c:v>3780.2</c:v>
                </c:pt>
                <c:pt idx="3863">
                  <c:v>33662.980000000003</c:v>
                </c:pt>
                <c:pt idx="3864">
                  <c:v>13824.26</c:v>
                </c:pt>
                <c:pt idx="3865">
                  <c:v>9050.24</c:v>
                </c:pt>
                <c:pt idx="3866">
                  <c:v>10520.71</c:v>
                </c:pt>
                <c:pt idx="3867">
                  <c:v>79801.94</c:v>
                </c:pt>
                <c:pt idx="3868">
                  <c:v>5734.18</c:v>
                </c:pt>
                <c:pt idx="3869">
                  <c:v>21424.66</c:v>
                </c:pt>
                <c:pt idx="3870">
                  <c:v>13610.94</c:v>
                </c:pt>
                <c:pt idx="3871">
                  <c:v>8622.3700000000008</c:v>
                </c:pt>
                <c:pt idx="3872">
                  <c:v>54904.42</c:v>
                </c:pt>
                <c:pt idx="3873">
                  <c:v>39985.78</c:v>
                </c:pt>
                <c:pt idx="3874">
                  <c:v>42733.15</c:v>
                </c:pt>
                <c:pt idx="3875">
                  <c:v>74895.66</c:v>
                </c:pt>
                <c:pt idx="3876">
                  <c:v>13700.69</c:v>
                </c:pt>
                <c:pt idx="3877">
                  <c:v>15827.8</c:v>
                </c:pt>
                <c:pt idx="3878">
                  <c:v>64527.54</c:v>
                </c:pt>
                <c:pt idx="3879">
                  <c:v>9689.84</c:v>
                </c:pt>
                <c:pt idx="3880">
                  <c:v>75482.539999999994</c:v>
                </c:pt>
                <c:pt idx="3881">
                  <c:v>25477.200000000001</c:v>
                </c:pt>
                <c:pt idx="3882">
                  <c:v>34161.279999999999</c:v>
                </c:pt>
                <c:pt idx="3883">
                  <c:v>22484.07</c:v>
                </c:pt>
                <c:pt idx="3884">
                  <c:v>57958.05</c:v>
                </c:pt>
                <c:pt idx="3885">
                  <c:v>13920.29</c:v>
                </c:pt>
                <c:pt idx="3886">
                  <c:v>12282.07</c:v>
                </c:pt>
                <c:pt idx="3887">
                  <c:v>6786.55</c:v>
                </c:pt>
                <c:pt idx="3888">
                  <c:v>18871.12</c:v>
                </c:pt>
                <c:pt idx="3889">
                  <c:v>23788.05</c:v>
                </c:pt>
                <c:pt idx="3890">
                  <c:v>13474.12</c:v>
                </c:pt>
                <c:pt idx="3891">
                  <c:v>21337.25</c:v>
                </c:pt>
                <c:pt idx="3892">
                  <c:v>17542.22</c:v>
                </c:pt>
                <c:pt idx="3893">
                  <c:v>21642.42</c:v>
                </c:pt>
                <c:pt idx="3894">
                  <c:v>73119.31</c:v>
                </c:pt>
                <c:pt idx="3895">
                  <c:v>13910.46</c:v>
                </c:pt>
                <c:pt idx="3896">
                  <c:v>9931.9500000000007</c:v>
                </c:pt>
                <c:pt idx="3897">
                  <c:v>38931.1</c:v>
                </c:pt>
                <c:pt idx="3898">
                  <c:v>20142.86</c:v>
                </c:pt>
                <c:pt idx="3899">
                  <c:v>22163.9</c:v>
                </c:pt>
                <c:pt idx="3900">
                  <c:v>8399.08</c:v>
                </c:pt>
                <c:pt idx="3901">
                  <c:v>5823.64</c:v>
                </c:pt>
                <c:pt idx="3902">
                  <c:v>51177.52</c:v>
                </c:pt>
                <c:pt idx="3903">
                  <c:v>56999.57</c:v>
                </c:pt>
                <c:pt idx="3904">
                  <c:v>97525.26</c:v>
                </c:pt>
                <c:pt idx="3905">
                  <c:v>50533.9</c:v>
                </c:pt>
                <c:pt idx="3906">
                  <c:v>43255.86</c:v>
                </c:pt>
                <c:pt idx="3907">
                  <c:v>9822.7099999999991</c:v>
                </c:pt>
                <c:pt idx="3908">
                  <c:v>46732.56</c:v>
                </c:pt>
                <c:pt idx="3909">
                  <c:v>56724.53</c:v>
                </c:pt>
                <c:pt idx="3910">
                  <c:v>28784.45</c:v>
                </c:pt>
                <c:pt idx="3911">
                  <c:v>18921</c:v>
                </c:pt>
                <c:pt idx="3912">
                  <c:v>31647.61</c:v>
                </c:pt>
                <c:pt idx="3913">
                  <c:v>24402.36</c:v>
                </c:pt>
                <c:pt idx="3914">
                  <c:v>33254.800000000003</c:v>
                </c:pt>
                <c:pt idx="3915">
                  <c:v>62924.61</c:v>
                </c:pt>
                <c:pt idx="3916">
                  <c:v>66864.08</c:v>
                </c:pt>
                <c:pt idx="3917">
                  <c:v>50725.71</c:v>
                </c:pt>
                <c:pt idx="3918">
                  <c:v>27964.78</c:v>
                </c:pt>
                <c:pt idx="3919">
                  <c:v>81325.440000000002</c:v>
                </c:pt>
                <c:pt idx="3920">
                  <c:v>45145.96</c:v>
                </c:pt>
                <c:pt idx="3921">
                  <c:v>24867.57</c:v>
                </c:pt>
                <c:pt idx="3922">
                  <c:v>44001.25</c:v>
                </c:pt>
                <c:pt idx="3923">
                  <c:v>31730.33</c:v>
                </c:pt>
                <c:pt idx="3924">
                  <c:v>82968.820000000007</c:v>
                </c:pt>
                <c:pt idx="3925">
                  <c:v>23024.74</c:v>
                </c:pt>
                <c:pt idx="3926">
                  <c:v>18589.580000000002</c:v>
                </c:pt>
                <c:pt idx="3927">
                  <c:v>84057.47</c:v>
                </c:pt>
                <c:pt idx="3928">
                  <c:v>67153.42</c:v>
                </c:pt>
                <c:pt idx="3929">
                  <c:v>6439.15</c:v>
                </c:pt>
                <c:pt idx="3930">
                  <c:v>37161.43</c:v>
                </c:pt>
                <c:pt idx="3931">
                  <c:v>19544.53</c:v>
                </c:pt>
                <c:pt idx="3932">
                  <c:v>12805.91</c:v>
                </c:pt>
                <c:pt idx="3933">
                  <c:v>31051.31</c:v>
                </c:pt>
                <c:pt idx="3934">
                  <c:v>32416.39</c:v>
                </c:pt>
                <c:pt idx="3935">
                  <c:v>8536.14</c:v>
                </c:pt>
                <c:pt idx="3936">
                  <c:v>39706.959999999999</c:v>
                </c:pt>
                <c:pt idx="3937">
                  <c:v>39000.97</c:v>
                </c:pt>
                <c:pt idx="3938">
                  <c:v>3566.97</c:v>
                </c:pt>
                <c:pt idx="3939">
                  <c:v>48244.98</c:v>
                </c:pt>
                <c:pt idx="3940">
                  <c:v>20218.84</c:v>
                </c:pt>
                <c:pt idx="3941">
                  <c:v>7084.31</c:v>
                </c:pt>
                <c:pt idx="3942">
                  <c:v>11491.11</c:v>
                </c:pt>
                <c:pt idx="3943">
                  <c:v>28454.68</c:v>
                </c:pt>
                <c:pt idx="3944">
                  <c:v>1654.1</c:v>
                </c:pt>
                <c:pt idx="3945">
                  <c:v>69671.240000000005</c:v>
                </c:pt>
                <c:pt idx="3946">
                  <c:v>35757.879999999997</c:v>
                </c:pt>
                <c:pt idx="3947">
                  <c:v>43795.29</c:v>
                </c:pt>
                <c:pt idx="3948">
                  <c:v>37223.21</c:v>
                </c:pt>
                <c:pt idx="3949">
                  <c:v>15806.51</c:v>
                </c:pt>
                <c:pt idx="3950">
                  <c:v>10116.52</c:v>
                </c:pt>
                <c:pt idx="3951">
                  <c:v>3067.27</c:v>
                </c:pt>
                <c:pt idx="3952">
                  <c:v>28325.48</c:v>
                </c:pt>
                <c:pt idx="3953">
                  <c:v>39588.949999999997</c:v>
                </c:pt>
                <c:pt idx="3954">
                  <c:v>72570.05</c:v>
                </c:pt>
                <c:pt idx="3955">
                  <c:v>48781.22</c:v>
                </c:pt>
                <c:pt idx="3956">
                  <c:v>30849</c:v>
                </c:pt>
                <c:pt idx="3957">
                  <c:v>42026.63</c:v>
                </c:pt>
                <c:pt idx="3958">
                  <c:v>33326.92</c:v>
                </c:pt>
                <c:pt idx="3959">
                  <c:v>12138.12</c:v>
                </c:pt>
                <c:pt idx="3960">
                  <c:v>71036.03</c:v>
                </c:pt>
                <c:pt idx="3961">
                  <c:v>14961.5</c:v>
                </c:pt>
                <c:pt idx="3962">
                  <c:v>37029.82</c:v>
                </c:pt>
                <c:pt idx="3963">
                  <c:v>16571.05</c:v>
                </c:pt>
                <c:pt idx="3964">
                  <c:v>13999.02</c:v>
                </c:pt>
                <c:pt idx="3965">
                  <c:v>20458.72</c:v>
                </c:pt>
                <c:pt idx="3966">
                  <c:v>75404.87</c:v>
                </c:pt>
                <c:pt idx="3967">
                  <c:v>20951.38</c:v>
                </c:pt>
                <c:pt idx="3968">
                  <c:v>13106.77</c:v>
                </c:pt>
                <c:pt idx="3969">
                  <c:v>75683.92</c:v>
                </c:pt>
                <c:pt idx="3970">
                  <c:v>25938.080000000002</c:v>
                </c:pt>
                <c:pt idx="3971">
                  <c:v>6938.03</c:v>
                </c:pt>
                <c:pt idx="3972">
                  <c:v>32121.86</c:v>
                </c:pt>
                <c:pt idx="3973">
                  <c:v>26439.84</c:v>
                </c:pt>
                <c:pt idx="3974">
                  <c:v>10115.07</c:v>
                </c:pt>
                <c:pt idx="3975">
                  <c:v>19240.18</c:v>
                </c:pt>
                <c:pt idx="3976">
                  <c:v>34534.839999999997</c:v>
                </c:pt>
                <c:pt idx="3977">
                  <c:v>30727.119999999999</c:v>
                </c:pt>
                <c:pt idx="3978">
                  <c:v>71243.7</c:v>
                </c:pt>
                <c:pt idx="3979">
                  <c:v>27784.23</c:v>
                </c:pt>
                <c:pt idx="3980">
                  <c:v>49037.1</c:v>
                </c:pt>
                <c:pt idx="3981">
                  <c:v>67935.09</c:v>
                </c:pt>
                <c:pt idx="3982">
                  <c:v>13896.35</c:v>
                </c:pt>
                <c:pt idx="3983">
                  <c:v>38746.720000000001</c:v>
                </c:pt>
                <c:pt idx="3984">
                  <c:v>43191.7</c:v>
                </c:pt>
                <c:pt idx="3985">
                  <c:v>3129.62</c:v>
                </c:pt>
                <c:pt idx="3986">
                  <c:v>93363.35</c:v>
                </c:pt>
                <c:pt idx="3987">
                  <c:v>39214.67</c:v>
                </c:pt>
                <c:pt idx="3988">
                  <c:v>43947.8</c:v>
                </c:pt>
                <c:pt idx="3989">
                  <c:v>9015.2900000000009</c:v>
                </c:pt>
                <c:pt idx="3990">
                  <c:v>20599.27</c:v>
                </c:pt>
                <c:pt idx="3991">
                  <c:v>36713.160000000003</c:v>
                </c:pt>
                <c:pt idx="3992">
                  <c:v>51568.37</c:v>
                </c:pt>
                <c:pt idx="3993">
                  <c:v>46004.31</c:v>
                </c:pt>
                <c:pt idx="3994">
                  <c:v>32708.66</c:v>
                </c:pt>
                <c:pt idx="3995">
                  <c:v>59827.4</c:v>
                </c:pt>
                <c:pt idx="3996">
                  <c:v>64948.55</c:v>
                </c:pt>
                <c:pt idx="3997">
                  <c:v>18610.669999999998</c:v>
                </c:pt>
                <c:pt idx="3998">
                  <c:v>8000.67</c:v>
                </c:pt>
                <c:pt idx="3999">
                  <c:v>6931.28</c:v>
                </c:pt>
                <c:pt idx="4000">
                  <c:v>35371.54</c:v>
                </c:pt>
                <c:pt idx="4001">
                  <c:v>14239.68</c:v>
                </c:pt>
                <c:pt idx="4002">
                  <c:v>4962.6499999999996</c:v>
                </c:pt>
                <c:pt idx="4003">
                  <c:v>60160.97</c:v>
                </c:pt>
                <c:pt idx="4004">
                  <c:v>73601.23</c:v>
                </c:pt>
                <c:pt idx="4005">
                  <c:v>5984.93</c:v>
                </c:pt>
                <c:pt idx="4006">
                  <c:v>8703.7000000000007</c:v>
                </c:pt>
                <c:pt idx="4007">
                  <c:v>11119.82</c:v>
                </c:pt>
                <c:pt idx="4008">
                  <c:v>47552.08</c:v>
                </c:pt>
                <c:pt idx="4009">
                  <c:v>15827.58</c:v>
                </c:pt>
                <c:pt idx="4010">
                  <c:v>52052.480000000003</c:v>
                </c:pt>
                <c:pt idx="4011">
                  <c:v>7078.94</c:v>
                </c:pt>
                <c:pt idx="4012">
                  <c:v>17372.75</c:v>
                </c:pt>
                <c:pt idx="4013">
                  <c:v>43448.2</c:v>
                </c:pt>
                <c:pt idx="4014">
                  <c:v>12344.81</c:v>
                </c:pt>
                <c:pt idx="4015">
                  <c:v>19220.21</c:v>
                </c:pt>
                <c:pt idx="4016">
                  <c:v>63207.94</c:v>
                </c:pt>
                <c:pt idx="4017">
                  <c:v>3270.26</c:v>
                </c:pt>
                <c:pt idx="4018">
                  <c:v>68993.509999999995</c:v>
                </c:pt>
                <c:pt idx="4019">
                  <c:v>3971.49</c:v>
                </c:pt>
                <c:pt idx="4020">
                  <c:v>41875.519999999997</c:v>
                </c:pt>
                <c:pt idx="4021">
                  <c:v>34937.449999999997</c:v>
                </c:pt>
                <c:pt idx="4022">
                  <c:v>9093.0400000000009</c:v>
                </c:pt>
                <c:pt idx="4023">
                  <c:v>27073.5</c:v>
                </c:pt>
                <c:pt idx="4024">
                  <c:v>26240.47</c:v>
                </c:pt>
                <c:pt idx="4025">
                  <c:v>10914.31</c:v>
                </c:pt>
                <c:pt idx="4026">
                  <c:v>13567.78</c:v>
                </c:pt>
                <c:pt idx="4027">
                  <c:v>29144.59</c:v>
                </c:pt>
                <c:pt idx="4028">
                  <c:v>54531.44</c:v>
                </c:pt>
                <c:pt idx="4029">
                  <c:v>20386.080000000002</c:v>
                </c:pt>
                <c:pt idx="4030">
                  <c:v>24662.66</c:v>
                </c:pt>
                <c:pt idx="4031">
                  <c:v>73107.179999999993</c:v>
                </c:pt>
                <c:pt idx="4032">
                  <c:v>15041.38</c:v>
                </c:pt>
                <c:pt idx="4033">
                  <c:v>23080.84</c:v>
                </c:pt>
                <c:pt idx="4034">
                  <c:v>49271.8</c:v>
                </c:pt>
                <c:pt idx="4035">
                  <c:v>10029.98</c:v>
                </c:pt>
                <c:pt idx="4036">
                  <c:v>49228.26</c:v>
                </c:pt>
                <c:pt idx="4037">
                  <c:v>76336.37</c:v>
                </c:pt>
                <c:pt idx="4038">
                  <c:v>17732.02</c:v>
                </c:pt>
                <c:pt idx="4039">
                  <c:v>14129.81</c:v>
                </c:pt>
                <c:pt idx="4040">
                  <c:v>55329.29</c:v>
                </c:pt>
                <c:pt idx="4041">
                  <c:v>98813.51</c:v>
                </c:pt>
                <c:pt idx="4042">
                  <c:v>6793.79</c:v>
                </c:pt>
                <c:pt idx="4043">
                  <c:v>4454.9399999999996</c:v>
                </c:pt>
                <c:pt idx="4044">
                  <c:v>42285.43</c:v>
                </c:pt>
                <c:pt idx="4045">
                  <c:v>7442.69</c:v>
                </c:pt>
                <c:pt idx="4046">
                  <c:v>24373.439999999999</c:v>
                </c:pt>
                <c:pt idx="4047">
                  <c:v>8247.3700000000008</c:v>
                </c:pt>
                <c:pt idx="4048">
                  <c:v>38061.410000000003</c:v>
                </c:pt>
                <c:pt idx="4049">
                  <c:v>25455.26</c:v>
                </c:pt>
                <c:pt idx="4050">
                  <c:v>24972.32</c:v>
                </c:pt>
                <c:pt idx="4051">
                  <c:v>34374.06</c:v>
                </c:pt>
                <c:pt idx="4052">
                  <c:v>6244.52</c:v>
                </c:pt>
                <c:pt idx="4053">
                  <c:v>62673.66</c:v>
                </c:pt>
                <c:pt idx="4054">
                  <c:v>26237.81</c:v>
                </c:pt>
                <c:pt idx="4055">
                  <c:v>40289.39</c:v>
                </c:pt>
                <c:pt idx="4056">
                  <c:v>39482.1</c:v>
                </c:pt>
                <c:pt idx="4057">
                  <c:v>51305.5</c:v>
                </c:pt>
                <c:pt idx="4058">
                  <c:v>61779.69</c:v>
                </c:pt>
                <c:pt idx="4059">
                  <c:v>4796.8999999999996</c:v>
                </c:pt>
                <c:pt idx="4060">
                  <c:v>6400.1</c:v>
                </c:pt>
                <c:pt idx="4061">
                  <c:v>48383.48</c:v>
                </c:pt>
                <c:pt idx="4062">
                  <c:v>62160.59</c:v>
                </c:pt>
                <c:pt idx="4063">
                  <c:v>22369.95</c:v>
                </c:pt>
                <c:pt idx="4064">
                  <c:v>56514.3</c:v>
                </c:pt>
                <c:pt idx="4065">
                  <c:v>14457.58</c:v>
                </c:pt>
                <c:pt idx="4066">
                  <c:v>14977.83</c:v>
                </c:pt>
                <c:pt idx="4067">
                  <c:v>19412.46</c:v>
                </c:pt>
                <c:pt idx="4068">
                  <c:v>35335.9</c:v>
                </c:pt>
                <c:pt idx="4069">
                  <c:v>18690.36</c:v>
                </c:pt>
                <c:pt idx="4070">
                  <c:v>30081.68</c:v>
                </c:pt>
                <c:pt idx="4071">
                  <c:v>67896.36</c:v>
                </c:pt>
                <c:pt idx="4072">
                  <c:v>5107.2</c:v>
                </c:pt>
                <c:pt idx="4073">
                  <c:v>10692.36</c:v>
                </c:pt>
                <c:pt idx="4074">
                  <c:v>16877.45</c:v>
                </c:pt>
                <c:pt idx="4075">
                  <c:v>5963.21</c:v>
                </c:pt>
                <c:pt idx="4076">
                  <c:v>6953.51</c:v>
                </c:pt>
                <c:pt idx="4077">
                  <c:v>2780.95</c:v>
                </c:pt>
                <c:pt idx="4078">
                  <c:v>8552.17</c:v>
                </c:pt>
                <c:pt idx="4079">
                  <c:v>4216.04</c:v>
                </c:pt>
                <c:pt idx="4080">
                  <c:v>60113.760000000002</c:v>
                </c:pt>
                <c:pt idx="4081">
                  <c:v>60744.41</c:v>
                </c:pt>
                <c:pt idx="4082">
                  <c:v>3636.86</c:v>
                </c:pt>
                <c:pt idx="4083">
                  <c:v>12754.98</c:v>
                </c:pt>
                <c:pt idx="4084">
                  <c:v>7067.26</c:v>
                </c:pt>
                <c:pt idx="4085">
                  <c:v>36781.24</c:v>
                </c:pt>
                <c:pt idx="4086">
                  <c:v>23132.97</c:v>
                </c:pt>
                <c:pt idx="4087">
                  <c:v>22594.13</c:v>
                </c:pt>
                <c:pt idx="4088">
                  <c:v>18352.990000000002</c:v>
                </c:pt>
                <c:pt idx="4089">
                  <c:v>43243.86</c:v>
                </c:pt>
                <c:pt idx="4090">
                  <c:v>24496.01</c:v>
                </c:pt>
                <c:pt idx="4091">
                  <c:v>65110.5</c:v>
                </c:pt>
                <c:pt idx="4092">
                  <c:v>11493.8</c:v>
                </c:pt>
                <c:pt idx="4093">
                  <c:v>4850.07</c:v>
                </c:pt>
                <c:pt idx="4094">
                  <c:v>45151.34</c:v>
                </c:pt>
                <c:pt idx="4095">
                  <c:v>7244.58</c:v>
                </c:pt>
                <c:pt idx="4096">
                  <c:v>5058.84</c:v>
                </c:pt>
                <c:pt idx="4097">
                  <c:v>4943.78</c:v>
                </c:pt>
                <c:pt idx="4098">
                  <c:v>72324.509999999995</c:v>
                </c:pt>
                <c:pt idx="4099">
                  <c:v>23045.95</c:v>
                </c:pt>
                <c:pt idx="4100">
                  <c:v>25087.99</c:v>
                </c:pt>
                <c:pt idx="4101">
                  <c:v>46724.11</c:v>
                </c:pt>
                <c:pt idx="4102">
                  <c:v>70721.72</c:v>
                </c:pt>
                <c:pt idx="4103">
                  <c:v>7539.55</c:v>
                </c:pt>
                <c:pt idx="4104">
                  <c:v>6777.96</c:v>
                </c:pt>
                <c:pt idx="4105">
                  <c:v>49752.94</c:v>
                </c:pt>
                <c:pt idx="4106">
                  <c:v>2140.11</c:v>
                </c:pt>
                <c:pt idx="4107">
                  <c:v>24456.39</c:v>
                </c:pt>
                <c:pt idx="4108">
                  <c:v>5748.88</c:v>
                </c:pt>
                <c:pt idx="4109">
                  <c:v>42361.54</c:v>
                </c:pt>
                <c:pt idx="4110">
                  <c:v>26102.63</c:v>
                </c:pt>
                <c:pt idx="4111">
                  <c:v>32779.31</c:v>
                </c:pt>
                <c:pt idx="4112">
                  <c:v>63943.75</c:v>
                </c:pt>
                <c:pt idx="4113">
                  <c:v>24692.12</c:v>
                </c:pt>
                <c:pt idx="4114">
                  <c:v>42253.53</c:v>
                </c:pt>
                <c:pt idx="4115">
                  <c:v>7615.2</c:v>
                </c:pt>
                <c:pt idx="4116">
                  <c:v>21678.720000000001</c:v>
                </c:pt>
                <c:pt idx="4117">
                  <c:v>92386.13</c:v>
                </c:pt>
                <c:pt idx="4118">
                  <c:v>67113.58</c:v>
                </c:pt>
                <c:pt idx="4119">
                  <c:v>83133.23</c:v>
                </c:pt>
                <c:pt idx="4120">
                  <c:v>7026.61</c:v>
                </c:pt>
                <c:pt idx="4121">
                  <c:v>60475.02</c:v>
                </c:pt>
                <c:pt idx="4122">
                  <c:v>7780.86</c:v>
                </c:pt>
                <c:pt idx="4123">
                  <c:v>78131.929999999993</c:v>
                </c:pt>
                <c:pt idx="4124">
                  <c:v>22026.22</c:v>
                </c:pt>
                <c:pt idx="4125">
                  <c:v>12042.74</c:v>
                </c:pt>
                <c:pt idx="4126">
                  <c:v>54471.82</c:v>
                </c:pt>
                <c:pt idx="4127">
                  <c:v>57038.25</c:v>
                </c:pt>
                <c:pt idx="4128">
                  <c:v>8584.76</c:v>
                </c:pt>
                <c:pt idx="4129">
                  <c:v>79956.240000000005</c:v>
                </c:pt>
                <c:pt idx="4130">
                  <c:v>8943.48</c:v>
                </c:pt>
                <c:pt idx="4131">
                  <c:v>48827.519999999997</c:v>
                </c:pt>
                <c:pt idx="4132">
                  <c:v>13215.7</c:v>
                </c:pt>
                <c:pt idx="4133">
                  <c:v>20279.009999999998</c:v>
                </c:pt>
                <c:pt idx="4134">
                  <c:v>45092.78</c:v>
                </c:pt>
                <c:pt idx="4135">
                  <c:v>61194.94</c:v>
                </c:pt>
                <c:pt idx="4136">
                  <c:v>83322.64</c:v>
                </c:pt>
                <c:pt idx="4137">
                  <c:v>17583.11</c:v>
                </c:pt>
                <c:pt idx="4138">
                  <c:v>50924.58</c:v>
                </c:pt>
                <c:pt idx="4139">
                  <c:v>9489.82</c:v>
                </c:pt>
                <c:pt idx="4140">
                  <c:v>30524.240000000002</c:v>
                </c:pt>
                <c:pt idx="4141">
                  <c:v>30014.9</c:v>
                </c:pt>
                <c:pt idx="4142">
                  <c:v>18847.599999999999</c:v>
                </c:pt>
                <c:pt idx="4143">
                  <c:v>17768.11</c:v>
                </c:pt>
                <c:pt idx="4144">
                  <c:v>40645.269999999997</c:v>
                </c:pt>
                <c:pt idx="4145">
                  <c:v>53794.65</c:v>
                </c:pt>
                <c:pt idx="4146">
                  <c:v>6670</c:v>
                </c:pt>
                <c:pt idx="4147">
                  <c:v>3865.01</c:v>
                </c:pt>
                <c:pt idx="4148">
                  <c:v>73232.87</c:v>
                </c:pt>
                <c:pt idx="4149">
                  <c:v>15203.26</c:v>
                </c:pt>
                <c:pt idx="4150">
                  <c:v>16167.06</c:v>
                </c:pt>
                <c:pt idx="4151">
                  <c:v>45610.5</c:v>
                </c:pt>
                <c:pt idx="4152">
                  <c:v>33687.15</c:v>
                </c:pt>
                <c:pt idx="4153">
                  <c:v>56446.93</c:v>
                </c:pt>
                <c:pt idx="4154">
                  <c:v>20093.22</c:v>
                </c:pt>
                <c:pt idx="4155">
                  <c:v>6233.53</c:v>
                </c:pt>
                <c:pt idx="4156">
                  <c:v>40816.76</c:v>
                </c:pt>
                <c:pt idx="4157">
                  <c:v>16486.05</c:v>
                </c:pt>
                <c:pt idx="4158">
                  <c:v>10979.89</c:v>
                </c:pt>
                <c:pt idx="4159">
                  <c:v>13976.34</c:v>
                </c:pt>
                <c:pt idx="4160">
                  <c:v>9097.83</c:v>
                </c:pt>
                <c:pt idx="4161">
                  <c:v>18848.599999999999</c:v>
                </c:pt>
                <c:pt idx="4162">
                  <c:v>16545</c:v>
                </c:pt>
                <c:pt idx="4163">
                  <c:v>33333.93</c:v>
                </c:pt>
                <c:pt idx="4164">
                  <c:v>21402.83</c:v>
                </c:pt>
                <c:pt idx="4165">
                  <c:v>19020.669999999998</c:v>
                </c:pt>
                <c:pt idx="4166">
                  <c:v>83076.59</c:v>
                </c:pt>
                <c:pt idx="4167">
                  <c:v>28914.48</c:v>
                </c:pt>
                <c:pt idx="4168">
                  <c:v>16017.79</c:v>
                </c:pt>
                <c:pt idx="4169">
                  <c:v>6831.3</c:v>
                </c:pt>
                <c:pt idx="4170">
                  <c:v>44815.4</c:v>
                </c:pt>
                <c:pt idx="4171">
                  <c:v>41920.449999999997</c:v>
                </c:pt>
                <c:pt idx="4172">
                  <c:v>60314.77</c:v>
                </c:pt>
                <c:pt idx="4173">
                  <c:v>13743.35</c:v>
                </c:pt>
                <c:pt idx="4174">
                  <c:v>12101.5</c:v>
                </c:pt>
                <c:pt idx="4175">
                  <c:v>30173.57</c:v>
                </c:pt>
                <c:pt idx="4176">
                  <c:v>8036.95</c:v>
                </c:pt>
                <c:pt idx="4177">
                  <c:v>9315.2800000000007</c:v>
                </c:pt>
                <c:pt idx="4178">
                  <c:v>6288.98</c:v>
                </c:pt>
                <c:pt idx="4179">
                  <c:v>4893.1899999999996</c:v>
                </c:pt>
                <c:pt idx="4180">
                  <c:v>27905.79</c:v>
                </c:pt>
                <c:pt idx="4181">
                  <c:v>39285.26</c:v>
                </c:pt>
                <c:pt idx="4182">
                  <c:v>61211.15</c:v>
                </c:pt>
                <c:pt idx="4183">
                  <c:v>30048.31</c:v>
                </c:pt>
                <c:pt idx="4184">
                  <c:v>18612.939999999999</c:v>
                </c:pt>
                <c:pt idx="4185">
                  <c:v>15324.46</c:v>
                </c:pt>
                <c:pt idx="4186">
                  <c:v>38839.550000000003</c:v>
                </c:pt>
                <c:pt idx="4187">
                  <c:v>16496.71</c:v>
                </c:pt>
                <c:pt idx="4188">
                  <c:v>42800.31</c:v>
                </c:pt>
                <c:pt idx="4189">
                  <c:v>41896.639999999999</c:v>
                </c:pt>
                <c:pt idx="4190">
                  <c:v>27931.42</c:v>
                </c:pt>
                <c:pt idx="4191">
                  <c:v>55168.51</c:v>
                </c:pt>
                <c:pt idx="4192">
                  <c:v>45870.84</c:v>
                </c:pt>
                <c:pt idx="4193">
                  <c:v>5702.95</c:v>
                </c:pt>
                <c:pt idx="4194">
                  <c:v>11987.56</c:v>
                </c:pt>
                <c:pt idx="4195">
                  <c:v>48363.07</c:v>
                </c:pt>
                <c:pt idx="4196">
                  <c:v>8708.4500000000007</c:v>
                </c:pt>
                <c:pt idx="4197">
                  <c:v>7217.07</c:v>
                </c:pt>
                <c:pt idx="4198">
                  <c:v>45663.35</c:v>
                </c:pt>
                <c:pt idx="4199">
                  <c:v>21489.77</c:v>
                </c:pt>
                <c:pt idx="4200">
                  <c:v>69617.62</c:v>
                </c:pt>
                <c:pt idx="4201">
                  <c:v>9630.35</c:v>
                </c:pt>
                <c:pt idx="4202">
                  <c:v>17818.86</c:v>
                </c:pt>
                <c:pt idx="4203">
                  <c:v>74994.44</c:v>
                </c:pt>
                <c:pt idx="4204">
                  <c:v>62717.919999999998</c:v>
                </c:pt>
                <c:pt idx="4205">
                  <c:v>65317.22</c:v>
                </c:pt>
                <c:pt idx="4206">
                  <c:v>102857.26</c:v>
                </c:pt>
                <c:pt idx="4207">
                  <c:v>10551.96</c:v>
                </c:pt>
                <c:pt idx="4208">
                  <c:v>48749.27</c:v>
                </c:pt>
                <c:pt idx="4209">
                  <c:v>23743.03</c:v>
                </c:pt>
                <c:pt idx="4210">
                  <c:v>20719.27</c:v>
                </c:pt>
                <c:pt idx="4211">
                  <c:v>69560.22</c:v>
                </c:pt>
                <c:pt idx="4212">
                  <c:v>20662.22</c:v>
                </c:pt>
                <c:pt idx="4213">
                  <c:v>30318.080000000002</c:v>
                </c:pt>
                <c:pt idx="4214">
                  <c:v>13313.1</c:v>
                </c:pt>
                <c:pt idx="4215">
                  <c:v>32464.74</c:v>
                </c:pt>
                <c:pt idx="4216">
                  <c:v>73286.7</c:v>
                </c:pt>
                <c:pt idx="4217">
                  <c:v>6929.57</c:v>
                </c:pt>
                <c:pt idx="4218">
                  <c:v>32311.55</c:v>
                </c:pt>
                <c:pt idx="4219">
                  <c:v>5866.07</c:v>
                </c:pt>
                <c:pt idx="4220">
                  <c:v>8753.2199999999993</c:v>
                </c:pt>
                <c:pt idx="4221">
                  <c:v>31068.99</c:v>
                </c:pt>
                <c:pt idx="4222">
                  <c:v>23142.880000000001</c:v>
                </c:pt>
                <c:pt idx="4223">
                  <c:v>29645.34</c:v>
                </c:pt>
                <c:pt idx="4224">
                  <c:v>2838.93</c:v>
                </c:pt>
                <c:pt idx="4225">
                  <c:v>3823.83</c:v>
                </c:pt>
                <c:pt idx="4226">
                  <c:v>42233.62</c:v>
                </c:pt>
                <c:pt idx="4227">
                  <c:v>7964.36</c:v>
                </c:pt>
                <c:pt idx="4228">
                  <c:v>76187.83</c:v>
                </c:pt>
                <c:pt idx="4229">
                  <c:v>8339.2000000000007</c:v>
                </c:pt>
                <c:pt idx="4230">
                  <c:v>24579.45</c:v>
                </c:pt>
                <c:pt idx="4231">
                  <c:v>15518.48</c:v>
                </c:pt>
                <c:pt idx="4232">
                  <c:v>61192.57</c:v>
                </c:pt>
                <c:pt idx="4233">
                  <c:v>8158.97</c:v>
                </c:pt>
                <c:pt idx="4234">
                  <c:v>40313.65</c:v>
                </c:pt>
                <c:pt idx="4235">
                  <c:v>18417.740000000002</c:v>
                </c:pt>
                <c:pt idx="4236">
                  <c:v>41744.03</c:v>
                </c:pt>
                <c:pt idx="4237">
                  <c:v>21538.91</c:v>
                </c:pt>
                <c:pt idx="4238">
                  <c:v>36088.160000000003</c:v>
                </c:pt>
                <c:pt idx="4239">
                  <c:v>8969.25</c:v>
                </c:pt>
                <c:pt idx="4240">
                  <c:v>14897.86</c:v>
                </c:pt>
                <c:pt idx="4241">
                  <c:v>14023.64</c:v>
                </c:pt>
                <c:pt idx="4242">
                  <c:v>12638.05</c:v>
                </c:pt>
                <c:pt idx="4243">
                  <c:v>9227.83</c:v>
                </c:pt>
                <c:pt idx="4244">
                  <c:v>42820.160000000003</c:v>
                </c:pt>
                <c:pt idx="4245">
                  <c:v>16087.78</c:v>
                </c:pt>
                <c:pt idx="4246">
                  <c:v>18108.3</c:v>
                </c:pt>
                <c:pt idx="4247">
                  <c:v>6229.4</c:v>
                </c:pt>
                <c:pt idx="4248">
                  <c:v>62066.49</c:v>
                </c:pt>
                <c:pt idx="4249">
                  <c:v>65321.07</c:v>
                </c:pt>
                <c:pt idx="4250">
                  <c:v>4413.4399999999996</c:v>
                </c:pt>
                <c:pt idx="4251">
                  <c:v>22485.54</c:v>
                </c:pt>
                <c:pt idx="4252">
                  <c:v>11822.52</c:v>
                </c:pt>
                <c:pt idx="4253">
                  <c:v>89892.65</c:v>
                </c:pt>
                <c:pt idx="4254">
                  <c:v>9429.02</c:v>
                </c:pt>
                <c:pt idx="4255">
                  <c:v>6081.6</c:v>
                </c:pt>
                <c:pt idx="4256">
                  <c:v>68741.899999999994</c:v>
                </c:pt>
                <c:pt idx="4257">
                  <c:v>44453.64</c:v>
                </c:pt>
                <c:pt idx="4258">
                  <c:v>41433.050000000003</c:v>
                </c:pt>
                <c:pt idx="4259">
                  <c:v>17095.05</c:v>
                </c:pt>
                <c:pt idx="4260">
                  <c:v>41017.72</c:v>
                </c:pt>
                <c:pt idx="4261">
                  <c:v>45655.5</c:v>
                </c:pt>
                <c:pt idx="4262">
                  <c:v>34649.480000000003</c:v>
                </c:pt>
                <c:pt idx="4263">
                  <c:v>86442.82</c:v>
                </c:pt>
                <c:pt idx="4264">
                  <c:v>62803.19</c:v>
                </c:pt>
                <c:pt idx="4265">
                  <c:v>76702.080000000002</c:v>
                </c:pt>
                <c:pt idx="4266">
                  <c:v>40802.92</c:v>
                </c:pt>
                <c:pt idx="4267">
                  <c:v>23651.59</c:v>
                </c:pt>
                <c:pt idx="4268">
                  <c:v>40634.58</c:v>
                </c:pt>
                <c:pt idx="4269">
                  <c:v>30650.54</c:v>
                </c:pt>
                <c:pt idx="4270">
                  <c:v>7463.4</c:v>
                </c:pt>
                <c:pt idx="4271">
                  <c:v>24227</c:v>
                </c:pt>
                <c:pt idx="4272">
                  <c:v>5893.44</c:v>
                </c:pt>
                <c:pt idx="4273">
                  <c:v>49042.879999999997</c:v>
                </c:pt>
                <c:pt idx="4274">
                  <c:v>37457.14</c:v>
                </c:pt>
                <c:pt idx="4275">
                  <c:v>32522.18</c:v>
                </c:pt>
                <c:pt idx="4276">
                  <c:v>25462.58</c:v>
                </c:pt>
                <c:pt idx="4277">
                  <c:v>17434.87</c:v>
                </c:pt>
                <c:pt idx="4278">
                  <c:v>29172.89</c:v>
                </c:pt>
                <c:pt idx="4279">
                  <c:v>44139.8</c:v>
                </c:pt>
                <c:pt idx="4280">
                  <c:v>32789.74</c:v>
                </c:pt>
                <c:pt idx="4281">
                  <c:v>8934.7900000000009</c:v>
                </c:pt>
                <c:pt idx="4282">
                  <c:v>9429.4500000000007</c:v>
                </c:pt>
                <c:pt idx="4283">
                  <c:v>22741.74</c:v>
                </c:pt>
                <c:pt idx="4284">
                  <c:v>15711.53</c:v>
                </c:pt>
                <c:pt idx="4285">
                  <c:v>14475.55</c:v>
                </c:pt>
                <c:pt idx="4286">
                  <c:v>21269.15</c:v>
                </c:pt>
                <c:pt idx="4287">
                  <c:v>10274.370000000001</c:v>
                </c:pt>
                <c:pt idx="4288">
                  <c:v>5684.89</c:v>
                </c:pt>
                <c:pt idx="4289">
                  <c:v>57899.199999999997</c:v>
                </c:pt>
                <c:pt idx="4290">
                  <c:v>61973.88</c:v>
                </c:pt>
                <c:pt idx="4291">
                  <c:v>23540.71</c:v>
                </c:pt>
                <c:pt idx="4292">
                  <c:v>8336.7000000000007</c:v>
                </c:pt>
                <c:pt idx="4293">
                  <c:v>76128.679999999993</c:v>
                </c:pt>
                <c:pt idx="4294">
                  <c:v>13169.49</c:v>
                </c:pt>
                <c:pt idx="4295">
                  <c:v>37688.15</c:v>
                </c:pt>
                <c:pt idx="4296">
                  <c:v>32957.4</c:v>
                </c:pt>
                <c:pt idx="4297">
                  <c:v>35959.06</c:v>
                </c:pt>
                <c:pt idx="4298">
                  <c:v>46476.88</c:v>
                </c:pt>
                <c:pt idx="4299">
                  <c:v>36288.339999999997</c:v>
                </c:pt>
                <c:pt idx="4300">
                  <c:v>8967.17</c:v>
                </c:pt>
                <c:pt idx="4301">
                  <c:v>19683.13</c:v>
                </c:pt>
                <c:pt idx="4302">
                  <c:v>8896.91</c:v>
                </c:pt>
                <c:pt idx="4303">
                  <c:v>70493.539999999994</c:v>
                </c:pt>
                <c:pt idx="4304">
                  <c:v>37608.980000000003</c:v>
                </c:pt>
                <c:pt idx="4305">
                  <c:v>37579.440000000002</c:v>
                </c:pt>
                <c:pt idx="4306">
                  <c:v>20651.61</c:v>
                </c:pt>
                <c:pt idx="4307">
                  <c:v>30474.639999999999</c:v>
                </c:pt>
                <c:pt idx="4308">
                  <c:v>8488.1</c:v>
                </c:pt>
                <c:pt idx="4309">
                  <c:v>25478.49</c:v>
                </c:pt>
                <c:pt idx="4310">
                  <c:v>4549.41</c:v>
                </c:pt>
                <c:pt idx="4311">
                  <c:v>42530.3</c:v>
                </c:pt>
                <c:pt idx="4312">
                  <c:v>2923.14</c:v>
                </c:pt>
                <c:pt idx="4313">
                  <c:v>7884.82</c:v>
                </c:pt>
                <c:pt idx="4314">
                  <c:v>2556</c:v>
                </c:pt>
                <c:pt idx="4315">
                  <c:v>24455.25</c:v>
                </c:pt>
                <c:pt idx="4316">
                  <c:v>7996.08</c:v>
                </c:pt>
                <c:pt idx="4317">
                  <c:v>16533.78</c:v>
                </c:pt>
                <c:pt idx="4318">
                  <c:v>4273.41</c:v>
                </c:pt>
                <c:pt idx="4319">
                  <c:v>46888.54</c:v>
                </c:pt>
                <c:pt idx="4320">
                  <c:v>17220.439999999999</c:v>
                </c:pt>
                <c:pt idx="4321">
                  <c:v>9733.57</c:v>
                </c:pt>
                <c:pt idx="4322">
                  <c:v>91197.79</c:v>
                </c:pt>
                <c:pt idx="4323">
                  <c:v>20312.12</c:v>
                </c:pt>
                <c:pt idx="4324">
                  <c:v>29806.47</c:v>
                </c:pt>
                <c:pt idx="4325">
                  <c:v>65899</c:v>
                </c:pt>
                <c:pt idx="4326">
                  <c:v>8663.09</c:v>
                </c:pt>
                <c:pt idx="4327">
                  <c:v>7097.39</c:v>
                </c:pt>
                <c:pt idx="4328">
                  <c:v>38515.93</c:v>
                </c:pt>
                <c:pt idx="4329">
                  <c:v>59270.97</c:v>
                </c:pt>
                <c:pt idx="4330">
                  <c:v>24643.93</c:v>
                </c:pt>
                <c:pt idx="4331">
                  <c:v>15031.04</c:v>
                </c:pt>
                <c:pt idx="4332">
                  <c:v>16044.46</c:v>
                </c:pt>
                <c:pt idx="4333">
                  <c:v>28910.28</c:v>
                </c:pt>
                <c:pt idx="4334">
                  <c:v>20978.94</c:v>
                </c:pt>
                <c:pt idx="4335">
                  <c:v>6961.31</c:v>
                </c:pt>
                <c:pt idx="4336">
                  <c:v>42446.57</c:v>
                </c:pt>
                <c:pt idx="4337">
                  <c:v>28561.95</c:v>
                </c:pt>
                <c:pt idx="4338">
                  <c:v>23678.34</c:v>
                </c:pt>
                <c:pt idx="4339">
                  <c:v>24810.58</c:v>
                </c:pt>
                <c:pt idx="4340">
                  <c:v>20870.009999999998</c:v>
                </c:pt>
                <c:pt idx="4341">
                  <c:v>20741.490000000002</c:v>
                </c:pt>
                <c:pt idx="4342">
                  <c:v>60446.03</c:v>
                </c:pt>
                <c:pt idx="4343">
                  <c:v>45877.38</c:v>
                </c:pt>
                <c:pt idx="4344">
                  <c:v>9530.07</c:v>
                </c:pt>
                <c:pt idx="4345">
                  <c:v>69744.990000000005</c:v>
                </c:pt>
                <c:pt idx="4346">
                  <c:v>9853.85</c:v>
                </c:pt>
                <c:pt idx="4347">
                  <c:v>1727.41</c:v>
                </c:pt>
                <c:pt idx="4348">
                  <c:v>8990.34</c:v>
                </c:pt>
                <c:pt idx="4349">
                  <c:v>8243.17</c:v>
                </c:pt>
                <c:pt idx="4350">
                  <c:v>66059.28</c:v>
                </c:pt>
                <c:pt idx="4351">
                  <c:v>7213.85</c:v>
                </c:pt>
                <c:pt idx="4352">
                  <c:v>4563.26</c:v>
                </c:pt>
                <c:pt idx="4353">
                  <c:v>38781.620000000003</c:v>
                </c:pt>
                <c:pt idx="4354">
                  <c:v>18058.07</c:v>
                </c:pt>
                <c:pt idx="4355">
                  <c:v>26445.759999999998</c:v>
                </c:pt>
                <c:pt idx="4356">
                  <c:v>37350.019999999997</c:v>
                </c:pt>
                <c:pt idx="4357">
                  <c:v>3388</c:v>
                </c:pt>
                <c:pt idx="4358">
                  <c:v>12676.23</c:v>
                </c:pt>
                <c:pt idx="4359">
                  <c:v>5965.03</c:v>
                </c:pt>
                <c:pt idx="4360">
                  <c:v>9681.52</c:v>
                </c:pt>
                <c:pt idx="4361">
                  <c:v>65420.18</c:v>
                </c:pt>
                <c:pt idx="4362">
                  <c:v>61328.65</c:v>
                </c:pt>
                <c:pt idx="4363">
                  <c:v>3456.62</c:v>
                </c:pt>
                <c:pt idx="4364">
                  <c:v>17316.810000000001</c:v>
                </c:pt>
                <c:pt idx="4365">
                  <c:v>55123.82</c:v>
                </c:pt>
                <c:pt idx="4366">
                  <c:v>30774.080000000002</c:v>
                </c:pt>
                <c:pt idx="4367">
                  <c:v>4481.95</c:v>
                </c:pt>
                <c:pt idx="4368">
                  <c:v>1195.44</c:v>
                </c:pt>
                <c:pt idx="4369">
                  <c:v>57194.74</c:v>
                </c:pt>
                <c:pt idx="4370">
                  <c:v>30913.75</c:v>
                </c:pt>
                <c:pt idx="4371">
                  <c:v>74409.22</c:v>
                </c:pt>
                <c:pt idx="4372">
                  <c:v>61629.02</c:v>
                </c:pt>
                <c:pt idx="4373">
                  <c:v>42267.33</c:v>
                </c:pt>
                <c:pt idx="4374">
                  <c:v>18388.61</c:v>
                </c:pt>
                <c:pt idx="4375">
                  <c:v>12217.15</c:v>
                </c:pt>
                <c:pt idx="4376">
                  <c:v>38043.089999999997</c:v>
                </c:pt>
                <c:pt idx="4377">
                  <c:v>29586.34</c:v>
                </c:pt>
                <c:pt idx="4378">
                  <c:v>86067.76</c:v>
                </c:pt>
                <c:pt idx="4379">
                  <c:v>55168.91</c:v>
                </c:pt>
                <c:pt idx="4380">
                  <c:v>5553.11</c:v>
                </c:pt>
                <c:pt idx="4381">
                  <c:v>19482.75</c:v>
                </c:pt>
                <c:pt idx="4382">
                  <c:v>15760.68</c:v>
                </c:pt>
                <c:pt idx="4383">
                  <c:v>79819.149999999994</c:v>
                </c:pt>
                <c:pt idx="4384">
                  <c:v>2105.31</c:v>
                </c:pt>
                <c:pt idx="4385">
                  <c:v>11331.18</c:v>
                </c:pt>
                <c:pt idx="4386">
                  <c:v>4300.09</c:v>
                </c:pt>
                <c:pt idx="4387">
                  <c:v>41935.53</c:v>
                </c:pt>
                <c:pt idx="4388">
                  <c:v>30701.25</c:v>
                </c:pt>
                <c:pt idx="4389">
                  <c:v>14581.9</c:v>
                </c:pt>
                <c:pt idx="4390">
                  <c:v>9356.25</c:v>
                </c:pt>
                <c:pt idx="4391">
                  <c:v>10731</c:v>
                </c:pt>
                <c:pt idx="4392">
                  <c:v>8675.48</c:v>
                </c:pt>
                <c:pt idx="4393">
                  <c:v>28219.56</c:v>
                </c:pt>
                <c:pt idx="4394">
                  <c:v>57976.76</c:v>
                </c:pt>
                <c:pt idx="4395">
                  <c:v>28839.64</c:v>
                </c:pt>
                <c:pt idx="4396">
                  <c:v>47753.120000000003</c:v>
                </c:pt>
                <c:pt idx="4397">
                  <c:v>44312.69</c:v>
                </c:pt>
                <c:pt idx="4398">
                  <c:v>22411.79</c:v>
                </c:pt>
                <c:pt idx="4399">
                  <c:v>13519.04</c:v>
                </c:pt>
                <c:pt idx="4400">
                  <c:v>46681.03</c:v>
                </c:pt>
                <c:pt idx="4401">
                  <c:v>66304.86</c:v>
                </c:pt>
                <c:pt idx="4402">
                  <c:v>36330.25</c:v>
                </c:pt>
                <c:pt idx="4403">
                  <c:v>8682.2900000000009</c:v>
                </c:pt>
                <c:pt idx="4404">
                  <c:v>51616.639999999999</c:v>
                </c:pt>
                <c:pt idx="4405">
                  <c:v>18050.93</c:v>
                </c:pt>
                <c:pt idx="4406">
                  <c:v>21001.43</c:v>
                </c:pt>
                <c:pt idx="4407">
                  <c:v>56210.8</c:v>
                </c:pt>
                <c:pt idx="4408">
                  <c:v>13980.37</c:v>
                </c:pt>
                <c:pt idx="4409">
                  <c:v>22135.68</c:v>
                </c:pt>
                <c:pt idx="4410">
                  <c:v>24593.39</c:v>
                </c:pt>
                <c:pt idx="4411">
                  <c:v>19204.349999999999</c:v>
                </c:pt>
                <c:pt idx="4412">
                  <c:v>29885.62</c:v>
                </c:pt>
                <c:pt idx="4413">
                  <c:v>99620.64</c:v>
                </c:pt>
                <c:pt idx="4414">
                  <c:v>4067.36</c:v>
                </c:pt>
                <c:pt idx="4415">
                  <c:v>50778.1</c:v>
                </c:pt>
                <c:pt idx="4416">
                  <c:v>39445.480000000003</c:v>
                </c:pt>
                <c:pt idx="4417">
                  <c:v>20946.96</c:v>
                </c:pt>
                <c:pt idx="4418">
                  <c:v>7505.22</c:v>
                </c:pt>
                <c:pt idx="4419">
                  <c:v>17962.96</c:v>
                </c:pt>
                <c:pt idx="4420">
                  <c:v>90156.46</c:v>
                </c:pt>
                <c:pt idx="4421">
                  <c:v>70734.05</c:v>
                </c:pt>
                <c:pt idx="4422">
                  <c:v>20959.810000000001</c:v>
                </c:pt>
                <c:pt idx="4423">
                  <c:v>14076.4</c:v>
                </c:pt>
                <c:pt idx="4424">
                  <c:v>10183.99</c:v>
                </c:pt>
                <c:pt idx="4425">
                  <c:v>66068.100000000006</c:v>
                </c:pt>
                <c:pt idx="4426">
                  <c:v>44822.559999999998</c:v>
                </c:pt>
                <c:pt idx="4427">
                  <c:v>41836.79</c:v>
                </c:pt>
                <c:pt idx="4428">
                  <c:v>80808.56</c:v>
                </c:pt>
                <c:pt idx="4429">
                  <c:v>12313.88</c:v>
                </c:pt>
                <c:pt idx="4430">
                  <c:v>9919.5400000000009</c:v>
                </c:pt>
                <c:pt idx="4431">
                  <c:v>34100.89</c:v>
                </c:pt>
                <c:pt idx="4432">
                  <c:v>1886.68</c:v>
                </c:pt>
                <c:pt idx="4433">
                  <c:v>94887.87</c:v>
                </c:pt>
                <c:pt idx="4434">
                  <c:v>21069.13</c:v>
                </c:pt>
                <c:pt idx="4435">
                  <c:v>4151.66</c:v>
                </c:pt>
                <c:pt idx="4436">
                  <c:v>41524.46</c:v>
                </c:pt>
                <c:pt idx="4437">
                  <c:v>60945.279999999999</c:v>
                </c:pt>
                <c:pt idx="4438">
                  <c:v>56918.99</c:v>
                </c:pt>
                <c:pt idx="4439">
                  <c:v>11258.52</c:v>
                </c:pt>
                <c:pt idx="4440">
                  <c:v>36395.9</c:v>
                </c:pt>
                <c:pt idx="4441">
                  <c:v>27700.05</c:v>
                </c:pt>
                <c:pt idx="4442">
                  <c:v>16756.759999999998</c:v>
                </c:pt>
                <c:pt idx="4443">
                  <c:v>77119.81</c:v>
                </c:pt>
                <c:pt idx="4444">
                  <c:v>75225.86</c:v>
                </c:pt>
                <c:pt idx="4445">
                  <c:v>9782.81</c:v>
                </c:pt>
                <c:pt idx="4446">
                  <c:v>92333.22</c:v>
                </c:pt>
                <c:pt idx="4447">
                  <c:v>72802.039999999994</c:v>
                </c:pt>
                <c:pt idx="4448">
                  <c:v>4293.1099999999997</c:v>
                </c:pt>
                <c:pt idx="4449">
                  <c:v>15268.59</c:v>
                </c:pt>
                <c:pt idx="4450">
                  <c:v>51769.7</c:v>
                </c:pt>
                <c:pt idx="4451">
                  <c:v>14915.63</c:v>
                </c:pt>
                <c:pt idx="4452">
                  <c:v>49556.56</c:v>
                </c:pt>
                <c:pt idx="4453">
                  <c:v>8782.83</c:v>
                </c:pt>
                <c:pt idx="4454">
                  <c:v>13898.85</c:v>
                </c:pt>
                <c:pt idx="4455">
                  <c:v>65882.17</c:v>
                </c:pt>
                <c:pt idx="4456">
                  <c:v>3579.54</c:v>
                </c:pt>
                <c:pt idx="4457">
                  <c:v>25862.98</c:v>
                </c:pt>
                <c:pt idx="4458">
                  <c:v>38999.730000000003</c:v>
                </c:pt>
                <c:pt idx="4459">
                  <c:v>12097.26</c:v>
                </c:pt>
                <c:pt idx="4460">
                  <c:v>93479.31</c:v>
                </c:pt>
                <c:pt idx="4461">
                  <c:v>18482.919999999998</c:v>
                </c:pt>
                <c:pt idx="4462">
                  <c:v>103328.92</c:v>
                </c:pt>
                <c:pt idx="4463">
                  <c:v>96770</c:v>
                </c:pt>
                <c:pt idx="4464">
                  <c:v>42081.32</c:v>
                </c:pt>
                <c:pt idx="4465">
                  <c:v>20311.62</c:v>
                </c:pt>
                <c:pt idx="4466">
                  <c:v>23852.87</c:v>
                </c:pt>
                <c:pt idx="4467">
                  <c:v>46323.9</c:v>
                </c:pt>
                <c:pt idx="4468">
                  <c:v>8966.9</c:v>
                </c:pt>
                <c:pt idx="4469">
                  <c:v>80944.070000000007</c:v>
                </c:pt>
                <c:pt idx="4470">
                  <c:v>9503.4699999999993</c:v>
                </c:pt>
                <c:pt idx="4471">
                  <c:v>103519.61</c:v>
                </c:pt>
                <c:pt idx="4472">
                  <c:v>87081.43</c:v>
                </c:pt>
                <c:pt idx="4473">
                  <c:v>33972.54</c:v>
                </c:pt>
                <c:pt idx="4474">
                  <c:v>47191.26</c:v>
                </c:pt>
                <c:pt idx="4475">
                  <c:v>28087.57</c:v>
                </c:pt>
                <c:pt idx="4476">
                  <c:v>8317.31</c:v>
                </c:pt>
                <c:pt idx="4477">
                  <c:v>13993.08</c:v>
                </c:pt>
                <c:pt idx="4478">
                  <c:v>23572.77</c:v>
                </c:pt>
                <c:pt idx="4479">
                  <c:v>49574.76</c:v>
                </c:pt>
                <c:pt idx="4480">
                  <c:v>36990.03</c:v>
                </c:pt>
                <c:pt idx="4481">
                  <c:v>44162.59</c:v>
                </c:pt>
                <c:pt idx="4482">
                  <c:v>57593.2</c:v>
                </c:pt>
                <c:pt idx="4483">
                  <c:v>7315.16</c:v>
                </c:pt>
                <c:pt idx="4484">
                  <c:v>17716.61</c:v>
                </c:pt>
                <c:pt idx="4485">
                  <c:v>11444.79</c:v>
                </c:pt>
                <c:pt idx="4486">
                  <c:v>15986.78</c:v>
                </c:pt>
                <c:pt idx="4487">
                  <c:v>23306.98</c:v>
                </c:pt>
                <c:pt idx="4488">
                  <c:v>10863.85</c:v>
                </c:pt>
                <c:pt idx="4489">
                  <c:v>13534.66</c:v>
                </c:pt>
                <c:pt idx="4490">
                  <c:v>4085.68</c:v>
                </c:pt>
                <c:pt idx="4491">
                  <c:v>2954.85</c:v>
                </c:pt>
                <c:pt idx="4492">
                  <c:v>7604.87</c:v>
                </c:pt>
                <c:pt idx="4493">
                  <c:v>33915.370000000003</c:v>
                </c:pt>
                <c:pt idx="4494">
                  <c:v>26541.98</c:v>
                </c:pt>
                <c:pt idx="4495">
                  <c:v>11975.88</c:v>
                </c:pt>
                <c:pt idx="4496">
                  <c:v>11296.07</c:v>
                </c:pt>
                <c:pt idx="4497">
                  <c:v>33844.42</c:v>
                </c:pt>
                <c:pt idx="4498">
                  <c:v>2189.31</c:v>
                </c:pt>
                <c:pt idx="4499">
                  <c:v>37631.32</c:v>
                </c:pt>
                <c:pt idx="4500">
                  <c:v>53057.02</c:v>
                </c:pt>
                <c:pt idx="4501">
                  <c:v>28280.39</c:v>
                </c:pt>
                <c:pt idx="4502">
                  <c:v>74434.399999999994</c:v>
                </c:pt>
                <c:pt idx="4503">
                  <c:v>12609.7</c:v>
                </c:pt>
                <c:pt idx="4504">
                  <c:v>33036.730000000003</c:v>
                </c:pt>
                <c:pt idx="4505">
                  <c:v>6760.57</c:v>
                </c:pt>
                <c:pt idx="4506">
                  <c:v>48388.1</c:v>
                </c:pt>
                <c:pt idx="4507">
                  <c:v>37812.769999999997</c:v>
                </c:pt>
                <c:pt idx="4508">
                  <c:v>37969.26</c:v>
                </c:pt>
                <c:pt idx="4509">
                  <c:v>58342.94</c:v>
                </c:pt>
                <c:pt idx="4510">
                  <c:v>65204.94</c:v>
                </c:pt>
                <c:pt idx="4511">
                  <c:v>4318.5200000000004</c:v>
                </c:pt>
                <c:pt idx="4512">
                  <c:v>15368.49</c:v>
                </c:pt>
                <c:pt idx="4513">
                  <c:v>29767.94</c:v>
                </c:pt>
                <c:pt idx="4514">
                  <c:v>8996.7800000000007</c:v>
                </c:pt>
                <c:pt idx="4515">
                  <c:v>21665.42</c:v>
                </c:pt>
                <c:pt idx="4516">
                  <c:v>76597.539999999994</c:v>
                </c:pt>
                <c:pt idx="4517">
                  <c:v>8122.72</c:v>
                </c:pt>
                <c:pt idx="4518">
                  <c:v>11170.91</c:v>
                </c:pt>
                <c:pt idx="4519">
                  <c:v>29995.25</c:v>
                </c:pt>
                <c:pt idx="4520">
                  <c:v>26200.31</c:v>
                </c:pt>
                <c:pt idx="4521">
                  <c:v>10712.84</c:v>
                </c:pt>
                <c:pt idx="4522">
                  <c:v>79949.100000000006</c:v>
                </c:pt>
                <c:pt idx="4523">
                  <c:v>82442.539999999994</c:v>
                </c:pt>
                <c:pt idx="4524">
                  <c:v>28106.1</c:v>
                </c:pt>
                <c:pt idx="4525">
                  <c:v>50692.639999999999</c:v>
                </c:pt>
                <c:pt idx="4526">
                  <c:v>25964.06</c:v>
                </c:pt>
                <c:pt idx="4527">
                  <c:v>40606.559999999998</c:v>
                </c:pt>
                <c:pt idx="4528">
                  <c:v>33209.230000000003</c:v>
                </c:pt>
                <c:pt idx="4529">
                  <c:v>5031.1499999999996</c:v>
                </c:pt>
                <c:pt idx="4530">
                  <c:v>10488.2</c:v>
                </c:pt>
                <c:pt idx="4531">
                  <c:v>15465.85</c:v>
                </c:pt>
                <c:pt idx="4532">
                  <c:v>20468.03</c:v>
                </c:pt>
                <c:pt idx="4533">
                  <c:v>83148.66</c:v>
                </c:pt>
                <c:pt idx="4534">
                  <c:v>7091.2</c:v>
                </c:pt>
                <c:pt idx="4535">
                  <c:v>14328.72</c:v>
                </c:pt>
                <c:pt idx="4536">
                  <c:v>49083.93</c:v>
                </c:pt>
                <c:pt idx="4537">
                  <c:v>1167.2</c:v>
                </c:pt>
                <c:pt idx="4538">
                  <c:v>49111.12</c:v>
                </c:pt>
                <c:pt idx="4539">
                  <c:v>3999.6</c:v>
                </c:pt>
                <c:pt idx="4540">
                  <c:v>47650.43</c:v>
                </c:pt>
                <c:pt idx="4541">
                  <c:v>24668.2</c:v>
                </c:pt>
                <c:pt idx="4542">
                  <c:v>14319.11</c:v>
                </c:pt>
                <c:pt idx="4543">
                  <c:v>44412.82</c:v>
                </c:pt>
                <c:pt idx="4544">
                  <c:v>7398.09</c:v>
                </c:pt>
                <c:pt idx="4545">
                  <c:v>6558.13</c:v>
                </c:pt>
                <c:pt idx="4546">
                  <c:v>37704.370000000003</c:v>
                </c:pt>
                <c:pt idx="4547">
                  <c:v>24807.89</c:v>
                </c:pt>
                <c:pt idx="4548">
                  <c:v>14032.2</c:v>
                </c:pt>
                <c:pt idx="4549">
                  <c:v>73925.649999999994</c:v>
                </c:pt>
                <c:pt idx="4550">
                  <c:v>11413.71</c:v>
                </c:pt>
                <c:pt idx="4551">
                  <c:v>29325.81</c:v>
                </c:pt>
                <c:pt idx="4552">
                  <c:v>25787.22</c:v>
                </c:pt>
                <c:pt idx="4553">
                  <c:v>82666.33</c:v>
                </c:pt>
                <c:pt idx="4554">
                  <c:v>3755.09</c:v>
                </c:pt>
                <c:pt idx="4555">
                  <c:v>59820.67</c:v>
                </c:pt>
                <c:pt idx="4556">
                  <c:v>76483.259999999995</c:v>
                </c:pt>
                <c:pt idx="4557">
                  <c:v>84929.51</c:v>
                </c:pt>
                <c:pt idx="4558">
                  <c:v>78524.11</c:v>
                </c:pt>
                <c:pt idx="4559">
                  <c:v>16865.73</c:v>
                </c:pt>
                <c:pt idx="4560">
                  <c:v>26281.14</c:v>
                </c:pt>
                <c:pt idx="4561">
                  <c:v>10932.94</c:v>
                </c:pt>
                <c:pt idx="4562">
                  <c:v>22398.26</c:v>
                </c:pt>
                <c:pt idx="4563">
                  <c:v>24330.39</c:v>
                </c:pt>
                <c:pt idx="4564">
                  <c:v>25300.36</c:v>
                </c:pt>
                <c:pt idx="4565">
                  <c:v>59006.239999999998</c:v>
                </c:pt>
                <c:pt idx="4566">
                  <c:v>17806.919999999998</c:v>
                </c:pt>
                <c:pt idx="4567">
                  <c:v>33180.589999999997</c:v>
                </c:pt>
                <c:pt idx="4568">
                  <c:v>39797.35</c:v>
                </c:pt>
                <c:pt idx="4569">
                  <c:v>20897.669999999998</c:v>
                </c:pt>
                <c:pt idx="4570">
                  <c:v>43446.06</c:v>
                </c:pt>
                <c:pt idx="4571">
                  <c:v>84863.52</c:v>
                </c:pt>
                <c:pt idx="4572">
                  <c:v>43829.1</c:v>
                </c:pt>
                <c:pt idx="4573">
                  <c:v>3762.79</c:v>
                </c:pt>
                <c:pt idx="4574">
                  <c:v>8378.06</c:v>
                </c:pt>
                <c:pt idx="4575">
                  <c:v>32958.239999999998</c:v>
                </c:pt>
                <c:pt idx="4576">
                  <c:v>10032.68</c:v>
                </c:pt>
                <c:pt idx="4577">
                  <c:v>50658.400000000001</c:v>
                </c:pt>
                <c:pt idx="4578">
                  <c:v>76035.12</c:v>
                </c:pt>
                <c:pt idx="4579">
                  <c:v>4129.04</c:v>
                </c:pt>
                <c:pt idx="4580">
                  <c:v>35740.19</c:v>
                </c:pt>
                <c:pt idx="4581">
                  <c:v>17390.84</c:v>
                </c:pt>
                <c:pt idx="4582">
                  <c:v>3840.1</c:v>
                </c:pt>
                <c:pt idx="4583">
                  <c:v>17162.36</c:v>
                </c:pt>
                <c:pt idx="4584">
                  <c:v>5958.34</c:v>
                </c:pt>
                <c:pt idx="4585">
                  <c:v>56646.45</c:v>
                </c:pt>
                <c:pt idx="4586">
                  <c:v>23459.15</c:v>
                </c:pt>
                <c:pt idx="4587">
                  <c:v>37810.53</c:v>
                </c:pt>
                <c:pt idx="4588">
                  <c:v>11996.67</c:v>
                </c:pt>
                <c:pt idx="4589">
                  <c:v>38611.57</c:v>
                </c:pt>
                <c:pt idx="4590">
                  <c:v>15821.06</c:v>
                </c:pt>
                <c:pt idx="4591">
                  <c:v>15483.38</c:v>
                </c:pt>
                <c:pt idx="4592">
                  <c:v>58850.61</c:v>
                </c:pt>
                <c:pt idx="4593">
                  <c:v>10222.700000000001</c:v>
                </c:pt>
                <c:pt idx="4594">
                  <c:v>73319.34</c:v>
                </c:pt>
                <c:pt idx="4595">
                  <c:v>44020.84</c:v>
                </c:pt>
                <c:pt idx="4596">
                  <c:v>99494.01</c:v>
                </c:pt>
                <c:pt idx="4597">
                  <c:v>28132.84</c:v>
                </c:pt>
                <c:pt idx="4598">
                  <c:v>27034.98</c:v>
                </c:pt>
                <c:pt idx="4599">
                  <c:v>14095.05</c:v>
                </c:pt>
                <c:pt idx="4600">
                  <c:v>19546.88</c:v>
                </c:pt>
                <c:pt idx="4601">
                  <c:v>33838.39</c:v>
                </c:pt>
                <c:pt idx="4602">
                  <c:v>21170.49</c:v>
                </c:pt>
                <c:pt idx="4603">
                  <c:v>12148.29</c:v>
                </c:pt>
                <c:pt idx="4604">
                  <c:v>40517.269999999997</c:v>
                </c:pt>
                <c:pt idx="4605">
                  <c:v>22660.41</c:v>
                </c:pt>
                <c:pt idx="4606">
                  <c:v>42468.959999999999</c:v>
                </c:pt>
                <c:pt idx="4607">
                  <c:v>3166.57</c:v>
                </c:pt>
                <c:pt idx="4608">
                  <c:v>38872.26</c:v>
                </c:pt>
                <c:pt idx="4609">
                  <c:v>20889.37</c:v>
                </c:pt>
                <c:pt idx="4610">
                  <c:v>25901.95</c:v>
                </c:pt>
                <c:pt idx="4611">
                  <c:v>9838.67</c:v>
                </c:pt>
                <c:pt idx="4612">
                  <c:v>80004.17</c:v>
                </c:pt>
                <c:pt idx="4613">
                  <c:v>8302.81</c:v>
                </c:pt>
                <c:pt idx="4614">
                  <c:v>7907.42</c:v>
                </c:pt>
                <c:pt idx="4615">
                  <c:v>31181.16</c:v>
                </c:pt>
                <c:pt idx="4616">
                  <c:v>30844.959999999999</c:v>
                </c:pt>
                <c:pt idx="4617">
                  <c:v>66933.03</c:v>
                </c:pt>
                <c:pt idx="4618">
                  <c:v>66008.460000000006</c:v>
                </c:pt>
                <c:pt idx="4619">
                  <c:v>9093.11</c:v>
                </c:pt>
                <c:pt idx="4620">
                  <c:v>50934.66</c:v>
                </c:pt>
                <c:pt idx="4621">
                  <c:v>55978.21</c:v>
                </c:pt>
                <c:pt idx="4622">
                  <c:v>20478.84</c:v>
                </c:pt>
                <c:pt idx="4623">
                  <c:v>17386.78</c:v>
                </c:pt>
                <c:pt idx="4624">
                  <c:v>55913.38</c:v>
                </c:pt>
                <c:pt idx="4625">
                  <c:v>5459.56</c:v>
                </c:pt>
                <c:pt idx="4626">
                  <c:v>27188.78</c:v>
                </c:pt>
                <c:pt idx="4627">
                  <c:v>51068.46</c:v>
                </c:pt>
                <c:pt idx="4628">
                  <c:v>38132.06</c:v>
                </c:pt>
                <c:pt idx="4629">
                  <c:v>21112.62</c:v>
                </c:pt>
                <c:pt idx="4630">
                  <c:v>24692.03</c:v>
                </c:pt>
                <c:pt idx="4631">
                  <c:v>81195.240000000005</c:v>
                </c:pt>
                <c:pt idx="4632">
                  <c:v>14251.91</c:v>
                </c:pt>
                <c:pt idx="4633">
                  <c:v>90616.24</c:v>
                </c:pt>
                <c:pt idx="4634">
                  <c:v>11018.67</c:v>
                </c:pt>
                <c:pt idx="4635">
                  <c:v>18636.580000000002</c:v>
                </c:pt>
                <c:pt idx="4636">
                  <c:v>83439.72</c:v>
                </c:pt>
                <c:pt idx="4637">
                  <c:v>16038.14</c:v>
                </c:pt>
                <c:pt idx="4638">
                  <c:v>13162.31</c:v>
                </c:pt>
                <c:pt idx="4639">
                  <c:v>38163.89</c:v>
                </c:pt>
                <c:pt idx="4640">
                  <c:v>23255.03</c:v>
                </c:pt>
                <c:pt idx="4641">
                  <c:v>6632.26</c:v>
                </c:pt>
                <c:pt idx="4642">
                  <c:v>39870</c:v>
                </c:pt>
                <c:pt idx="4643">
                  <c:v>3705.65</c:v>
                </c:pt>
                <c:pt idx="4644">
                  <c:v>26032.52</c:v>
                </c:pt>
                <c:pt idx="4645">
                  <c:v>7931.72</c:v>
                </c:pt>
                <c:pt idx="4646">
                  <c:v>3117.64</c:v>
                </c:pt>
                <c:pt idx="4647">
                  <c:v>47290.27</c:v>
                </c:pt>
                <c:pt idx="4648">
                  <c:v>12231.32</c:v>
                </c:pt>
                <c:pt idx="4649">
                  <c:v>31916.639999999999</c:v>
                </c:pt>
                <c:pt idx="4650">
                  <c:v>34519.35</c:v>
                </c:pt>
                <c:pt idx="4651">
                  <c:v>99597.43</c:v>
                </c:pt>
                <c:pt idx="4652">
                  <c:v>37204.44</c:v>
                </c:pt>
                <c:pt idx="4653">
                  <c:v>24808.55</c:v>
                </c:pt>
                <c:pt idx="4654">
                  <c:v>96634.44</c:v>
                </c:pt>
                <c:pt idx="4655">
                  <c:v>88543.56</c:v>
                </c:pt>
                <c:pt idx="4656">
                  <c:v>18107.04</c:v>
                </c:pt>
                <c:pt idx="4657">
                  <c:v>26454.959999999999</c:v>
                </c:pt>
                <c:pt idx="4658">
                  <c:v>95605.54</c:v>
                </c:pt>
                <c:pt idx="4659">
                  <c:v>35849.06</c:v>
                </c:pt>
                <c:pt idx="4660">
                  <c:v>8367.0300000000007</c:v>
                </c:pt>
                <c:pt idx="4661">
                  <c:v>8084.96</c:v>
                </c:pt>
                <c:pt idx="4662">
                  <c:v>15181.32</c:v>
                </c:pt>
                <c:pt idx="4663">
                  <c:v>31643.32</c:v>
                </c:pt>
                <c:pt idx="4664">
                  <c:v>43989.02</c:v>
                </c:pt>
                <c:pt idx="4665">
                  <c:v>5198.38</c:v>
                </c:pt>
                <c:pt idx="4666">
                  <c:v>10573.19</c:v>
                </c:pt>
                <c:pt idx="4667">
                  <c:v>2114.5500000000002</c:v>
                </c:pt>
                <c:pt idx="4668">
                  <c:v>55795.07</c:v>
                </c:pt>
                <c:pt idx="4669">
                  <c:v>64986.33</c:v>
                </c:pt>
                <c:pt idx="4670">
                  <c:v>41979.63</c:v>
                </c:pt>
                <c:pt idx="4671">
                  <c:v>9436.6200000000008</c:v>
                </c:pt>
                <c:pt idx="4672">
                  <c:v>34202.11</c:v>
                </c:pt>
                <c:pt idx="4673">
                  <c:v>61733.38</c:v>
                </c:pt>
                <c:pt idx="4674">
                  <c:v>15493.06</c:v>
                </c:pt>
                <c:pt idx="4675">
                  <c:v>54424.27</c:v>
                </c:pt>
                <c:pt idx="4676">
                  <c:v>26058.69</c:v>
                </c:pt>
                <c:pt idx="4677">
                  <c:v>56369.04</c:v>
                </c:pt>
                <c:pt idx="4678">
                  <c:v>15522.76</c:v>
                </c:pt>
                <c:pt idx="4679">
                  <c:v>19182.25</c:v>
                </c:pt>
                <c:pt idx="4680">
                  <c:v>18735.78</c:v>
                </c:pt>
                <c:pt idx="4681">
                  <c:v>14438.76</c:v>
                </c:pt>
                <c:pt idx="4682">
                  <c:v>43445.75</c:v>
                </c:pt>
                <c:pt idx="4683">
                  <c:v>7169.75</c:v>
                </c:pt>
                <c:pt idx="4684">
                  <c:v>28540.6</c:v>
                </c:pt>
                <c:pt idx="4685">
                  <c:v>19932.02</c:v>
                </c:pt>
                <c:pt idx="4686">
                  <c:v>32589.73</c:v>
                </c:pt>
                <c:pt idx="4687">
                  <c:v>49708.73</c:v>
                </c:pt>
                <c:pt idx="4688">
                  <c:v>25132.49</c:v>
                </c:pt>
                <c:pt idx="4689">
                  <c:v>35904.75</c:v>
                </c:pt>
                <c:pt idx="4690">
                  <c:v>23945.040000000001</c:v>
                </c:pt>
                <c:pt idx="4691">
                  <c:v>54609.1</c:v>
                </c:pt>
                <c:pt idx="4692">
                  <c:v>29062.240000000002</c:v>
                </c:pt>
                <c:pt idx="4693">
                  <c:v>25591.42</c:v>
                </c:pt>
                <c:pt idx="4694">
                  <c:v>12726.52</c:v>
                </c:pt>
                <c:pt idx="4695">
                  <c:v>32779.53</c:v>
                </c:pt>
                <c:pt idx="4696">
                  <c:v>59213.18</c:v>
                </c:pt>
                <c:pt idx="4697">
                  <c:v>39681.279999999999</c:v>
                </c:pt>
                <c:pt idx="4698">
                  <c:v>37139.339999999997</c:v>
                </c:pt>
                <c:pt idx="4699">
                  <c:v>43563.4</c:v>
                </c:pt>
                <c:pt idx="4700">
                  <c:v>29358.5</c:v>
                </c:pt>
                <c:pt idx="4701">
                  <c:v>61613.91</c:v>
                </c:pt>
                <c:pt idx="4702">
                  <c:v>48050.23</c:v>
                </c:pt>
                <c:pt idx="4703">
                  <c:v>44477.68</c:v>
                </c:pt>
                <c:pt idx="4704">
                  <c:v>3918.05</c:v>
                </c:pt>
                <c:pt idx="4705">
                  <c:v>22443.96</c:v>
                </c:pt>
                <c:pt idx="4706">
                  <c:v>3464.38</c:v>
                </c:pt>
                <c:pt idx="4707">
                  <c:v>48878.11</c:v>
                </c:pt>
                <c:pt idx="4708">
                  <c:v>19444.13</c:v>
                </c:pt>
                <c:pt idx="4709">
                  <c:v>48263.42</c:v>
                </c:pt>
                <c:pt idx="4710">
                  <c:v>45626.18</c:v>
                </c:pt>
                <c:pt idx="4711">
                  <c:v>6987.08</c:v>
                </c:pt>
                <c:pt idx="4712">
                  <c:v>44799.62</c:v>
                </c:pt>
                <c:pt idx="4713">
                  <c:v>17069.22</c:v>
                </c:pt>
                <c:pt idx="4714">
                  <c:v>29086.85</c:v>
                </c:pt>
                <c:pt idx="4715">
                  <c:v>90941.87</c:v>
                </c:pt>
                <c:pt idx="4716">
                  <c:v>21164.85</c:v>
                </c:pt>
                <c:pt idx="4717">
                  <c:v>6807.91</c:v>
                </c:pt>
                <c:pt idx="4718">
                  <c:v>54962.86</c:v>
                </c:pt>
                <c:pt idx="4719">
                  <c:v>39289.040000000001</c:v>
                </c:pt>
                <c:pt idx="4720">
                  <c:v>7221.63</c:v>
                </c:pt>
                <c:pt idx="4721">
                  <c:v>90694.77</c:v>
                </c:pt>
                <c:pt idx="4722">
                  <c:v>11557.1</c:v>
                </c:pt>
                <c:pt idx="4723">
                  <c:v>37940.519999999997</c:v>
                </c:pt>
                <c:pt idx="4724">
                  <c:v>9605.42</c:v>
                </c:pt>
                <c:pt idx="4725">
                  <c:v>29699.59</c:v>
                </c:pt>
                <c:pt idx="4726">
                  <c:v>17584.88</c:v>
                </c:pt>
                <c:pt idx="4727">
                  <c:v>19324.689999999999</c:v>
                </c:pt>
                <c:pt idx="4728">
                  <c:v>41768.949999999997</c:v>
                </c:pt>
                <c:pt idx="4729">
                  <c:v>24685.919999999998</c:v>
                </c:pt>
                <c:pt idx="4730">
                  <c:v>24710.91</c:v>
                </c:pt>
                <c:pt idx="4731">
                  <c:v>3588.94</c:v>
                </c:pt>
                <c:pt idx="4732">
                  <c:v>21423.43</c:v>
                </c:pt>
                <c:pt idx="4733">
                  <c:v>21801.82</c:v>
                </c:pt>
                <c:pt idx="4734">
                  <c:v>16657.45</c:v>
                </c:pt>
                <c:pt idx="4735">
                  <c:v>78882.62</c:v>
                </c:pt>
                <c:pt idx="4736">
                  <c:v>20115.21</c:v>
                </c:pt>
                <c:pt idx="4737">
                  <c:v>10807.7</c:v>
                </c:pt>
                <c:pt idx="4738">
                  <c:v>12615.92</c:v>
                </c:pt>
                <c:pt idx="4739">
                  <c:v>4993.7700000000004</c:v>
                </c:pt>
                <c:pt idx="4740">
                  <c:v>42112.67</c:v>
                </c:pt>
                <c:pt idx="4741">
                  <c:v>93830.1</c:v>
                </c:pt>
                <c:pt idx="4742">
                  <c:v>14369.86</c:v>
                </c:pt>
                <c:pt idx="4743">
                  <c:v>40908.550000000003</c:v>
                </c:pt>
                <c:pt idx="4744">
                  <c:v>7927.45</c:v>
                </c:pt>
                <c:pt idx="4745">
                  <c:v>62365.48</c:v>
                </c:pt>
                <c:pt idx="4746">
                  <c:v>90306.75</c:v>
                </c:pt>
                <c:pt idx="4747">
                  <c:v>50934.14</c:v>
                </c:pt>
                <c:pt idx="4748">
                  <c:v>47649.67</c:v>
                </c:pt>
                <c:pt idx="4749">
                  <c:v>5531.78</c:v>
                </c:pt>
                <c:pt idx="4750">
                  <c:v>33158.9</c:v>
                </c:pt>
                <c:pt idx="4751">
                  <c:v>25031.5</c:v>
                </c:pt>
                <c:pt idx="4752">
                  <c:v>15060.57</c:v>
                </c:pt>
                <c:pt idx="4753">
                  <c:v>89806.29</c:v>
                </c:pt>
                <c:pt idx="4754">
                  <c:v>54093.06</c:v>
                </c:pt>
                <c:pt idx="4755">
                  <c:v>18191.47</c:v>
                </c:pt>
                <c:pt idx="4756">
                  <c:v>10890.6</c:v>
                </c:pt>
                <c:pt idx="4757">
                  <c:v>6625.27</c:v>
                </c:pt>
                <c:pt idx="4758">
                  <c:v>20208.77</c:v>
                </c:pt>
                <c:pt idx="4759">
                  <c:v>18909.2</c:v>
                </c:pt>
                <c:pt idx="4760">
                  <c:v>22265.62</c:v>
                </c:pt>
                <c:pt idx="4761">
                  <c:v>12878.14</c:v>
                </c:pt>
                <c:pt idx="4762">
                  <c:v>41034.5</c:v>
                </c:pt>
                <c:pt idx="4763">
                  <c:v>19926.46</c:v>
                </c:pt>
                <c:pt idx="4764">
                  <c:v>4713.3999999999996</c:v>
                </c:pt>
                <c:pt idx="4765">
                  <c:v>26362.35</c:v>
                </c:pt>
                <c:pt idx="4766">
                  <c:v>57410.81</c:v>
                </c:pt>
                <c:pt idx="4767">
                  <c:v>71034.990000000005</c:v>
                </c:pt>
                <c:pt idx="4768">
                  <c:v>40386.21</c:v>
                </c:pt>
                <c:pt idx="4769">
                  <c:v>13011.55</c:v>
                </c:pt>
                <c:pt idx="4770">
                  <c:v>59492.83</c:v>
                </c:pt>
                <c:pt idx="4771">
                  <c:v>40394.94</c:v>
                </c:pt>
                <c:pt idx="4772">
                  <c:v>25597.11</c:v>
                </c:pt>
                <c:pt idx="4773">
                  <c:v>30034.87</c:v>
                </c:pt>
                <c:pt idx="4774">
                  <c:v>10791.49</c:v>
                </c:pt>
                <c:pt idx="4775">
                  <c:v>49413.42</c:v>
                </c:pt>
                <c:pt idx="4776">
                  <c:v>70966.009999999995</c:v>
                </c:pt>
                <c:pt idx="4777">
                  <c:v>23195</c:v>
                </c:pt>
                <c:pt idx="4778">
                  <c:v>30145.919999999998</c:v>
                </c:pt>
                <c:pt idx="4779">
                  <c:v>33159.550000000003</c:v>
                </c:pt>
                <c:pt idx="4780">
                  <c:v>33427.800000000003</c:v>
                </c:pt>
                <c:pt idx="4781">
                  <c:v>55714.55</c:v>
                </c:pt>
                <c:pt idx="4782">
                  <c:v>19496.740000000002</c:v>
                </c:pt>
                <c:pt idx="4783">
                  <c:v>18342.240000000002</c:v>
                </c:pt>
                <c:pt idx="4784">
                  <c:v>2227.92</c:v>
                </c:pt>
                <c:pt idx="4785">
                  <c:v>10212.1</c:v>
                </c:pt>
                <c:pt idx="4786">
                  <c:v>13006.61</c:v>
                </c:pt>
                <c:pt idx="4787">
                  <c:v>22718.34</c:v>
                </c:pt>
                <c:pt idx="4788">
                  <c:v>63366.58</c:v>
                </c:pt>
                <c:pt idx="4789">
                  <c:v>47787.05</c:v>
                </c:pt>
                <c:pt idx="4790">
                  <c:v>8153.59</c:v>
                </c:pt>
                <c:pt idx="4791">
                  <c:v>90864.87</c:v>
                </c:pt>
                <c:pt idx="4792">
                  <c:v>9897.91</c:v>
                </c:pt>
                <c:pt idx="4793">
                  <c:v>43395.16</c:v>
                </c:pt>
                <c:pt idx="4794">
                  <c:v>7956.95</c:v>
                </c:pt>
                <c:pt idx="4795">
                  <c:v>73780.399999999994</c:v>
                </c:pt>
                <c:pt idx="4796">
                  <c:v>59426.85</c:v>
                </c:pt>
                <c:pt idx="4797">
                  <c:v>71808.09</c:v>
                </c:pt>
                <c:pt idx="4798">
                  <c:v>13721.86</c:v>
                </c:pt>
                <c:pt idx="4799">
                  <c:v>15551.93</c:v>
                </c:pt>
                <c:pt idx="4800">
                  <c:v>98084.7</c:v>
                </c:pt>
                <c:pt idx="4801">
                  <c:v>4889.3</c:v>
                </c:pt>
                <c:pt idx="4802">
                  <c:v>17046.12</c:v>
                </c:pt>
                <c:pt idx="4803">
                  <c:v>32503.46</c:v>
                </c:pt>
                <c:pt idx="4804">
                  <c:v>11143.91</c:v>
                </c:pt>
                <c:pt idx="4805">
                  <c:v>25222.01</c:v>
                </c:pt>
                <c:pt idx="4806">
                  <c:v>34014.959999999999</c:v>
                </c:pt>
                <c:pt idx="4807">
                  <c:v>13634.18</c:v>
                </c:pt>
                <c:pt idx="4808">
                  <c:v>2110.83</c:v>
                </c:pt>
                <c:pt idx="4809">
                  <c:v>3907.42</c:v>
                </c:pt>
                <c:pt idx="4810">
                  <c:v>26397.89</c:v>
                </c:pt>
                <c:pt idx="4811">
                  <c:v>8742.2999999999993</c:v>
                </c:pt>
                <c:pt idx="4812">
                  <c:v>88721.64</c:v>
                </c:pt>
                <c:pt idx="4813">
                  <c:v>18662.36</c:v>
                </c:pt>
                <c:pt idx="4814">
                  <c:v>9595.86</c:v>
                </c:pt>
                <c:pt idx="4815">
                  <c:v>16128.08</c:v>
                </c:pt>
                <c:pt idx="4816">
                  <c:v>35763.42</c:v>
                </c:pt>
                <c:pt idx="4817">
                  <c:v>70746.95</c:v>
                </c:pt>
                <c:pt idx="4818">
                  <c:v>6627.5</c:v>
                </c:pt>
                <c:pt idx="4819">
                  <c:v>21713.24</c:v>
                </c:pt>
                <c:pt idx="4820">
                  <c:v>16493.09</c:v>
                </c:pt>
                <c:pt idx="4821">
                  <c:v>23428.15</c:v>
                </c:pt>
                <c:pt idx="4822">
                  <c:v>24432.75</c:v>
                </c:pt>
                <c:pt idx="4823">
                  <c:v>74899.02</c:v>
                </c:pt>
                <c:pt idx="4824">
                  <c:v>23761.42</c:v>
                </c:pt>
                <c:pt idx="4825">
                  <c:v>4289.3599999999997</c:v>
                </c:pt>
                <c:pt idx="4826">
                  <c:v>36200.22</c:v>
                </c:pt>
                <c:pt idx="4827">
                  <c:v>61947.68</c:v>
                </c:pt>
                <c:pt idx="4828">
                  <c:v>1120.54</c:v>
                </c:pt>
                <c:pt idx="4829">
                  <c:v>6248.66</c:v>
                </c:pt>
                <c:pt idx="4830">
                  <c:v>38355.660000000003</c:v>
                </c:pt>
                <c:pt idx="4831">
                  <c:v>7398.89</c:v>
                </c:pt>
                <c:pt idx="4832">
                  <c:v>9425.08</c:v>
                </c:pt>
                <c:pt idx="4833">
                  <c:v>96428.43</c:v>
                </c:pt>
                <c:pt idx="4834">
                  <c:v>51437.61</c:v>
                </c:pt>
                <c:pt idx="4835">
                  <c:v>54993.71</c:v>
                </c:pt>
                <c:pt idx="4836">
                  <c:v>17901.73</c:v>
                </c:pt>
                <c:pt idx="4837">
                  <c:v>8800.24</c:v>
                </c:pt>
                <c:pt idx="4838">
                  <c:v>80278.880000000005</c:v>
                </c:pt>
                <c:pt idx="4839">
                  <c:v>84963.69</c:v>
                </c:pt>
                <c:pt idx="4840">
                  <c:v>26772.52</c:v>
                </c:pt>
                <c:pt idx="4841">
                  <c:v>51348.15</c:v>
                </c:pt>
                <c:pt idx="4842">
                  <c:v>48671.78</c:v>
                </c:pt>
                <c:pt idx="4843">
                  <c:v>47464.58</c:v>
                </c:pt>
                <c:pt idx="4844">
                  <c:v>11883.06</c:v>
                </c:pt>
                <c:pt idx="4845">
                  <c:v>39777.599999999999</c:v>
                </c:pt>
                <c:pt idx="4846">
                  <c:v>28357.1</c:v>
                </c:pt>
                <c:pt idx="4847">
                  <c:v>20216.16</c:v>
                </c:pt>
                <c:pt idx="4848">
                  <c:v>6600.94</c:v>
                </c:pt>
                <c:pt idx="4849">
                  <c:v>57080.65</c:v>
                </c:pt>
                <c:pt idx="4850">
                  <c:v>41655.35</c:v>
                </c:pt>
                <c:pt idx="4851">
                  <c:v>18284.03</c:v>
                </c:pt>
                <c:pt idx="4852">
                  <c:v>14548.78</c:v>
                </c:pt>
                <c:pt idx="4853">
                  <c:v>9212.24</c:v>
                </c:pt>
                <c:pt idx="4854">
                  <c:v>28691.38</c:v>
                </c:pt>
                <c:pt idx="4855">
                  <c:v>59947.49</c:v>
                </c:pt>
                <c:pt idx="4856">
                  <c:v>14501.21</c:v>
                </c:pt>
                <c:pt idx="4857">
                  <c:v>1083.27</c:v>
                </c:pt>
                <c:pt idx="4858">
                  <c:v>21132.89</c:v>
                </c:pt>
                <c:pt idx="4859">
                  <c:v>22014.31</c:v>
                </c:pt>
                <c:pt idx="4860">
                  <c:v>26658.14</c:v>
                </c:pt>
                <c:pt idx="4861">
                  <c:v>36164.06</c:v>
                </c:pt>
                <c:pt idx="4862">
                  <c:v>21515.93</c:v>
                </c:pt>
                <c:pt idx="4863">
                  <c:v>6431.29</c:v>
                </c:pt>
                <c:pt idx="4864">
                  <c:v>48185.08</c:v>
                </c:pt>
                <c:pt idx="4865">
                  <c:v>9533.57</c:v>
                </c:pt>
                <c:pt idx="4866">
                  <c:v>37239.440000000002</c:v>
                </c:pt>
                <c:pt idx="4867">
                  <c:v>48636.92</c:v>
                </c:pt>
                <c:pt idx="4868">
                  <c:v>8031.33</c:v>
                </c:pt>
                <c:pt idx="4869">
                  <c:v>14274.83</c:v>
                </c:pt>
                <c:pt idx="4870">
                  <c:v>52765.52</c:v>
                </c:pt>
                <c:pt idx="4871">
                  <c:v>55062.63</c:v>
                </c:pt>
                <c:pt idx="4872">
                  <c:v>56087.54</c:v>
                </c:pt>
                <c:pt idx="4873">
                  <c:v>23190.93</c:v>
                </c:pt>
                <c:pt idx="4874">
                  <c:v>8783.48</c:v>
                </c:pt>
                <c:pt idx="4875">
                  <c:v>16847.810000000001</c:v>
                </c:pt>
                <c:pt idx="4876">
                  <c:v>31919.68</c:v>
                </c:pt>
                <c:pt idx="4877">
                  <c:v>10978.93</c:v>
                </c:pt>
                <c:pt idx="4878">
                  <c:v>16968.900000000001</c:v>
                </c:pt>
                <c:pt idx="4879">
                  <c:v>5546.52</c:v>
                </c:pt>
                <c:pt idx="4880">
                  <c:v>17352.09</c:v>
                </c:pt>
                <c:pt idx="4881">
                  <c:v>2936.87</c:v>
                </c:pt>
                <c:pt idx="4882">
                  <c:v>51204.2</c:v>
                </c:pt>
                <c:pt idx="4883">
                  <c:v>67877.570000000007</c:v>
                </c:pt>
                <c:pt idx="4884">
                  <c:v>11032.22</c:v>
                </c:pt>
                <c:pt idx="4885">
                  <c:v>26854.880000000001</c:v>
                </c:pt>
                <c:pt idx="4886">
                  <c:v>43506.02</c:v>
                </c:pt>
                <c:pt idx="4887">
                  <c:v>22352.400000000001</c:v>
                </c:pt>
                <c:pt idx="4888">
                  <c:v>27236.07</c:v>
                </c:pt>
                <c:pt idx="4889">
                  <c:v>25939.99</c:v>
                </c:pt>
                <c:pt idx="4890">
                  <c:v>19357.330000000002</c:v>
                </c:pt>
                <c:pt idx="4891">
                  <c:v>9926.75</c:v>
                </c:pt>
                <c:pt idx="4892">
                  <c:v>71387.570000000007</c:v>
                </c:pt>
                <c:pt idx="4893">
                  <c:v>2705.77</c:v>
                </c:pt>
                <c:pt idx="4894">
                  <c:v>10683.08</c:v>
                </c:pt>
                <c:pt idx="4895">
                  <c:v>13148.69</c:v>
                </c:pt>
                <c:pt idx="4896">
                  <c:v>16378.22</c:v>
                </c:pt>
                <c:pt idx="4897">
                  <c:v>48563.08</c:v>
                </c:pt>
                <c:pt idx="4898">
                  <c:v>30568.799999999999</c:v>
                </c:pt>
                <c:pt idx="4899">
                  <c:v>52879.74</c:v>
                </c:pt>
                <c:pt idx="4900">
                  <c:v>33515.56</c:v>
                </c:pt>
                <c:pt idx="4901">
                  <c:v>47882.96</c:v>
                </c:pt>
                <c:pt idx="4902">
                  <c:v>47208.04</c:v>
                </c:pt>
                <c:pt idx="4903">
                  <c:v>59199.97</c:v>
                </c:pt>
                <c:pt idx="4904">
                  <c:v>36152.44</c:v>
                </c:pt>
                <c:pt idx="4905">
                  <c:v>5853.18</c:v>
                </c:pt>
                <c:pt idx="4906">
                  <c:v>103421.96</c:v>
                </c:pt>
                <c:pt idx="4907">
                  <c:v>12031.66</c:v>
                </c:pt>
                <c:pt idx="4908">
                  <c:v>20691.689999999999</c:v>
                </c:pt>
                <c:pt idx="4909">
                  <c:v>6922.69</c:v>
                </c:pt>
                <c:pt idx="4910">
                  <c:v>10307.219999999999</c:v>
                </c:pt>
                <c:pt idx="4911">
                  <c:v>4268.43</c:v>
                </c:pt>
                <c:pt idx="4912">
                  <c:v>8753.59</c:v>
                </c:pt>
                <c:pt idx="4913">
                  <c:v>7128.98</c:v>
                </c:pt>
                <c:pt idx="4914">
                  <c:v>85487.12</c:v>
                </c:pt>
                <c:pt idx="4915">
                  <c:v>14198.69</c:v>
                </c:pt>
                <c:pt idx="4916">
                  <c:v>63622.78</c:v>
                </c:pt>
                <c:pt idx="4917">
                  <c:v>22578.03</c:v>
                </c:pt>
                <c:pt idx="4918">
                  <c:v>8800.41</c:v>
                </c:pt>
                <c:pt idx="4919">
                  <c:v>19402.87</c:v>
                </c:pt>
                <c:pt idx="4920">
                  <c:v>42836.959999999999</c:v>
                </c:pt>
                <c:pt idx="4921">
                  <c:v>27567.86</c:v>
                </c:pt>
                <c:pt idx="4922">
                  <c:v>55436.2</c:v>
                </c:pt>
                <c:pt idx="4923">
                  <c:v>41598.31</c:v>
                </c:pt>
                <c:pt idx="4924">
                  <c:v>69176.17</c:v>
                </c:pt>
                <c:pt idx="4925">
                  <c:v>77967.13</c:v>
                </c:pt>
                <c:pt idx="4926">
                  <c:v>19815.05</c:v>
                </c:pt>
                <c:pt idx="4927">
                  <c:v>51090.86</c:v>
                </c:pt>
                <c:pt idx="4928">
                  <c:v>97863.360000000001</c:v>
                </c:pt>
                <c:pt idx="4929">
                  <c:v>38033.81</c:v>
                </c:pt>
                <c:pt idx="4930">
                  <c:v>39766.92</c:v>
                </c:pt>
                <c:pt idx="4931">
                  <c:v>15609.72</c:v>
                </c:pt>
                <c:pt idx="4932">
                  <c:v>16523.349999999999</c:v>
                </c:pt>
                <c:pt idx="4933">
                  <c:v>39388.49</c:v>
                </c:pt>
                <c:pt idx="4934">
                  <c:v>30026.240000000002</c:v>
                </c:pt>
                <c:pt idx="4935">
                  <c:v>48029.42</c:v>
                </c:pt>
                <c:pt idx="4936">
                  <c:v>36674.230000000003</c:v>
                </c:pt>
                <c:pt idx="4937">
                  <c:v>52627.55</c:v>
                </c:pt>
                <c:pt idx="4938">
                  <c:v>69072.11</c:v>
                </c:pt>
                <c:pt idx="4939">
                  <c:v>9889.5</c:v>
                </c:pt>
                <c:pt idx="4940">
                  <c:v>34027.089999999997</c:v>
                </c:pt>
                <c:pt idx="4941">
                  <c:v>37294.07</c:v>
                </c:pt>
                <c:pt idx="4942">
                  <c:v>66948.59</c:v>
                </c:pt>
                <c:pt idx="4943">
                  <c:v>12546.76</c:v>
                </c:pt>
                <c:pt idx="4944">
                  <c:v>46773.63</c:v>
                </c:pt>
                <c:pt idx="4945">
                  <c:v>84658.39</c:v>
                </c:pt>
                <c:pt idx="4946">
                  <c:v>50904.69</c:v>
                </c:pt>
                <c:pt idx="4947">
                  <c:v>9618.94</c:v>
                </c:pt>
                <c:pt idx="4948">
                  <c:v>26274.15</c:v>
                </c:pt>
                <c:pt idx="4949">
                  <c:v>46893.919999999998</c:v>
                </c:pt>
                <c:pt idx="4950">
                  <c:v>4944.78</c:v>
                </c:pt>
                <c:pt idx="4951">
                  <c:v>26864</c:v>
                </c:pt>
                <c:pt idx="4952">
                  <c:v>29603.61</c:v>
                </c:pt>
                <c:pt idx="4953">
                  <c:v>81026.19</c:v>
                </c:pt>
                <c:pt idx="4954">
                  <c:v>22370.799999999999</c:v>
                </c:pt>
                <c:pt idx="4955">
                  <c:v>59795.88</c:v>
                </c:pt>
                <c:pt idx="4956">
                  <c:v>7077.42</c:v>
                </c:pt>
                <c:pt idx="4957">
                  <c:v>29283.4</c:v>
                </c:pt>
                <c:pt idx="4958">
                  <c:v>9467.31</c:v>
                </c:pt>
                <c:pt idx="4959">
                  <c:v>23476.16</c:v>
                </c:pt>
                <c:pt idx="4960">
                  <c:v>22788.93</c:v>
                </c:pt>
                <c:pt idx="4961">
                  <c:v>92444.34</c:v>
                </c:pt>
                <c:pt idx="4962">
                  <c:v>14469.65</c:v>
                </c:pt>
                <c:pt idx="4963">
                  <c:v>15389.83</c:v>
                </c:pt>
                <c:pt idx="4964">
                  <c:v>52924.63</c:v>
                </c:pt>
                <c:pt idx="4965">
                  <c:v>37437.370000000003</c:v>
                </c:pt>
                <c:pt idx="4966">
                  <c:v>5309.68</c:v>
                </c:pt>
                <c:pt idx="4967">
                  <c:v>28974.14</c:v>
                </c:pt>
                <c:pt idx="4968">
                  <c:v>52864.72</c:v>
                </c:pt>
                <c:pt idx="4969">
                  <c:v>34594.6</c:v>
                </c:pt>
                <c:pt idx="4970">
                  <c:v>12351.59</c:v>
                </c:pt>
                <c:pt idx="4971">
                  <c:v>13265.91</c:v>
                </c:pt>
                <c:pt idx="4972">
                  <c:v>28134.959999999999</c:v>
                </c:pt>
                <c:pt idx="4973">
                  <c:v>53009.46</c:v>
                </c:pt>
                <c:pt idx="4974">
                  <c:v>14169.2</c:v>
                </c:pt>
                <c:pt idx="4975">
                  <c:v>89518.48</c:v>
                </c:pt>
                <c:pt idx="4976">
                  <c:v>3374.82</c:v>
                </c:pt>
                <c:pt idx="4977">
                  <c:v>16179.82</c:v>
                </c:pt>
                <c:pt idx="4978">
                  <c:v>72094.429999999993</c:v>
                </c:pt>
                <c:pt idx="4979">
                  <c:v>9711.49</c:v>
                </c:pt>
                <c:pt idx="4980">
                  <c:v>41113.699999999997</c:v>
                </c:pt>
                <c:pt idx="4981">
                  <c:v>13376.41</c:v>
                </c:pt>
                <c:pt idx="4982">
                  <c:v>66932.259999999995</c:v>
                </c:pt>
                <c:pt idx="4983">
                  <c:v>7002.64</c:v>
                </c:pt>
                <c:pt idx="4984">
                  <c:v>14564.57</c:v>
                </c:pt>
                <c:pt idx="4985">
                  <c:v>72671.59</c:v>
                </c:pt>
                <c:pt idx="4986">
                  <c:v>9034.41</c:v>
                </c:pt>
                <c:pt idx="4987">
                  <c:v>40847.18</c:v>
                </c:pt>
                <c:pt idx="4988">
                  <c:v>4780.1499999999996</c:v>
                </c:pt>
                <c:pt idx="4989">
                  <c:v>13725.56</c:v>
                </c:pt>
                <c:pt idx="4990">
                  <c:v>36708.17</c:v>
                </c:pt>
                <c:pt idx="4991">
                  <c:v>15829.32</c:v>
                </c:pt>
                <c:pt idx="4992">
                  <c:v>86474.87</c:v>
                </c:pt>
                <c:pt idx="4993">
                  <c:v>9147.6</c:v>
                </c:pt>
                <c:pt idx="4994">
                  <c:v>36408.879999999997</c:v>
                </c:pt>
                <c:pt idx="4995">
                  <c:v>9354.07</c:v>
                </c:pt>
                <c:pt idx="4996">
                  <c:v>17684.62</c:v>
                </c:pt>
                <c:pt idx="4997">
                  <c:v>74683.22</c:v>
                </c:pt>
                <c:pt idx="4998">
                  <c:v>25332.09</c:v>
                </c:pt>
                <c:pt idx="4999">
                  <c:v>5272.21</c:v>
                </c:pt>
                <c:pt idx="5000">
                  <c:v>38035.410000000003</c:v>
                </c:pt>
                <c:pt idx="5001">
                  <c:v>70912.28</c:v>
                </c:pt>
                <c:pt idx="5002">
                  <c:v>22183.48</c:v>
                </c:pt>
                <c:pt idx="5003">
                  <c:v>46600.34</c:v>
                </c:pt>
                <c:pt idx="5004">
                  <c:v>3183.67</c:v>
                </c:pt>
                <c:pt idx="5005">
                  <c:v>5507.93</c:v>
                </c:pt>
                <c:pt idx="5006">
                  <c:v>4352.12</c:v>
                </c:pt>
                <c:pt idx="5007">
                  <c:v>51037.9</c:v>
                </c:pt>
                <c:pt idx="5008">
                  <c:v>18457.240000000002</c:v>
                </c:pt>
                <c:pt idx="5009">
                  <c:v>13479.09</c:v>
                </c:pt>
                <c:pt idx="5010">
                  <c:v>3367.77</c:v>
                </c:pt>
                <c:pt idx="5011">
                  <c:v>2783.38</c:v>
                </c:pt>
                <c:pt idx="5012">
                  <c:v>15394</c:v>
                </c:pt>
                <c:pt idx="5013">
                  <c:v>39714.050000000003</c:v>
                </c:pt>
                <c:pt idx="5014">
                  <c:v>95842.95</c:v>
                </c:pt>
                <c:pt idx="5015">
                  <c:v>31489.040000000001</c:v>
                </c:pt>
                <c:pt idx="5016">
                  <c:v>65497.49</c:v>
                </c:pt>
                <c:pt idx="5017">
                  <c:v>18508.04</c:v>
                </c:pt>
                <c:pt idx="5018">
                  <c:v>16291.06</c:v>
                </c:pt>
                <c:pt idx="5019">
                  <c:v>51436.04</c:v>
                </c:pt>
                <c:pt idx="5020">
                  <c:v>5680.48</c:v>
                </c:pt>
                <c:pt idx="5021">
                  <c:v>50104.56</c:v>
                </c:pt>
                <c:pt idx="5022">
                  <c:v>20380.5</c:v>
                </c:pt>
                <c:pt idx="5023">
                  <c:v>77956.740000000005</c:v>
                </c:pt>
                <c:pt idx="5024">
                  <c:v>7614.65</c:v>
                </c:pt>
                <c:pt idx="5025">
                  <c:v>45602.61</c:v>
                </c:pt>
                <c:pt idx="5026">
                  <c:v>30000.65</c:v>
                </c:pt>
                <c:pt idx="5027">
                  <c:v>64509.41</c:v>
                </c:pt>
                <c:pt idx="5028">
                  <c:v>84664.44</c:v>
                </c:pt>
                <c:pt idx="5029">
                  <c:v>74204.02</c:v>
                </c:pt>
                <c:pt idx="5030">
                  <c:v>15419.51</c:v>
                </c:pt>
                <c:pt idx="5031">
                  <c:v>28692.560000000001</c:v>
                </c:pt>
                <c:pt idx="5032">
                  <c:v>10417.959999999999</c:v>
                </c:pt>
                <c:pt idx="5033">
                  <c:v>68793.56</c:v>
                </c:pt>
                <c:pt idx="5034">
                  <c:v>64813.77</c:v>
                </c:pt>
                <c:pt idx="5035">
                  <c:v>8097.39</c:v>
                </c:pt>
                <c:pt idx="5036">
                  <c:v>9776.7800000000007</c:v>
                </c:pt>
                <c:pt idx="5037">
                  <c:v>32967.9</c:v>
                </c:pt>
                <c:pt idx="5038">
                  <c:v>21633.62</c:v>
                </c:pt>
                <c:pt idx="5039">
                  <c:v>14357.76</c:v>
                </c:pt>
                <c:pt idx="5040">
                  <c:v>85923.09</c:v>
                </c:pt>
                <c:pt idx="5041">
                  <c:v>21320.52</c:v>
                </c:pt>
                <c:pt idx="5042">
                  <c:v>12606.74</c:v>
                </c:pt>
                <c:pt idx="5043">
                  <c:v>28714.77</c:v>
                </c:pt>
                <c:pt idx="5044">
                  <c:v>7805.51</c:v>
                </c:pt>
                <c:pt idx="5045">
                  <c:v>47111.839999999997</c:v>
                </c:pt>
                <c:pt idx="5046">
                  <c:v>9830.31</c:v>
                </c:pt>
                <c:pt idx="5047">
                  <c:v>85266.97</c:v>
                </c:pt>
                <c:pt idx="5048">
                  <c:v>14602.69</c:v>
                </c:pt>
                <c:pt idx="5049">
                  <c:v>72543.740000000005</c:v>
                </c:pt>
                <c:pt idx="5050">
                  <c:v>91077.21</c:v>
                </c:pt>
                <c:pt idx="5051">
                  <c:v>58160.91</c:v>
                </c:pt>
                <c:pt idx="5052">
                  <c:v>22831.7</c:v>
                </c:pt>
                <c:pt idx="5053">
                  <c:v>50479.9</c:v>
                </c:pt>
                <c:pt idx="5054">
                  <c:v>70523.039999999994</c:v>
                </c:pt>
                <c:pt idx="5055">
                  <c:v>94545.99</c:v>
                </c:pt>
                <c:pt idx="5056">
                  <c:v>68425.240000000005</c:v>
                </c:pt>
                <c:pt idx="5057">
                  <c:v>95622.56</c:v>
                </c:pt>
                <c:pt idx="5058">
                  <c:v>49210.06</c:v>
                </c:pt>
                <c:pt idx="5059">
                  <c:v>16504.61</c:v>
                </c:pt>
                <c:pt idx="5060">
                  <c:v>59122.16</c:v>
                </c:pt>
                <c:pt idx="5061">
                  <c:v>48006.38</c:v>
                </c:pt>
                <c:pt idx="5062">
                  <c:v>54683.28</c:v>
                </c:pt>
                <c:pt idx="5063">
                  <c:v>35393.839999999997</c:v>
                </c:pt>
                <c:pt idx="5064">
                  <c:v>7278.99</c:v>
                </c:pt>
                <c:pt idx="5065">
                  <c:v>5785.31</c:v>
                </c:pt>
                <c:pt idx="5066">
                  <c:v>60560.18</c:v>
                </c:pt>
                <c:pt idx="5067">
                  <c:v>1606.22</c:v>
                </c:pt>
                <c:pt idx="5068">
                  <c:v>33604.199999999997</c:v>
                </c:pt>
                <c:pt idx="5069">
                  <c:v>50130.93</c:v>
                </c:pt>
                <c:pt idx="5070">
                  <c:v>30207.33</c:v>
                </c:pt>
                <c:pt idx="5071">
                  <c:v>36082.559999999998</c:v>
                </c:pt>
                <c:pt idx="5072">
                  <c:v>8057.72</c:v>
                </c:pt>
                <c:pt idx="5073">
                  <c:v>67561.05</c:v>
                </c:pt>
                <c:pt idx="5074">
                  <c:v>49081.67</c:v>
                </c:pt>
                <c:pt idx="5075">
                  <c:v>11851.46</c:v>
                </c:pt>
                <c:pt idx="5076">
                  <c:v>2746.32</c:v>
                </c:pt>
                <c:pt idx="5077">
                  <c:v>34656.839999999997</c:v>
                </c:pt>
                <c:pt idx="5078">
                  <c:v>39810.980000000003</c:v>
                </c:pt>
                <c:pt idx="5079">
                  <c:v>35682.57</c:v>
                </c:pt>
                <c:pt idx="5080">
                  <c:v>6155.76</c:v>
                </c:pt>
                <c:pt idx="5081">
                  <c:v>1300.24</c:v>
                </c:pt>
                <c:pt idx="5082">
                  <c:v>9250.7900000000009</c:v>
                </c:pt>
                <c:pt idx="5083">
                  <c:v>75667.62</c:v>
                </c:pt>
                <c:pt idx="5084">
                  <c:v>8482.4</c:v>
                </c:pt>
                <c:pt idx="5085">
                  <c:v>15592.53</c:v>
                </c:pt>
                <c:pt idx="5086">
                  <c:v>6652.97</c:v>
                </c:pt>
                <c:pt idx="5087">
                  <c:v>14124.16</c:v>
                </c:pt>
                <c:pt idx="5088">
                  <c:v>24847.56</c:v>
                </c:pt>
                <c:pt idx="5089">
                  <c:v>30738.58</c:v>
                </c:pt>
                <c:pt idx="5090">
                  <c:v>15352.63</c:v>
                </c:pt>
                <c:pt idx="5091">
                  <c:v>84422.43</c:v>
                </c:pt>
                <c:pt idx="5092">
                  <c:v>3485.93</c:v>
                </c:pt>
                <c:pt idx="5093">
                  <c:v>10287.52</c:v>
                </c:pt>
                <c:pt idx="5094">
                  <c:v>20897.349999999999</c:v>
                </c:pt>
                <c:pt idx="5095">
                  <c:v>54076.78</c:v>
                </c:pt>
                <c:pt idx="5096">
                  <c:v>26301.83</c:v>
                </c:pt>
                <c:pt idx="5097">
                  <c:v>13378.69</c:v>
                </c:pt>
                <c:pt idx="5098">
                  <c:v>57608.93</c:v>
                </c:pt>
                <c:pt idx="5099">
                  <c:v>85828.68</c:v>
                </c:pt>
                <c:pt idx="5100">
                  <c:v>9941.2800000000007</c:v>
                </c:pt>
                <c:pt idx="5101">
                  <c:v>74220.72</c:v>
                </c:pt>
                <c:pt idx="5102">
                  <c:v>19812.87</c:v>
                </c:pt>
                <c:pt idx="5103">
                  <c:v>17270.16</c:v>
                </c:pt>
                <c:pt idx="5104">
                  <c:v>42626.05</c:v>
                </c:pt>
                <c:pt idx="5105">
                  <c:v>15584.06</c:v>
                </c:pt>
                <c:pt idx="5106">
                  <c:v>59412.11</c:v>
                </c:pt>
                <c:pt idx="5107">
                  <c:v>33219.82</c:v>
                </c:pt>
                <c:pt idx="5108">
                  <c:v>9964.16</c:v>
                </c:pt>
                <c:pt idx="5109">
                  <c:v>31409.200000000001</c:v>
                </c:pt>
                <c:pt idx="5110">
                  <c:v>37152.61</c:v>
                </c:pt>
                <c:pt idx="5111">
                  <c:v>37624.230000000003</c:v>
                </c:pt>
                <c:pt idx="5112">
                  <c:v>39196.959999999999</c:v>
                </c:pt>
                <c:pt idx="5113">
                  <c:v>42729.29</c:v>
                </c:pt>
                <c:pt idx="5114">
                  <c:v>21447.15</c:v>
                </c:pt>
                <c:pt idx="5115">
                  <c:v>43314.1</c:v>
                </c:pt>
                <c:pt idx="5116">
                  <c:v>36434.03</c:v>
                </c:pt>
                <c:pt idx="5117">
                  <c:v>8955.26</c:v>
                </c:pt>
                <c:pt idx="5118">
                  <c:v>42822.62</c:v>
                </c:pt>
                <c:pt idx="5119">
                  <c:v>9529.01</c:v>
                </c:pt>
                <c:pt idx="5120">
                  <c:v>9932.58</c:v>
                </c:pt>
                <c:pt idx="5121">
                  <c:v>25710.68</c:v>
                </c:pt>
                <c:pt idx="5122">
                  <c:v>17875.03</c:v>
                </c:pt>
                <c:pt idx="5123">
                  <c:v>39850.449999999997</c:v>
                </c:pt>
                <c:pt idx="5124">
                  <c:v>36420.720000000001</c:v>
                </c:pt>
                <c:pt idx="5125">
                  <c:v>10507.64</c:v>
                </c:pt>
                <c:pt idx="5126">
                  <c:v>36220.07</c:v>
                </c:pt>
                <c:pt idx="5127">
                  <c:v>29693.439999999999</c:v>
                </c:pt>
                <c:pt idx="5128">
                  <c:v>15083.83</c:v>
                </c:pt>
                <c:pt idx="5129">
                  <c:v>33830.75</c:v>
                </c:pt>
                <c:pt idx="5130">
                  <c:v>25919.88</c:v>
                </c:pt>
                <c:pt idx="5131">
                  <c:v>8803.1200000000008</c:v>
                </c:pt>
                <c:pt idx="5132">
                  <c:v>3804.72</c:v>
                </c:pt>
                <c:pt idx="5133">
                  <c:v>38306.1</c:v>
                </c:pt>
                <c:pt idx="5134">
                  <c:v>34596.82</c:v>
                </c:pt>
                <c:pt idx="5135">
                  <c:v>16221.96</c:v>
                </c:pt>
                <c:pt idx="5136">
                  <c:v>43288.05</c:v>
                </c:pt>
                <c:pt idx="5137">
                  <c:v>17022.89</c:v>
                </c:pt>
                <c:pt idx="5138">
                  <c:v>9902.18</c:v>
                </c:pt>
                <c:pt idx="5139">
                  <c:v>6622.62</c:v>
                </c:pt>
                <c:pt idx="5140">
                  <c:v>46394.01</c:v>
                </c:pt>
                <c:pt idx="5141">
                  <c:v>30321.52</c:v>
                </c:pt>
                <c:pt idx="5142">
                  <c:v>17773.39</c:v>
                </c:pt>
                <c:pt idx="5143">
                  <c:v>72441.77</c:v>
                </c:pt>
                <c:pt idx="5144">
                  <c:v>6360.52</c:v>
                </c:pt>
                <c:pt idx="5145">
                  <c:v>6365.1</c:v>
                </c:pt>
                <c:pt idx="5146">
                  <c:v>1278.95</c:v>
                </c:pt>
                <c:pt idx="5147">
                  <c:v>48905.26</c:v>
                </c:pt>
                <c:pt idx="5148">
                  <c:v>27907.360000000001</c:v>
                </c:pt>
                <c:pt idx="5149">
                  <c:v>46484.17</c:v>
                </c:pt>
                <c:pt idx="5150">
                  <c:v>54452.03</c:v>
                </c:pt>
                <c:pt idx="5151">
                  <c:v>44319.93</c:v>
                </c:pt>
                <c:pt idx="5152">
                  <c:v>53389.22</c:v>
                </c:pt>
                <c:pt idx="5153">
                  <c:v>15251.36</c:v>
                </c:pt>
                <c:pt idx="5154">
                  <c:v>92094.12</c:v>
                </c:pt>
                <c:pt idx="5155">
                  <c:v>79694.02</c:v>
                </c:pt>
                <c:pt idx="5156">
                  <c:v>34659.49</c:v>
                </c:pt>
                <c:pt idx="5157">
                  <c:v>8437.31</c:v>
                </c:pt>
                <c:pt idx="5158">
                  <c:v>14074.74</c:v>
                </c:pt>
                <c:pt idx="5159">
                  <c:v>39523.370000000003</c:v>
                </c:pt>
                <c:pt idx="5160">
                  <c:v>19849.12</c:v>
                </c:pt>
                <c:pt idx="5161">
                  <c:v>3450.82</c:v>
                </c:pt>
                <c:pt idx="5162">
                  <c:v>70980.25</c:v>
                </c:pt>
                <c:pt idx="5163">
                  <c:v>101096.21</c:v>
                </c:pt>
                <c:pt idx="5164">
                  <c:v>26095.1</c:v>
                </c:pt>
                <c:pt idx="5165">
                  <c:v>7010.48</c:v>
                </c:pt>
                <c:pt idx="5166">
                  <c:v>20820.11</c:v>
                </c:pt>
                <c:pt idx="5167">
                  <c:v>91758.45</c:v>
                </c:pt>
                <c:pt idx="5168">
                  <c:v>8011.87</c:v>
                </c:pt>
                <c:pt idx="5169">
                  <c:v>5775.21</c:v>
                </c:pt>
                <c:pt idx="5170">
                  <c:v>26379.86</c:v>
                </c:pt>
                <c:pt idx="5171">
                  <c:v>20633.89</c:v>
                </c:pt>
                <c:pt idx="5172">
                  <c:v>67760.38</c:v>
                </c:pt>
                <c:pt idx="5173">
                  <c:v>3827.24</c:v>
                </c:pt>
                <c:pt idx="5174">
                  <c:v>38502.910000000003</c:v>
                </c:pt>
                <c:pt idx="5175">
                  <c:v>53582.89</c:v>
                </c:pt>
                <c:pt idx="5176">
                  <c:v>52900.160000000003</c:v>
                </c:pt>
                <c:pt idx="5177">
                  <c:v>49566.14</c:v>
                </c:pt>
                <c:pt idx="5178">
                  <c:v>47884.88</c:v>
                </c:pt>
                <c:pt idx="5179">
                  <c:v>2598.7600000000002</c:v>
                </c:pt>
                <c:pt idx="5180">
                  <c:v>40964.6</c:v>
                </c:pt>
                <c:pt idx="5181">
                  <c:v>80967.92</c:v>
                </c:pt>
                <c:pt idx="5182">
                  <c:v>7108.54</c:v>
                </c:pt>
                <c:pt idx="5183">
                  <c:v>58188.31</c:v>
                </c:pt>
                <c:pt idx="5184">
                  <c:v>9080.92</c:v>
                </c:pt>
                <c:pt idx="5185">
                  <c:v>41049.480000000003</c:v>
                </c:pt>
                <c:pt idx="5186">
                  <c:v>10107.870000000001</c:v>
                </c:pt>
                <c:pt idx="5187">
                  <c:v>22011.78</c:v>
                </c:pt>
                <c:pt idx="5188">
                  <c:v>3551.5</c:v>
                </c:pt>
                <c:pt idx="5189">
                  <c:v>14253.86</c:v>
                </c:pt>
                <c:pt idx="5190">
                  <c:v>79769.929999999993</c:v>
                </c:pt>
                <c:pt idx="5191">
                  <c:v>45592.68</c:v>
                </c:pt>
                <c:pt idx="5192">
                  <c:v>45188.17</c:v>
                </c:pt>
                <c:pt idx="5193">
                  <c:v>14107.59</c:v>
                </c:pt>
                <c:pt idx="5194">
                  <c:v>37295.79</c:v>
                </c:pt>
                <c:pt idx="5195">
                  <c:v>11681.27</c:v>
                </c:pt>
                <c:pt idx="5196">
                  <c:v>4776.41</c:v>
                </c:pt>
                <c:pt idx="5197">
                  <c:v>31191.97</c:v>
                </c:pt>
                <c:pt idx="5198">
                  <c:v>17756.89</c:v>
                </c:pt>
                <c:pt idx="5199">
                  <c:v>37206.36</c:v>
                </c:pt>
                <c:pt idx="5200">
                  <c:v>40958.400000000001</c:v>
                </c:pt>
                <c:pt idx="5201">
                  <c:v>94465.32</c:v>
                </c:pt>
                <c:pt idx="5202">
                  <c:v>30133.56</c:v>
                </c:pt>
                <c:pt idx="5203">
                  <c:v>91278.39</c:v>
                </c:pt>
                <c:pt idx="5204">
                  <c:v>27121.91</c:v>
                </c:pt>
                <c:pt idx="5205">
                  <c:v>52261.91</c:v>
                </c:pt>
                <c:pt idx="5206">
                  <c:v>15145.87</c:v>
                </c:pt>
                <c:pt idx="5207">
                  <c:v>72287.460000000006</c:v>
                </c:pt>
                <c:pt idx="5208">
                  <c:v>5096.83</c:v>
                </c:pt>
                <c:pt idx="5209">
                  <c:v>41152.36</c:v>
                </c:pt>
                <c:pt idx="5210">
                  <c:v>10940.45</c:v>
                </c:pt>
                <c:pt idx="5211">
                  <c:v>20249.84</c:v>
                </c:pt>
                <c:pt idx="5212">
                  <c:v>4180.01</c:v>
                </c:pt>
                <c:pt idx="5213">
                  <c:v>5090.43</c:v>
                </c:pt>
                <c:pt idx="5214">
                  <c:v>43888.53</c:v>
                </c:pt>
                <c:pt idx="5215">
                  <c:v>13054.92</c:v>
                </c:pt>
                <c:pt idx="5216">
                  <c:v>62872</c:v>
                </c:pt>
                <c:pt idx="5217">
                  <c:v>11158.35</c:v>
                </c:pt>
                <c:pt idx="5218">
                  <c:v>4281.3500000000004</c:v>
                </c:pt>
                <c:pt idx="5219">
                  <c:v>11485.85</c:v>
                </c:pt>
                <c:pt idx="5220">
                  <c:v>5846.86</c:v>
                </c:pt>
                <c:pt idx="5221">
                  <c:v>59912.08</c:v>
                </c:pt>
                <c:pt idx="5222">
                  <c:v>13359.53</c:v>
                </c:pt>
                <c:pt idx="5223">
                  <c:v>12219.29</c:v>
                </c:pt>
                <c:pt idx="5224">
                  <c:v>36988.39</c:v>
                </c:pt>
                <c:pt idx="5225">
                  <c:v>38090.559999999998</c:v>
                </c:pt>
                <c:pt idx="5226">
                  <c:v>73354.69</c:v>
                </c:pt>
                <c:pt idx="5227">
                  <c:v>13636.94</c:v>
                </c:pt>
                <c:pt idx="5228">
                  <c:v>48367.27</c:v>
                </c:pt>
                <c:pt idx="5229">
                  <c:v>20252.3</c:v>
                </c:pt>
                <c:pt idx="5230">
                  <c:v>13830.48</c:v>
                </c:pt>
                <c:pt idx="5231">
                  <c:v>87065.31</c:v>
                </c:pt>
                <c:pt idx="5232">
                  <c:v>6055.38</c:v>
                </c:pt>
                <c:pt idx="5233">
                  <c:v>12362.77</c:v>
                </c:pt>
                <c:pt idx="5234">
                  <c:v>26195.4</c:v>
                </c:pt>
                <c:pt idx="5235">
                  <c:v>66577.73</c:v>
                </c:pt>
                <c:pt idx="5236">
                  <c:v>1200.1600000000001</c:v>
                </c:pt>
                <c:pt idx="5237">
                  <c:v>48389.78</c:v>
                </c:pt>
                <c:pt idx="5238">
                  <c:v>5339.34</c:v>
                </c:pt>
                <c:pt idx="5239">
                  <c:v>33501.93</c:v>
                </c:pt>
                <c:pt idx="5240">
                  <c:v>21825.34</c:v>
                </c:pt>
                <c:pt idx="5241">
                  <c:v>29884.68</c:v>
                </c:pt>
                <c:pt idx="5242">
                  <c:v>44811.11</c:v>
                </c:pt>
                <c:pt idx="5243">
                  <c:v>6224.03</c:v>
                </c:pt>
                <c:pt idx="5244">
                  <c:v>10857.63</c:v>
                </c:pt>
                <c:pt idx="5245">
                  <c:v>78211.66</c:v>
                </c:pt>
                <c:pt idx="5246">
                  <c:v>72673.240000000005</c:v>
                </c:pt>
                <c:pt idx="5247">
                  <c:v>88817.82</c:v>
                </c:pt>
                <c:pt idx="5248">
                  <c:v>53371.75</c:v>
                </c:pt>
                <c:pt idx="5249">
                  <c:v>1119.7</c:v>
                </c:pt>
                <c:pt idx="5250">
                  <c:v>21335.200000000001</c:v>
                </c:pt>
                <c:pt idx="5251">
                  <c:v>49795.519999999997</c:v>
                </c:pt>
                <c:pt idx="5252">
                  <c:v>27339.26</c:v>
                </c:pt>
                <c:pt idx="5253">
                  <c:v>13007.9</c:v>
                </c:pt>
                <c:pt idx="5254">
                  <c:v>43855.25</c:v>
                </c:pt>
                <c:pt idx="5255">
                  <c:v>35440.230000000003</c:v>
                </c:pt>
                <c:pt idx="5256">
                  <c:v>36000.04</c:v>
                </c:pt>
                <c:pt idx="5257">
                  <c:v>22417.25</c:v>
                </c:pt>
                <c:pt idx="5258">
                  <c:v>84464.76</c:v>
                </c:pt>
                <c:pt idx="5259">
                  <c:v>39588.949999999997</c:v>
                </c:pt>
                <c:pt idx="5260">
                  <c:v>39026.959999999999</c:v>
                </c:pt>
                <c:pt idx="5261">
                  <c:v>49634.55</c:v>
                </c:pt>
                <c:pt idx="5262">
                  <c:v>5737.1</c:v>
                </c:pt>
                <c:pt idx="5263">
                  <c:v>1095.29</c:v>
                </c:pt>
                <c:pt idx="5264">
                  <c:v>49428.79</c:v>
                </c:pt>
                <c:pt idx="5265">
                  <c:v>34420.239999999998</c:v>
                </c:pt>
                <c:pt idx="5266">
                  <c:v>14513.75</c:v>
                </c:pt>
                <c:pt idx="5267">
                  <c:v>22691.26</c:v>
                </c:pt>
                <c:pt idx="5268">
                  <c:v>8367.34</c:v>
                </c:pt>
                <c:pt idx="5269">
                  <c:v>3057.6</c:v>
                </c:pt>
                <c:pt idx="5270">
                  <c:v>10394.530000000001</c:v>
                </c:pt>
                <c:pt idx="5271">
                  <c:v>68457.75</c:v>
                </c:pt>
                <c:pt idx="5272">
                  <c:v>19900.759999999998</c:v>
                </c:pt>
                <c:pt idx="5273">
                  <c:v>4773.95</c:v>
                </c:pt>
                <c:pt idx="5274">
                  <c:v>70574.45</c:v>
                </c:pt>
                <c:pt idx="5275">
                  <c:v>20742.939999999999</c:v>
                </c:pt>
                <c:pt idx="5276">
                  <c:v>72441.62</c:v>
                </c:pt>
                <c:pt idx="5277">
                  <c:v>19064.37</c:v>
                </c:pt>
                <c:pt idx="5278">
                  <c:v>27306.09</c:v>
                </c:pt>
                <c:pt idx="5279">
                  <c:v>5870.18</c:v>
                </c:pt>
                <c:pt idx="5280">
                  <c:v>39517.64</c:v>
                </c:pt>
                <c:pt idx="5281">
                  <c:v>24757.7</c:v>
                </c:pt>
                <c:pt idx="5282">
                  <c:v>19417.439999999999</c:v>
                </c:pt>
                <c:pt idx="5283">
                  <c:v>39123.040000000001</c:v>
                </c:pt>
                <c:pt idx="5284">
                  <c:v>35665.56</c:v>
                </c:pt>
                <c:pt idx="5285">
                  <c:v>4726.03</c:v>
                </c:pt>
                <c:pt idx="5286">
                  <c:v>26876.3</c:v>
                </c:pt>
                <c:pt idx="5287">
                  <c:v>3076.17</c:v>
                </c:pt>
                <c:pt idx="5288">
                  <c:v>49901.15</c:v>
                </c:pt>
                <c:pt idx="5289">
                  <c:v>83121.679999999993</c:v>
                </c:pt>
                <c:pt idx="5290">
                  <c:v>15235.38</c:v>
                </c:pt>
                <c:pt idx="5291">
                  <c:v>44766.73</c:v>
                </c:pt>
                <c:pt idx="5292">
                  <c:v>39496.97</c:v>
                </c:pt>
                <c:pt idx="5293">
                  <c:v>10861.72</c:v>
                </c:pt>
                <c:pt idx="5294">
                  <c:v>47771.26</c:v>
                </c:pt>
                <c:pt idx="5295">
                  <c:v>30983.34</c:v>
                </c:pt>
                <c:pt idx="5296">
                  <c:v>33520.28</c:v>
                </c:pt>
                <c:pt idx="5297">
                  <c:v>42274.18</c:v>
                </c:pt>
                <c:pt idx="5298">
                  <c:v>31004.27</c:v>
                </c:pt>
                <c:pt idx="5299">
                  <c:v>68639.89</c:v>
                </c:pt>
                <c:pt idx="5300">
                  <c:v>36142.94</c:v>
                </c:pt>
                <c:pt idx="5301">
                  <c:v>47713.42</c:v>
                </c:pt>
                <c:pt idx="5302">
                  <c:v>27533.58</c:v>
                </c:pt>
                <c:pt idx="5303">
                  <c:v>19394.55</c:v>
                </c:pt>
                <c:pt idx="5304">
                  <c:v>55319.57</c:v>
                </c:pt>
                <c:pt idx="5305">
                  <c:v>49091.99</c:v>
                </c:pt>
                <c:pt idx="5306">
                  <c:v>29103.32</c:v>
                </c:pt>
                <c:pt idx="5307">
                  <c:v>4988.0600000000004</c:v>
                </c:pt>
                <c:pt idx="5308">
                  <c:v>15029.94</c:v>
                </c:pt>
                <c:pt idx="5309">
                  <c:v>29145.48</c:v>
                </c:pt>
                <c:pt idx="5310">
                  <c:v>8825.2199999999993</c:v>
                </c:pt>
                <c:pt idx="5311">
                  <c:v>3053.55</c:v>
                </c:pt>
                <c:pt idx="5312">
                  <c:v>62846.15</c:v>
                </c:pt>
                <c:pt idx="5313">
                  <c:v>18253.580000000002</c:v>
                </c:pt>
                <c:pt idx="5314">
                  <c:v>22502.13</c:v>
                </c:pt>
                <c:pt idx="5315">
                  <c:v>77766.11</c:v>
                </c:pt>
                <c:pt idx="5316">
                  <c:v>47176.2</c:v>
                </c:pt>
                <c:pt idx="5317">
                  <c:v>88443.87</c:v>
                </c:pt>
                <c:pt idx="5318">
                  <c:v>12080.46</c:v>
                </c:pt>
                <c:pt idx="5319">
                  <c:v>24151.49</c:v>
                </c:pt>
                <c:pt idx="5320">
                  <c:v>7705.81</c:v>
                </c:pt>
                <c:pt idx="5321">
                  <c:v>20833.939999999999</c:v>
                </c:pt>
                <c:pt idx="5322">
                  <c:v>48948.54</c:v>
                </c:pt>
                <c:pt idx="5323">
                  <c:v>16278.4</c:v>
                </c:pt>
                <c:pt idx="5324">
                  <c:v>42381.86</c:v>
                </c:pt>
                <c:pt idx="5325">
                  <c:v>11049.79</c:v>
                </c:pt>
                <c:pt idx="5326">
                  <c:v>36412.11</c:v>
                </c:pt>
                <c:pt idx="5327">
                  <c:v>81593.3</c:v>
                </c:pt>
                <c:pt idx="5328">
                  <c:v>66857.899999999994</c:v>
                </c:pt>
                <c:pt idx="5329">
                  <c:v>44264.14</c:v>
                </c:pt>
                <c:pt idx="5330">
                  <c:v>31673.21</c:v>
                </c:pt>
                <c:pt idx="5331">
                  <c:v>35359.75</c:v>
                </c:pt>
                <c:pt idx="5332">
                  <c:v>35601.089999999997</c:v>
                </c:pt>
                <c:pt idx="5333">
                  <c:v>40715.93</c:v>
                </c:pt>
                <c:pt idx="5334">
                  <c:v>43015.14</c:v>
                </c:pt>
                <c:pt idx="5335">
                  <c:v>22910.12</c:v>
                </c:pt>
                <c:pt idx="5336">
                  <c:v>13325.92</c:v>
                </c:pt>
                <c:pt idx="5337">
                  <c:v>50281.279999999999</c:v>
                </c:pt>
                <c:pt idx="5338">
                  <c:v>20954.14</c:v>
                </c:pt>
                <c:pt idx="5339">
                  <c:v>82778.009999999995</c:v>
                </c:pt>
                <c:pt idx="5340">
                  <c:v>13013.85</c:v>
                </c:pt>
                <c:pt idx="5341">
                  <c:v>28516.58</c:v>
                </c:pt>
                <c:pt idx="5342">
                  <c:v>8038.83</c:v>
                </c:pt>
                <c:pt idx="5343">
                  <c:v>77742</c:v>
                </c:pt>
                <c:pt idx="5344">
                  <c:v>28223.06</c:v>
                </c:pt>
                <c:pt idx="5345">
                  <c:v>5663.84</c:v>
                </c:pt>
                <c:pt idx="5346">
                  <c:v>18655.53</c:v>
                </c:pt>
                <c:pt idx="5347">
                  <c:v>35193.94</c:v>
                </c:pt>
                <c:pt idx="5348">
                  <c:v>8103.9</c:v>
                </c:pt>
                <c:pt idx="5349">
                  <c:v>10774.63</c:v>
                </c:pt>
                <c:pt idx="5350">
                  <c:v>39642.160000000003</c:v>
                </c:pt>
                <c:pt idx="5351">
                  <c:v>40234.78</c:v>
                </c:pt>
                <c:pt idx="5352">
                  <c:v>14266.29</c:v>
                </c:pt>
                <c:pt idx="5353">
                  <c:v>54876.81</c:v>
                </c:pt>
                <c:pt idx="5354">
                  <c:v>16905.919999999998</c:v>
                </c:pt>
                <c:pt idx="5355">
                  <c:v>4932.25</c:v>
                </c:pt>
                <c:pt idx="5356">
                  <c:v>30579.26</c:v>
                </c:pt>
                <c:pt idx="5357">
                  <c:v>22025.67</c:v>
                </c:pt>
                <c:pt idx="5358">
                  <c:v>61086.69</c:v>
                </c:pt>
                <c:pt idx="5359">
                  <c:v>68095.28</c:v>
                </c:pt>
                <c:pt idx="5360">
                  <c:v>56436.41</c:v>
                </c:pt>
                <c:pt idx="5361">
                  <c:v>77142.98</c:v>
                </c:pt>
                <c:pt idx="5362">
                  <c:v>82206.600000000006</c:v>
                </c:pt>
                <c:pt idx="5363">
                  <c:v>50007.78</c:v>
                </c:pt>
                <c:pt idx="5364">
                  <c:v>4902.53</c:v>
                </c:pt>
                <c:pt idx="5365">
                  <c:v>22842.82</c:v>
                </c:pt>
                <c:pt idx="5366">
                  <c:v>31706.07</c:v>
                </c:pt>
                <c:pt idx="5367">
                  <c:v>31476.38</c:v>
                </c:pt>
                <c:pt idx="5368">
                  <c:v>15547.64</c:v>
                </c:pt>
                <c:pt idx="5369">
                  <c:v>16074.66</c:v>
                </c:pt>
                <c:pt idx="5370">
                  <c:v>3562.98</c:v>
                </c:pt>
                <c:pt idx="5371">
                  <c:v>8346.2099999999991</c:v>
                </c:pt>
                <c:pt idx="5372">
                  <c:v>22502.18</c:v>
                </c:pt>
                <c:pt idx="5373">
                  <c:v>27269</c:v>
                </c:pt>
                <c:pt idx="5374">
                  <c:v>8627.77</c:v>
                </c:pt>
                <c:pt idx="5375">
                  <c:v>13598.42</c:v>
                </c:pt>
                <c:pt idx="5376">
                  <c:v>6218.92</c:v>
                </c:pt>
                <c:pt idx="5377">
                  <c:v>69045.31</c:v>
                </c:pt>
                <c:pt idx="5378">
                  <c:v>20183.439999999999</c:v>
                </c:pt>
                <c:pt idx="5379">
                  <c:v>14187.98</c:v>
                </c:pt>
                <c:pt idx="5380">
                  <c:v>52302.01</c:v>
                </c:pt>
                <c:pt idx="5381">
                  <c:v>9800.7800000000007</c:v>
                </c:pt>
                <c:pt idx="5382">
                  <c:v>7797.07</c:v>
                </c:pt>
                <c:pt idx="5383">
                  <c:v>42530.86</c:v>
                </c:pt>
                <c:pt idx="5384">
                  <c:v>26418.33</c:v>
                </c:pt>
                <c:pt idx="5385">
                  <c:v>12984.24</c:v>
                </c:pt>
                <c:pt idx="5386">
                  <c:v>20438.46</c:v>
                </c:pt>
                <c:pt idx="5387">
                  <c:v>104925.03</c:v>
                </c:pt>
                <c:pt idx="5388">
                  <c:v>30552.48</c:v>
                </c:pt>
                <c:pt idx="5389">
                  <c:v>12188.77</c:v>
                </c:pt>
                <c:pt idx="5390">
                  <c:v>81549.05</c:v>
                </c:pt>
                <c:pt idx="5391">
                  <c:v>68272.66</c:v>
                </c:pt>
                <c:pt idx="5392">
                  <c:v>27574.22</c:v>
                </c:pt>
                <c:pt idx="5393">
                  <c:v>29434.58</c:v>
                </c:pt>
                <c:pt idx="5394">
                  <c:v>20892.939999999999</c:v>
                </c:pt>
                <c:pt idx="5395">
                  <c:v>9363.6299999999992</c:v>
                </c:pt>
                <c:pt idx="5396">
                  <c:v>59269.48</c:v>
                </c:pt>
                <c:pt idx="5397">
                  <c:v>49741.49</c:v>
                </c:pt>
                <c:pt idx="5398">
                  <c:v>5576.47</c:v>
                </c:pt>
                <c:pt idx="5399">
                  <c:v>10704.9</c:v>
                </c:pt>
                <c:pt idx="5400">
                  <c:v>13654.22</c:v>
                </c:pt>
                <c:pt idx="5401">
                  <c:v>20284.91</c:v>
                </c:pt>
                <c:pt idx="5402">
                  <c:v>7563.02</c:v>
                </c:pt>
                <c:pt idx="5403">
                  <c:v>42237.4</c:v>
                </c:pt>
                <c:pt idx="5404">
                  <c:v>2440.6799999999998</c:v>
                </c:pt>
                <c:pt idx="5405">
                  <c:v>20488.099999999999</c:v>
                </c:pt>
                <c:pt idx="5406">
                  <c:v>48442.6</c:v>
                </c:pt>
                <c:pt idx="5407">
                  <c:v>36056.370000000003</c:v>
                </c:pt>
                <c:pt idx="5408">
                  <c:v>16654.96</c:v>
                </c:pt>
                <c:pt idx="5409">
                  <c:v>78536.02</c:v>
                </c:pt>
                <c:pt idx="5410">
                  <c:v>40173.269999999997</c:v>
                </c:pt>
                <c:pt idx="5411">
                  <c:v>10226.66</c:v>
                </c:pt>
                <c:pt idx="5412">
                  <c:v>52821.83</c:v>
                </c:pt>
                <c:pt idx="5413">
                  <c:v>34725.18</c:v>
                </c:pt>
                <c:pt idx="5414">
                  <c:v>17030.54</c:v>
                </c:pt>
                <c:pt idx="5415">
                  <c:v>8941.93</c:v>
                </c:pt>
                <c:pt idx="5416">
                  <c:v>6085.54</c:v>
                </c:pt>
                <c:pt idx="5417">
                  <c:v>39427.919999999998</c:v>
                </c:pt>
                <c:pt idx="5418">
                  <c:v>59634.51</c:v>
                </c:pt>
                <c:pt idx="5419">
                  <c:v>7890.79</c:v>
                </c:pt>
                <c:pt idx="5420">
                  <c:v>55221.599999999999</c:v>
                </c:pt>
                <c:pt idx="5421">
                  <c:v>23365.82</c:v>
                </c:pt>
                <c:pt idx="5422">
                  <c:v>7164.95</c:v>
                </c:pt>
                <c:pt idx="5423">
                  <c:v>25615.8</c:v>
                </c:pt>
                <c:pt idx="5424">
                  <c:v>10827.39</c:v>
                </c:pt>
                <c:pt idx="5425">
                  <c:v>23773.3</c:v>
                </c:pt>
                <c:pt idx="5426">
                  <c:v>62244.88</c:v>
                </c:pt>
                <c:pt idx="5427">
                  <c:v>38627.11</c:v>
                </c:pt>
                <c:pt idx="5428">
                  <c:v>58643.08</c:v>
                </c:pt>
                <c:pt idx="5429">
                  <c:v>1928.6</c:v>
                </c:pt>
                <c:pt idx="5430">
                  <c:v>86350.74</c:v>
                </c:pt>
                <c:pt idx="5431">
                  <c:v>59562.8</c:v>
                </c:pt>
                <c:pt idx="5432">
                  <c:v>75485.09</c:v>
                </c:pt>
                <c:pt idx="5433">
                  <c:v>72079.539999999994</c:v>
                </c:pt>
                <c:pt idx="5434">
                  <c:v>53596.05</c:v>
                </c:pt>
                <c:pt idx="5435">
                  <c:v>32020.63</c:v>
                </c:pt>
                <c:pt idx="5436">
                  <c:v>17755.21</c:v>
                </c:pt>
                <c:pt idx="5437">
                  <c:v>44083.45</c:v>
                </c:pt>
                <c:pt idx="5438">
                  <c:v>4334.24</c:v>
                </c:pt>
                <c:pt idx="5439">
                  <c:v>14152.26</c:v>
                </c:pt>
                <c:pt idx="5440">
                  <c:v>51056.46</c:v>
                </c:pt>
                <c:pt idx="5441">
                  <c:v>38486.49</c:v>
                </c:pt>
                <c:pt idx="5442">
                  <c:v>17220.48</c:v>
                </c:pt>
                <c:pt idx="5443">
                  <c:v>41301.54</c:v>
                </c:pt>
                <c:pt idx="5444">
                  <c:v>17849.099999999999</c:v>
                </c:pt>
                <c:pt idx="5445">
                  <c:v>10731.58</c:v>
                </c:pt>
                <c:pt idx="5446">
                  <c:v>40786.03</c:v>
                </c:pt>
                <c:pt idx="5447">
                  <c:v>94919.58</c:v>
                </c:pt>
                <c:pt idx="5448">
                  <c:v>7879.83</c:v>
                </c:pt>
                <c:pt idx="5449">
                  <c:v>6584.76</c:v>
                </c:pt>
                <c:pt idx="5450">
                  <c:v>27167.02</c:v>
                </c:pt>
                <c:pt idx="5451">
                  <c:v>7781.5</c:v>
                </c:pt>
                <c:pt idx="5452">
                  <c:v>12224.52</c:v>
                </c:pt>
                <c:pt idx="5453">
                  <c:v>23850.44</c:v>
                </c:pt>
                <c:pt idx="5454">
                  <c:v>6998.57</c:v>
                </c:pt>
                <c:pt idx="5455">
                  <c:v>17387.080000000002</c:v>
                </c:pt>
                <c:pt idx="5456">
                  <c:v>32054.61</c:v>
                </c:pt>
                <c:pt idx="5457">
                  <c:v>31194.99</c:v>
                </c:pt>
                <c:pt idx="5458">
                  <c:v>14614.77</c:v>
                </c:pt>
                <c:pt idx="5459">
                  <c:v>52159.96</c:v>
                </c:pt>
                <c:pt idx="5460">
                  <c:v>92797.84</c:v>
                </c:pt>
                <c:pt idx="5461">
                  <c:v>42590.68</c:v>
                </c:pt>
                <c:pt idx="5462">
                  <c:v>54031.22</c:v>
                </c:pt>
                <c:pt idx="5463">
                  <c:v>59129.279999999999</c:v>
                </c:pt>
                <c:pt idx="5464">
                  <c:v>76972.05</c:v>
                </c:pt>
                <c:pt idx="5465">
                  <c:v>11158.94</c:v>
                </c:pt>
                <c:pt idx="5466">
                  <c:v>4398.05</c:v>
                </c:pt>
                <c:pt idx="5467">
                  <c:v>17481.580000000002</c:v>
                </c:pt>
                <c:pt idx="5468">
                  <c:v>40988.339999999997</c:v>
                </c:pt>
                <c:pt idx="5469">
                  <c:v>33642.85</c:v>
                </c:pt>
                <c:pt idx="5470">
                  <c:v>3544.82</c:v>
                </c:pt>
                <c:pt idx="5471">
                  <c:v>18766.02</c:v>
                </c:pt>
                <c:pt idx="5472">
                  <c:v>12558.29</c:v>
                </c:pt>
                <c:pt idx="5473">
                  <c:v>31300.95</c:v>
                </c:pt>
                <c:pt idx="5474">
                  <c:v>26380.18</c:v>
                </c:pt>
                <c:pt idx="5475">
                  <c:v>8397.44</c:v>
                </c:pt>
                <c:pt idx="5476">
                  <c:v>16966.34</c:v>
                </c:pt>
                <c:pt idx="5477">
                  <c:v>28142.99</c:v>
                </c:pt>
                <c:pt idx="5478">
                  <c:v>7229.07</c:v>
                </c:pt>
                <c:pt idx="5479">
                  <c:v>33264.47</c:v>
                </c:pt>
                <c:pt idx="5480">
                  <c:v>28193.97</c:v>
                </c:pt>
                <c:pt idx="5481">
                  <c:v>46878.62</c:v>
                </c:pt>
                <c:pt idx="5482">
                  <c:v>17701.11</c:v>
                </c:pt>
                <c:pt idx="5483">
                  <c:v>42890.7</c:v>
                </c:pt>
                <c:pt idx="5484">
                  <c:v>94138.48</c:v>
                </c:pt>
                <c:pt idx="5485">
                  <c:v>6872.59</c:v>
                </c:pt>
                <c:pt idx="5486">
                  <c:v>21873.41</c:v>
                </c:pt>
                <c:pt idx="5487">
                  <c:v>5888.38</c:v>
                </c:pt>
                <c:pt idx="5488">
                  <c:v>5046.68</c:v>
                </c:pt>
                <c:pt idx="5489">
                  <c:v>42196.46</c:v>
                </c:pt>
                <c:pt idx="5490">
                  <c:v>28716.69</c:v>
                </c:pt>
                <c:pt idx="5491">
                  <c:v>10243.77</c:v>
                </c:pt>
                <c:pt idx="5492">
                  <c:v>54732.51</c:v>
                </c:pt>
                <c:pt idx="5493">
                  <c:v>33951.120000000003</c:v>
                </c:pt>
                <c:pt idx="5494">
                  <c:v>69376.800000000003</c:v>
                </c:pt>
                <c:pt idx="5495">
                  <c:v>15116.64</c:v>
                </c:pt>
                <c:pt idx="5496">
                  <c:v>66603.600000000006</c:v>
                </c:pt>
                <c:pt idx="5497">
                  <c:v>11612.12</c:v>
                </c:pt>
                <c:pt idx="5498">
                  <c:v>32255.33</c:v>
                </c:pt>
                <c:pt idx="5499">
                  <c:v>12167.76</c:v>
                </c:pt>
                <c:pt idx="5500">
                  <c:v>15396.44</c:v>
                </c:pt>
                <c:pt idx="5501">
                  <c:v>17268.11</c:v>
                </c:pt>
                <c:pt idx="5502">
                  <c:v>8550.31</c:v>
                </c:pt>
                <c:pt idx="5503">
                  <c:v>36942.57</c:v>
                </c:pt>
                <c:pt idx="5504">
                  <c:v>15434.85</c:v>
                </c:pt>
                <c:pt idx="5505">
                  <c:v>20683.48</c:v>
                </c:pt>
                <c:pt idx="5506">
                  <c:v>56959.56</c:v>
                </c:pt>
                <c:pt idx="5507">
                  <c:v>70859.210000000006</c:v>
                </c:pt>
                <c:pt idx="5508">
                  <c:v>51079.14</c:v>
                </c:pt>
                <c:pt idx="5509">
                  <c:v>20230.150000000001</c:v>
                </c:pt>
                <c:pt idx="5510">
                  <c:v>31582.99</c:v>
                </c:pt>
                <c:pt idx="5511">
                  <c:v>30523.3</c:v>
                </c:pt>
                <c:pt idx="5512">
                  <c:v>8870.52</c:v>
                </c:pt>
                <c:pt idx="5513">
                  <c:v>32852.300000000003</c:v>
                </c:pt>
                <c:pt idx="5514">
                  <c:v>22648.75</c:v>
                </c:pt>
                <c:pt idx="5515">
                  <c:v>14847.63</c:v>
                </c:pt>
                <c:pt idx="5516">
                  <c:v>42190.78</c:v>
                </c:pt>
                <c:pt idx="5517">
                  <c:v>36379.919999999998</c:v>
                </c:pt>
                <c:pt idx="5518">
                  <c:v>27606.85</c:v>
                </c:pt>
                <c:pt idx="5519">
                  <c:v>27383.33</c:v>
                </c:pt>
                <c:pt idx="5520">
                  <c:v>16471.29</c:v>
                </c:pt>
                <c:pt idx="5521">
                  <c:v>27690.6</c:v>
                </c:pt>
                <c:pt idx="5522">
                  <c:v>9293.7999999999993</c:v>
                </c:pt>
                <c:pt idx="5523">
                  <c:v>46748.86</c:v>
                </c:pt>
                <c:pt idx="5524">
                  <c:v>67834.080000000002</c:v>
                </c:pt>
                <c:pt idx="5525">
                  <c:v>4748.4799999999996</c:v>
                </c:pt>
                <c:pt idx="5526">
                  <c:v>44770.32</c:v>
                </c:pt>
                <c:pt idx="5527">
                  <c:v>37280.06</c:v>
                </c:pt>
                <c:pt idx="5528">
                  <c:v>37193</c:v>
                </c:pt>
                <c:pt idx="5529">
                  <c:v>10014.26</c:v>
                </c:pt>
                <c:pt idx="5530">
                  <c:v>75068.070000000007</c:v>
                </c:pt>
                <c:pt idx="5531">
                  <c:v>14071.74</c:v>
                </c:pt>
                <c:pt idx="5532">
                  <c:v>67945.31</c:v>
                </c:pt>
                <c:pt idx="5533">
                  <c:v>33245.31</c:v>
                </c:pt>
                <c:pt idx="5534">
                  <c:v>51573.85</c:v>
                </c:pt>
                <c:pt idx="5535">
                  <c:v>15571.96</c:v>
                </c:pt>
                <c:pt idx="5536">
                  <c:v>56108.800000000003</c:v>
                </c:pt>
                <c:pt idx="5537">
                  <c:v>16553.16</c:v>
                </c:pt>
                <c:pt idx="5538">
                  <c:v>39431.53</c:v>
                </c:pt>
                <c:pt idx="5539">
                  <c:v>42791.18</c:v>
                </c:pt>
                <c:pt idx="5540">
                  <c:v>48394.34</c:v>
                </c:pt>
                <c:pt idx="5541">
                  <c:v>5645.32</c:v>
                </c:pt>
                <c:pt idx="5542">
                  <c:v>9470.51</c:v>
                </c:pt>
                <c:pt idx="5543">
                  <c:v>23613.45</c:v>
                </c:pt>
                <c:pt idx="5544">
                  <c:v>14418.81</c:v>
                </c:pt>
                <c:pt idx="5545">
                  <c:v>2875.79</c:v>
                </c:pt>
                <c:pt idx="5546">
                  <c:v>61890.32</c:v>
                </c:pt>
                <c:pt idx="5547">
                  <c:v>44888.09</c:v>
                </c:pt>
                <c:pt idx="5548">
                  <c:v>33603.89</c:v>
                </c:pt>
                <c:pt idx="5549">
                  <c:v>9656.48</c:v>
                </c:pt>
                <c:pt idx="5550">
                  <c:v>72774.87</c:v>
                </c:pt>
                <c:pt idx="5551">
                  <c:v>15789.69</c:v>
                </c:pt>
                <c:pt idx="5552">
                  <c:v>31007.93</c:v>
                </c:pt>
                <c:pt idx="5553">
                  <c:v>9363.33</c:v>
                </c:pt>
                <c:pt idx="5554">
                  <c:v>64272.08</c:v>
                </c:pt>
                <c:pt idx="5555">
                  <c:v>29424.05</c:v>
                </c:pt>
                <c:pt idx="5556">
                  <c:v>19051.580000000002</c:v>
                </c:pt>
                <c:pt idx="5557">
                  <c:v>90675.69</c:v>
                </c:pt>
                <c:pt idx="5558">
                  <c:v>33452.75</c:v>
                </c:pt>
                <c:pt idx="5559">
                  <c:v>24960.09</c:v>
                </c:pt>
                <c:pt idx="5560">
                  <c:v>3471.11</c:v>
                </c:pt>
                <c:pt idx="5561">
                  <c:v>26262.97</c:v>
                </c:pt>
                <c:pt idx="5562">
                  <c:v>11883.99</c:v>
                </c:pt>
                <c:pt idx="5563">
                  <c:v>15082.48</c:v>
                </c:pt>
                <c:pt idx="5564">
                  <c:v>81440.84</c:v>
                </c:pt>
                <c:pt idx="5565">
                  <c:v>21988.26</c:v>
                </c:pt>
                <c:pt idx="5566">
                  <c:v>19134.740000000002</c:v>
                </c:pt>
                <c:pt idx="5567">
                  <c:v>14012.14</c:v>
                </c:pt>
                <c:pt idx="5568">
                  <c:v>48129.32</c:v>
                </c:pt>
                <c:pt idx="5569">
                  <c:v>24387.93</c:v>
                </c:pt>
                <c:pt idx="5570">
                  <c:v>87294.58</c:v>
                </c:pt>
                <c:pt idx="5571">
                  <c:v>56601.2</c:v>
                </c:pt>
                <c:pt idx="5572">
                  <c:v>99381.56</c:v>
                </c:pt>
                <c:pt idx="5573">
                  <c:v>18269.669999999998</c:v>
                </c:pt>
                <c:pt idx="5574">
                  <c:v>4845.25</c:v>
                </c:pt>
                <c:pt idx="5575">
                  <c:v>18866.64</c:v>
                </c:pt>
                <c:pt idx="5576">
                  <c:v>38469.69</c:v>
                </c:pt>
                <c:pt idx="5577">
                  <c:v>12981.53</c:v>
                </c:pt>
                <c:pt idx="5578">
                  <c:v>31255.53</c:v>
                </c:pt>
                <c:pt idx="5579">
                  <c:v>19221.400000000001</c:v>
                </c:pt>
                <c:pt idx="5580">
                  <c:v>15283.28</c:v>
                </c:pt>
                <c:pt idx="5581">
                  <c:v>60800.6</c:v>
                </c:pt>
                <c:pt idx="5582">
                  <c:v>11487.04</c:v>
                </c:pt>
                <c:pt idx="5583">
                  <c:v>13071.2</c:v>
                </c:pt>
                <c:pt idx="5584">
                  <c:v>18676.29</c:v>
                </c:pt>
                <c:pt idx="5585">
                  <c:v>36780.53</c:v>
                </c:pt>
                <c:pt idx="5586">
                  <c:v>34901.410000000003</c:v>
                </c:pt>
                <c:pt idx="5587">
                  <c:v>7555.2</c:v>
                </c:pt>
                <c:pt idx="5588">
                  <c:v>9659.24</c:v>
                </c:pt>
                <c:pt idx="5589">
                  <c:v>17230.71</c:v>
                </c:pt>
                <c:pt idx="5590">
                  <c:v>66537.36</c:v>
                </c:pt>
                <c:pt idx="5591">
                  <c:v>15710.94</c:v>
                </c:pt>
                <c:pt idx="5592">
                  <c:v>14929.11</c:v>
                </c:pt>
                <c:pt idx="5593">
                  <c:v>3389.69</c:v>
                </c:pt>
                <c:pt idx="5594">
                  <c:v>56623.08</c:v>
                </c:pt>
                <c:pt idx="5595">
                  <c:v>3063.14</c:v>
                </c:pt>
                <c:pt idx="5596">
                  <c:v>2621.09</c:v>
                </c:pt>
                <c:pt idx="5597">
                  <c:v>2972</c:v>
                </c:pt>
                <c:pt idx="5598">
                  <c:v>48558.879999999997</c:v>
                </c:pt>
                <c:pt idx="5599">
                  <c:v>72135.67</c:v>
                </c:pt>
                <c:pt idx="5600">
                  <c:v>76979.03</c:v>
                </c:pt>
                <c:pt idx="5601">
                  <c:v>12401.38</c:v>
                </c:pt>
                <c:pt idx="5602">
                  <c:v>46658.47</c:v>
                </c:pt>
                <c:pt idx="5603">
                  <c:v>46439.4</c:v>
                </c:pt>
                <c:pt idx="5604">
                  <c:v>26147.99</c:v>
                </c:pt>
                <c:pt idx="5605">
                  <c:v>27882.02</c:v>
                </c:pt>
                <c:pt idx="5606">
                  <c:v>5847.15</c:v>
                </c:pt>
                <c:pt idx="5607">
                  <c:v>5386.47</c:v>
                </c:pt>
                <c:pt idx="5608">
                  <c:v>19375.189999999999</c:v>
                </c:pt>
                <c:pt idx="5609">
                  <c:v>78604.47</c:v>
                </c:pt>
                <c:pt idx="5610">
                  <c:v>37003.49</c:v>
                </c:pt>
                <c:pt idx="5611">
                  <c:v>27195.59</c:v>
                </c:pt>
                <c:pt idx="5612">
                  <c:v>42576.56</c:v>
                </c:pt>
                <c:pt idx="5613">
                  <c:v>41785.379999999997</c:v>
                </c:pt>
                <c:pt idx="5614">
                  <c:v>58752.04</c:v>
                </c:pt>
                <c:pt idx="5615">
                  <c:v>17728.7</c:v>
                </c:pt>
                <c:pt idx="5616">
                  <c:v>20836.12</c:v>
                </c:pt>
                <c:pt idx="5617">
                  <c:v>10649.69</c:v>
                </c:pt>
                <c:pt idx="5618">
                  <c:v>93897.09</c:v>
                </c:pt>
                <c:pt idx="5619">
                  <c:v>8055.53</c:v>
                </c:pt>
                <c:pt idx="5620">
                  <c:v>9226.73</c:v>
                </c:pt>
                <c:pt idx="5621">
                  <c:v>40237.51</c:v>
                </c:pt>
                <c:pt idx="5622">
                  <c:v>13360.07</c:v>
                </c:pt>
                <c:pt idx="5623">
                  <c:v>42922.85</c:v>
                </c:pt>
                <c:pt idx="5624">
                  <c:v>10788.33</c:v>
                </c:pt>
                <c:pt idx="5625">
                  <c:v>25536.45</c:v>
                </c:pt>
                <c:pt idx="5626">
                  <c:v>32399.14</c:v>
                </c:pt>
                <c:pt idx="5627">
                  <c:v>11583.44</c:v>
                </c:pt>
                <c:pt idx="5628">
                  <c:v>92111.32</c:v>
                </c:pt>
                <c:pt idx="5629">
                  <c:v>7514.04</c:v>
                </c:pt>
                <c:pt idx="5630">
                  <c:v>7089.58</c:v>
                </c:pt>
                <c:pt idx="5631">
                  <c:v>98401.279999999999</c:v>
                </c:pt>
                <c:pt idx="5632">
                  <c:v>28890.57</c:v>
                </c:pt>
                <c:pt idx="5633">
                  <c:v>19009.240000000002</c:v>
                </c:pt>
                <c:pt idx="5634">
                  <c:v>9306.57</c:v>
                </c:pt>
                <c:pt idx="5635">
                  <c:v>4177.24</c:v>
                </c:pt>
                <c:pt idx="5636">
                  <c:v>37530.11</c:v>
                </c:pt>
                <c:pt idx="5637">
                  <c:v>5018.5600000000004</c:v>
                </c:pt>
                <c:pt idx="5638">
                  <c:v>14658.94</c:v>
                </c:pt>
                <c:pt idx="5639">
                  <c:v>22257.96</c:v>
                </c:pt>
                <c:pt idx="5640">
                  <c:v>26998.9</c:v>
                </c:pt>
                <c:pt idx="5641">
                  <c:v>5825.49</c:v>
                </c:pt>
                <c:pt idx="5642">
                  <c:v>27118.04</c:v>
                </c:pt>
                <c:pt idx="5643">
                  <c:v>30998.9</c:v>
                </c:pt>
                <c:pt idx="5644">
                  <c:v>42815.17</c:v>
                </c:pt>
                <c:pt idx="5645">
                  <c:v>55261.8</c:v>
                </c:pt>
                <c:pt idx="5646">
                  <c:v>27358.1</c:v>
                </c:pt>
                <c:pt idx="5647">
                  <c:v>20302.599999999999</c:v>
                </c:pt>
                <c:pt idx="5648">
                  <c:v>51936.73</c:v>
                </c:pt>
                <c:pt idx="5649">
                  <c:v>24607.21</c:v>
                </c:pt>
                <c:pt idx="5650">
                  <c:v>11919.22</c:v>
                </c:pt>
                <c:pt idx="5651">
                  <c:v>19132.89</c:v>
                </c:pt>
                <c:pt idx="5652">
                  <c:v>14879.66</c:v>
                </c:pt>
                <c:pt idx="5653">
                  <c:v>17536.830000000002</c:v>
                </c:pt>
                <c:pt idx="5654">
                  <c:v>65889.77</c:v>
                </c:pt>
                <c:pt idx="5655">
                  <c:v>2064.63</c:v>
                </c:pt>
                <c:pt idx="5656">
                  <c:v>50593.62</c:v>
                </c:pt>
                <c:pt idx="5657">
                  <c:v>32045.53</c:v>
                </c:pt>
                <c:pt idx="5658">
                  <c:v>40494.25</c:v>
                </c:pt>
                <c:pt idx="5659">
                  <c:v>26696.31</c:v>
                </c:pt>
                <c:pt idx="5660">
                  <c:v>51500.08</c:v>
                </c:pt>
                <c:pt idx="5661">
                  <c:v>8294.5</c:v>
                </c:pt>
                <c:pt idx="5662">
                  <c:v>63419.66</c:v>
                </c:pt>
                <c:pt idx="5663">
                  <c:v>98248.08</c:v>
                </c:pt>
                <c:pt idx="5664">
                  <c:v>42505.27</c:v>
                </c:pt>
                <c:pt idx="5665">
                  <c:v>7403.26</c:v>
                </c:pt>
                <c:pt idx="5666">
                  <c:v>29488.27</c:v>
                </c:pt>
                <c:pt idx="5667">
                  <c:v>33691.31</c:v>
                </c:pt>
                <c:pt idx="5668">
                  <c:v>38321.81</c:v>
                </c:pt>
                <c:pt idx="5669">
                  <c:v>11517.22</c:v>
                </c:pt>
                <c:pt idx="5670">
                  <c:v>41896.51</c:v>
                </c:pt>
                <c:pt idx="5671">
                  <c:v>7439.18</c:v>
                </c:pt>
                <c:pt idx="5672">
                  <c:v>29101</c:v>
                </c:pt>
                <c:pt idx="5673">
                  <c:v>6882.99</c:v>
                </c:pt>
                <c:pt idx="5674">
                  <c:v>17829.63</c:v>
                </c:pt>
                <c:pt idx="5675">
                  <c:v>14173.08</c:v>
                </c:pt>
                <c:pt idx="5676">
                  <c:v>6233.52</c:v>
                </c:pt>
                <c:pt idx="5677">
                  <c:v>57432.160000000003</c:v>
                </c:pt>
                <c:pt idx="5678">
                  <c:v>2258.4499999999998</c:v>
                </c:pt>
                <c:pt idx="5679">
                  <c:v>18203.93</c:v>
                </c:pt>
                <c:pt idx="5680">
                  <c:v>2309.73</c:v>
                </c:pt>
                <c:pt idx="5681">
                  <c:v>12904.84</c:v>
                </c:pt>
                <c:pt idx="5682">
                  <c:v>20801.11</c:v>
                </c:pt>
                <c:pt idx="5683">
                  <c:v>88376.12</c:v>
                </c:pt>
                <c:pt idx="5684">
                  <c:v>61263.8</c:v>
                </c:pt>
                <c:pt idx="5685">
                  <c:v>3558.11</c:v>
                </c:pt>
                <c:pt idx="5686">
                  <c:v>5990.61</c:v>
                </c:pt>
                <c:pt idx="5687">
                  <c:v>20022.07</c:v>
                </c:pt>
                <c:pt idx="5688">
                  <c:v>86492.64</c:v>
                </c:pt>
                <c:pt idx="5689">
                  <c:v>60800.82</c:v>
                </c:pt>
                <c:pt idx="5690">
                  <c:v>24519.919999999998</c:v>
                </c:pt>
                <c:pt idx="5691">
                  <c:v>36578.620000000003</c:v>
                </c:pt>
                <c:pt idx="5692">
                  <c:v>23379.24</c:v>
                </c:pt>
                <c:pt idx="5693">
                  <c:v>4992.8999999999996</c:v>
                </c:pt>
                <c:pt idx="5694">
                  <c:v>6836.88</c:v>
                </c:pt>
                <c:pt idx="5695">
                  <c:v>17901.45</c:v>
                </c:pt>
                <c:pt idx="5696">
                  <c:v>23574.22</c:v>
                </c:pt>
                <c:pt idx="5697">
                  <c:v>23575.119999999999</c:v>
                </c:pt>
                <c:pt idx="5698">
                  <c:v>38704.51</c:v>
                </c:pt>
                <c:pt idx="5699">
                  <c:v>4513.38</c:v>
                </c:pt>
                <c:pt idx="5700">
                  <c:v>6473.19</c:v>
                </c:pt>
                <c:pt idx="5701">
                  <c:v>80913.17</c:v>
                </c:pt>
                <c:pt idx="5702">
                  <c:v>67379.429999999993</c:v>
                </c:pt>
                <c:pt idx="5703">
                  <c:v>8977.75</c:v>
                </c:pt>
                <c:pt idx="5704">
                  <c:v>36282.71</c:v>
                </c:pt>
                <c:pt idx="5705">
                  <c:v>27699.87</c:v>
                </c:pt>
                <c:pt idx="5706">
                  <c:v>7946</c:v>
                </c:pt>
                <c:pt idx="5707">
                  <c:v>13256.29</c:v>
                </c:pt>
                <c:pt idx="5708">
                  <c:v>10000.120000000001</c:v>
                </c:pt>
                <c:pt idx="5709">
                  <c:v>61515.02</c:v>
                </c:pt>
                <c:pt idx="5710">
                  <c:v>79608.899999999994</c:v>
                </c:pt>
                <c:pt idx="5711">
                  <c:v>56313.87</c:v>
                </c:pt>
                <c:pt idx="5712">
                  <c:v>22297.78</c:v>
                </c:pt>
                <c:pt idx="5713">
                  <c:v>44089.919999999998</c:v>
                </c:pt>
                <c:pt idx="5714">
                  <c:v>34371.620000000003</c:v>
                </c:pt>
                <c:pt idx="5715">
                  <c:v>18275.990000000002</c:v>
                </c:pt>
                <c:pt idx="5716">
                  <c:v>62955.73</c:v>
                </c:pt>
                <c:pt idx="5717">
                  <c:v>40719.67</c:v>
                </c:pt>
                <c:pt idx="5718">
                  <c:v>28795.03</c:v>
                </c:pt>
                <c:pt idx="5719">
                  <c:v>35552.75</c:v>
                </c:pt>
                <c:pt idx="5720">
                  <c:v>26679.56</c:v>
                </c:pt>
                <c:pt idx="5721">
                  <c:v>8451.23</c:v>
                </c:pt>
                <c:pt idx="5722">
                  <c:v>49684.79</c:v>
                </c:pt>
                <c:pt idx="5723">
                  <c:v>46481.46</c:v>
                </c:pt>
                <c:pt idx="5724">
                  <c:v>71437.460000000006</c:v>
                </c:pt>
                <c:pt idx="5725">
                  <c:v>21315.74</c:v>
                </c:pt>
                <c:pt idx="5726">
                  <c:v>38304.32</c:v>
                </c:pt>
                <c:pt idx="5727">
                  <c:v>8837.02</c:v>
                </c:pt>
                <c:pt idx="5728">
                  <c:v>33267.949999999997</c:v>
                </c:pt>
                <c:pt idx="5729">
                  <c:v>21590.52</c:v>
                </c:pt>
                <c:pt idx="5730">
                  <c:v>19213.080000000002</c:v>
                </c:pt>
                <c:pt idx="5731">
                  <c:v>13030.42</c:v>
                </c:pt>
                <c:pt idx="5732">
                  <c:v>8009.5</c:v>
                </c:pt>
                <c:pt idx="5733">
                  <c:v>84173.61</c:v>
                </c:pt>
                <c:pt idx="5734">
                  <c:v>10238.18</c:v>
                </c:pt>
                <c:pt idx="5735">
                  <c:v>7582.1</c:v>
                </c:pt>
                <c:pt idx="5736">
                  <c:v>37185.64</c:v>
                </c:pt>
                <c:pt idx="5737">
                  <c:v>27235.69</c:v>
                </c:pt>
                <c:pt idx="5738">
                  <c:v>60181.47</c:v>
                </c:pt>
                <c:pt idx="5739">
                  <c:v>25447.01</c:v>
                </c:pt>
                <c:pt idx="5740">
                  <c:v>45275.48</c:v>
                </c:pt>
                <c:pt idx="5741">
                  <c:v>10732.45</c:v>
                </c:pt>
                <c:pt idx="5742">
                  <c:v>30418.45</c:v>
                </c:pt>
                <c:pt idx="5743">
                  <c:v>9489.56</c:v>
                </c:pt>
                <c:pt idx="5744">
                  <c:v>39946.720000000001</c:v>
                </c:pt>
                <c:pt idx="5745">
                  <c:v>47959.48</c:v>
                </c:pt>
                <c:pt idx="5746">
                  <c:v>6662.59</c:v>
                </c:pt>
                <c:pt idx="5747">
                  <c:v>35537.78</c:v>
                </c:pt>
                <c:pt idx="5748">
                  <c:v>53285.66</c:v>
                </c:pt>
                <c:pt idx="5749">
                  <c:v>70333.83</c:v>
                </c:pt>
                <c:pt idx="5750">
                  <c:v>11720.31</c:v>
                </c:pt>
                <c:pt idx="5751">
                  <c:v>6217.64</c:v>
                </c:pt>
                <c:pt idx="5752">
                  <c:v>20380.77</c:v>
                </c:pt>
                <c:pt idx="5753">
                  <c:v>21473.599999999999</c:v>
                </c:pt>
                <c:pt idx="5754">
                  <c:v>18425.53</c:v>
                </c:pt>
                <c:pt idx="5755">
                  <c:v>12847.49</c:v>
                </c:pt>
                <c:pt idx="5756">
                  <c:v>14030.94</c:v>
                </c:pt>
                <c:pt idx="5757">
                  <c:v>30669.5</c:v>
                </c:pt>
                <c:pt idx="5758">
                  <c:v>20188.310000000001</c:v>
                </c:pt>
                <c:pt idx="5759">
                  <c:v>28966.39</c:v>
                </c:pt>
                <c:pt idx="5760">
                  <c:v>4864.5200000000004</c:v>
                </c:pt>
                <c:pt idx="5761">
                  <c:v>59596.05</c:v>
                </c:pt>
                <c:pt idx="5762">
                  <c:v>16179.03</c:v>
                </c:pt>
                <c:pt idx="5763">
                  <c:v>68773.64</c:v>
                </c:pt>
                <c:pt idx="5764">
                  <c:v>26968.62</c:v>
                </c:pt>
                <c:pt idx="5765">
                  <c:v>61157.46</c:v>
                </c:pt>
                <c:pt idx="5766">
                  <c:v>56589.06</c:v>
                </c:pt>
                <c:pt idx="5767">
                  <c:v>7896.49</c:v>
                </c:pt>
                <c:pt idx="5768">
                  <c:v>27980.93</c:v>
                </c:pt>
                <c:pt idx="5769">
                  <c:v>102219.5</c:v>
                </c:pt>
                <c:pt idx="5770">
                  <c:v>24770.42</c:v>
                </c:pt>
                <c:pt idx="5771">
                  <c:v>4442.3</c:v>
                </c:pt>
                <c:pt idx="5772">
                  <c:v>3021.22</c:v>
                </c:pt>
                <c:pt idx="5773">
                  <c:v>67204.83</c:v>
                </c:pt>
                <c:pt idx="5774">
                  <c:v>13208.32</c:v>
                </c:pt>
                <c:pt idx="5775">
                  <c:v>33987.58</c:v>
                </c:pt>
                <c:pt idx="5776">
                  <c:v>49159.4</c:v>
                </c:pt>
                <c:pt idx="5777">
                  <c:v>36260.78</c:v>
                </c:pt>
                <c:pt idx="5778">
                  <c:v>68616.66</c:v>
                </c:pt>
                <c:pt idx="5779">
                  <c:v>9809.31</c:v>
                </c:pt>
                <c:pt idx="5780">
                  <c:v>15813</c:v>
                </c:pt>
                <c:pt idx="5781">
                  <c:v>59488.4</c:v>
                </c:pt>
                <c:pt idx="5782">
                  <c:v>46094.42</c:v>
                </c:pt>
                <c:pt idx="5783">
                  <c:v>24852.03</c:v>
                </c:pt>
                <c:pt idx="5784">
                  <c:v>25141.200000000001</c:v>
                </c:pt>
                <c:pt idx="5785">
                  <c:v>61602.49</c:v>
                </c:pt>
                <c:pt idx="5786">
                  <c:v>35678</c:v>
                </c:pt>
                <c:pt idx="5787">
                  <c:v>44626.58</c:v>
                </c:pt>
                <c:pt idx="5788">
                  <c:v>11321.42</c:v>
                </c:pt>
                <c:pt idx="5789">
                  <c:v>78307.61</c:v>
                </c:pt>
                <c:pt idx="5790">
                  <c:v>3045.99</c:v>
                </c:pt>
                <c:pt idx="5791">
                  <c:v>63220.4</c:v>
                </c:pt>
                <c:pt idx="5792">
                  <c:v>59925.1</c:v>
                </c:pt>
                <c:pt idx="5793">
                  <c:v>26942.080000000002</c:v>
                </c:pt>
                <c:pt idx="5794">
                  <c:v>2331.1</c:v>
                </c:pt>
                <c:pt idx="5795">
                  <c:v>14925.74</c:v>
                </c:pt>
                <c:pt idx="5796">
                  <c:v>45855.97</c:v>
                </c:pt>
                <c:pt idx="5797">
                  <c:v>12511.57</c:v>
                </c:pt>
                <c:pt idx="5798">
                  <c:v>10307.43</c:v>
                </c:pt>
                <c:pt idx="5799">
                  <c:v>14988.83</c:v>
                </c:pt>
                <c:pt idx="5800">
                  <c:v>28269.02</c:v>
                </c:pt>
                <c:pt idx="5801">
                  <c:v>17683.47</c:v>
                </c:pt>
                <c:pt idx="5802">
                  <c:v>22423.09</c:v>
                </c:pt>
                <c:pt idx="5803">
                  <c:v>79332.039999999994</c:v>
                </c:pt>
                <c:pt idx="5804">
                  <c:v>44387.53</c:v>
                </c:pt>
                <c:pt idx="5805">
                  <c:v>8181.09</c:v>
                </c:pt>
                <c:pt idx="5806">
                  <c:v>28433.77</c:v>
                </c:pt>
                <c:pt idx="5807">
                  <c:v>7540.03</c:v>
                </c:pt>
                <c:pt idx="5808">
                  <c:v>76396.22</c:v>
                </c:pt>
                <c:pt idx="5809">
                  <c:v>39699.910000000003</c:v>
                </c:pt>
                <c:pt idx="5810">
                  <c:v>50248.67</c:v>
                </c:pt>
                <c:pt idx="5811">
                  <c:v>54308.6</c:v>
                </c:pt>
                <c:pt idx="5812">
                  <c:v>1711.19</c:v>
                </c:pt>
                <c:pt idx="5813">
                  <c:v>26668.16</c:v>
                </c:pt>
                <c:pt idx="5814">
                  <c:v>25278.44</c:v>
                </c:pt>
                <c:pt idx="5815">
                  <c:v>13344.29</c:v>
                </c:pt>
                <c:pt idx="5816">
                  <c:v>63667.7</c:v>
                </c:pt>
                <c:pt idx="5817">
                  <c:v>26653.119999999999</c:v>
                </c:pt>
                <c:pt idx="5818">
                  <c:v>19263.22</c:v>
                </c:pt>
                <c:pt idx="5819">
                  <c:v>28617.15</c:v>
                </c:pt>
                <c:pt idx="5820">
                  <c:v>2565.3000000000002</c:v>
                </c:pt>
                <c:pt idx="5821">
                  <c:v>8206.51</c:v>
                </c:pt>
                <c:pt idx="5822">
                  <c:v>26941</c:v>
                </c:pt>
                <c:pt idx="5823">
                  <c:v>11105.74</c:v>
                </c:pt>
                <c:pt idx="5824">
                  <c:v>4265.13</c:v>
                </c:pt>
                <c:pt idx="5825">
                  <c:v>24884.9</c:v>
                </c:pt>
                <c:pt idx="5826">
                  <c:v>10120.49</c:v>
                </c:pt>
                <c:pt idx="5827">
                  <c:v>8322.7199999999993</c:v>
                </c:pt>
                <c:pt idx="5828">
                  <c:v>7567.94</c:v>
                </c:pt>
                <c:pt idx="5829">
                  <c:v>18697.77</c:v>
                </c:pt>
                <c:pt idx="5830">
                  <c:v>60461.18</c:v>
                </c:pt>
                <c:pt idx="5831">
                  <c:v>4850.29</c:v>
                </c:pt>
                <c:pt idx="5832">
                  <c:v>14114.58</c:v>
                </c:pt>
                <c:pt idx="5833">
                  <c:v>9982.48</c:v>
                </c:pt>
                <c:pt idx="5834">
                  <c:v>15656.6</c:v>
                </c:pt>
                <c:pt idx="5835">
                  <c:v>22233.88</c:v>
                </c:pt>
                <c:pt idx="5836">
                  <c:v>40614.080000000002</c:v>
                </c:pt>
                <c:pt idx="5837">
                  <c:v>33467.800000000003</c:v>
                </c:pt>
                <c:pt idx="5838">
                  <c:v>83997.56</c:v>
                </c:pt>
                <c:pt idx="5839">
                  <c:v>5013.37</c:v>
                </c:pt>
                <c:pt idx="5840">
                  <c:v>12274.26</c:v>
                </c:pt>
                <c:pt idx="5841">
                  <c:v>12672.72</c:v>
                </c:pt>
                <c:pt idx="5842">
                  <c:v>14425.14</c:v>
                </c:pt>
                <c:pt idx="5843">
                  <c:v>14258.13</c:v>
                </c:pt>
                <c:pt idx="5844">
                  <c:v>45682.93</c:v>
                </c:pt>
                <c:pt idx="5845">
                  <c:v>11956.1</c:v>
                </c:pt>
                <c:pt idx="5846">
                  <c:v>63619.54</c:v>
                </c:pt>
                <c:pt idx="5847">
                  <c:v>58333.86</c:v>
                </c:pt>
                <c:pt idx="5848">
                  <c:v>48033.51</c:v>
                </c:pt>
                <c:pt idx="5849">
                  <c:v>6171.24</c:v>
                </c:pt>
                <c:pt idx="5850">
                  <c:v>2287.65</c:v>
                </c:pt>
                <c:pt idx="5851">
                  <c:v>30923.360000000001</c:v>
                </c:pt>
                <c:pt idx="5852">
                  <c:v>19238.62</c:v>
                </c:pt>
                <c:pt idx="5853">
                  <c:v>11800.2</c:v>
                </c:pt>
                <c:pt idx="5854">
                  <c:v>19191.439999999999</c:v>
                </c:pt>
                <c:pt idx="5855">
                  <c:v>32163.65</c:v>
                </c:pt>
                <c:pt idx="5856">
                  <c:v>11506.82</c:v>
                </c:pt>
                <c:pt idx="5857">
                  <c:v>18308.45</c:v>
                </c:pt>
                <c:pt idx="5858">
                  <c:v>58329.35</c:v>
                </c:pt>
                <c:pt idx="5859">
                  <c:v>4082.27</c:v>
                </c:pt>
                <c:pt idx="5860">
                  <c:v>9787.67</c:v>
                </c:pt>
                <c:pt idx="5861">
                  <c:v>11260.87</c:v>
                </c:pt>
                <c:pt idx="5862">
                  <c:v>21208.19</c:v>
                </c:pt>
                <c:pt idx="5863">
                  <c:v>15726.82</c:v>
                </c:pt>
                <c:pt idx="5864">
                  <c:v>13181.07</c:v>
                </c:pt>
                <c:pt idx="5865">
                  <c:v>62759.59</c:v>
                </c:pt>
                <c:pt idx="5866">
                  <c:v>33814.370000000003</c:v>
                </c:pt>
                <c:pt idx="5867">
                  <c:v>3876.15</c:v>
                </c:pt>
                <c:pt idx="5868">
                  <c:v>41247.26</c:v>
                </c:pt>
                <c:pt idx="5869">
                  <c:v>9679.09</c:v>
                </c:pt>
                <c:pt idx="5870">
                  <c:v>65745.039999999994</c:v>
                </c:pt>
                <c:pt idx="5871">
                  <c:v>68831.179999999993</c:v>
                </c:pt>
                <c:pt idx="5872">
                  <c:v>15191.59</c:v>
                </c:pt>
                <c:pt idx="5873">
                  <c:v>47552.959999999999</c:v>
                </c:pt>
                <c:pt idx="5874">
                  <c:v>32292.12</c:v>
                </c:pt>
                <c:pt idx="5875">
                  <c:v>48138.720000000001</c:v>
                </c:pt>
                <c:pt idx="5876">
                  <c:v>8000.43</c:v>
                </c:pt>
                <c:pt idx="5877">
                  <c:v>3575.78</c:v>
                </c:pt>
                <c:pt idx="5878">
                  <c:v>12365.41</c:v>
                </c:pt>
                <c:pt idx="5879">
                  <c:v>59971.74</c:v>
                </c:pt>
                <c:pt idx="5880">
                  <c:v>49699.23</c:v>
                </c:pt>
                <c:pt idx="5881">
                  <c:v>24453.759999999998</c:v>
                </c:pt>
                <c:pt idx="5882">
                  <c:v>19922.78</c:v>
                </c:pt>
                <c:pt idx="5883">
                  <c:v>10307.92</c:v>
                </c:pt>
                <c:pt idx="5884">
                  <c:v>4093.46</c:v>
                </c:pt>
                <c:pt idx="5885">
                  <c:v>37578.199999999997</c:v>
                </c:pt>
                <c:pt idx="5886">
                  <c:v>9609.33</c:v>
                </c:pt>
                <c:pt idx="5887">
                  <c:v>56243.38</c:v>
                </c:pt>
                <c:pt idx="5888">
                  <c:v>9877.44</c:v>
                </c:pt>
                <c:pt idx="5889">
                  <c:v>43834.96</c:v>
                </c:pt>
                <c:pt idx="5890">
                  <c:v>27684.09</c:v>
                </c:pt>
                <c:pt idx="5891">
                  <c:v>50002.78</c:v>
                </c:pt>
                <c:pt idx="5892">
                  <c:v>24600.560000000001</c:v>
                </c:pt>
                <c:pt idx="5893">
                  <c:v>58530.78</c:v>
                </c:pt>
                <c:pt idx="5894">
                  <c:v>10628.35</c:v>
                </c:pt>
                <c:pt idx="5895">
                  <c:v>40470.53</c:v>
                </c:pt>
                <c:pt idx="5896">
                  <c:v>20043.07</c:v>
                </c:pt>
                <c:pt idx="5897">
                  <c:v>11945.93</c:v>
                </c:pt>
                <c:pt idx="5898">
                  <c:v>8428.17</c:v>
                </c:pt>
                <c:pt idx="5899">
                  <c:v>28112.99</c:v>
                </c:pt>
                <c:pt idx="5900">
                  <c:v>5034.92</c:v>
                </c:pt>
                <c:pt idx="5901">
                  <c:v>57408.5</c:v>
                </c:pt>
                <c:pt idx="5902">
                  <c:v>59149.02</c:v>
                </c:pt>
                <c:pt idx="5903">
                  <c:v>5690.14</c:v>
                </c:pt>
                <c:pt idx="5904">
                  <c:v>20428.37</c:v>
                </c:pt>
                <c:pt idx="5905">
                  <c:v>2628.28</c:v>
                </c:pt>
                <c:pt idx="5906">
                  <c:v>56013.8</c:v>
                </c:pt>
                <c:pt idx="5907">
                  <c:v>34699.08</c:v>
                </c:pt>
                <c:pt idx="5908">
                  <c:v>79183.23</c:v>
                </c:pt>
                <c:pt idx="5909">
                  <c:v>48696.17</c:v>
                </c:pt>
                <c:pt idx="5910">
                  <c:v>1809.5</c:v>
                </c:pt>
                <c:pt idx="5911">
                  <c:v>21273.18</c:v>
                </c:pt>
                <c:pt idx="5912">
                  <c:v>16469.25</c:v>
                </c:pt>
                <c:pt idx="5913">
                  <c:v>44253.39</c:v>
                </c:pt>
                <c:pt idx="5914">
                  <c:v>53867.77</c:v>
                </c:pt>
                <c:pt idx="5915">
                  <c:v>103071.78</c:v>
                </c:pt>
                <c:pt idx="5916">
                  <c:v>4532.66</c:v>
                </c:pt>
                <c:pt idx="5917">
                  <c:v>18844.080000000002</c:v>
                </c:pt>
                <c:pt idx="5918">
                  <c:v>50109.21</c:v>
                </c:pt>
                <c:pt idx="5919">
                  <c:v>86087.89</c:v>
                </c:pt>
                <c:pt idx="5920">
                  <c:v>17200.64</c:v>
                </c:pt>
                <c:pt idx="5921">
                  <c:v>14491.47</c:v>
                </c:pt>
                <c:pt idx="5922">
                  <c:v>66429.149999999994</c:v>
                </c:pt>
                <c:pt idx="5923">
                  <c:v>100120.54</c:v>
                </c:pt>
                <c:pt idx="5924">
                  <c:v>52662.83</c:v>
                </c:pt>
                <c:pt idx="5925">
                  <c:v>37951.14</c:v>
                </c:pt>
                <c:pt idx="5926">
                  <c:v>42267.199999999997</c:v>
                </c:pt>
                <c:pt idx="5927">
                  <c:v>3929.77</c:v>
                </c:pt>
                <c:pt idx="5928">
                  <c:v>41960.14</c:v>
                </c:pt>
                <c:pt idx="5929">
                  <c:v>4191.66</c:v>
                </c:pt>
                <c:pt idx="5930">
                  <c:v>45549.21</c:v>
                </c:pt>
                <c:pt idx="5931">
                  <c:v>77632.88</c:v>
                </c:pt>
                <c:pt idx="5932">
                  <c:v>23522.44</c:v>
                </c:pt>
                <c:pt idx="5933">
                  <c:v>18291.29</c:v>
                </c:pt>
                <c:pt idx="5934">
                  <c:v>50419.11</c:v>
                </c:pt>
                <c:pt idx="5935">
                  <c:v>25205.64</c:v>
                </c:pt>
                <c:pt idx="5936">
                  <c:v>73102.59</c:v>
                </c:pt>
                <c:pt idx="5937">
                  <c:v>64943.28</c:v>
                </c:pt>
                <c:pt idx="5938">
                  <c:v>28013.52</c:v>
                </c:pt>
                <c:pt idx="5939">
                  <c:v>11064.84</c:v>
                </c:pt>
                <c:pt idx="5940">
                  <c:v>14670.81</c:v>
                </c:pt>
                <c:pt idx="5941">
                  <c:v>10830.86</c:v>
                </c:pt>
                <c:pt idx="5942">
                  <c:v>37380.339999999997</c:v>
                </c:pt>
                <c:pt idx="5943">
                  <c:v>11654.87</c:v>
                </c:pt>
                <c:pt idx="5944">
                  <c:v>69319.34</c:v>
                </c:pt>
                <c:pt idx="5945">
                  <c:v>5362.36</c:v>
                </c:pt>
                <c:pt idx="5946">
                  <c:v>5400.61</c:v>
                </c:pt>
                <c:pt idx="5947">
                  <c:v>14930.2</c:v>
                </c:pt>
                <c:pt idx="5948">
                  <c:v>11636.23</c:v>
                </c:pt>
                <c:pt idx="5949">
                  <c:v>39696.68</c:v>
                </c:pt>
                <c:pt idx="5950">
                  <c:v>73140.06</c:v>
                </c:pt>
                <c:pt idx="5951">
                  <c:v>78073.72</c:v>
                </c:pt>
                <c:pt idx="5952">
                  <c:v>13225.3</c:v>
                </c:pt>
                <c:pt idx="5953">
                  <c:v>31126.22</c:v>
                </c:pt>
                <c:pt idx="5954">
                  <c:v>9816.66</c:v>
                </c:pt>
                <c:pt idx="5955">
                  <c:v>11247.39</c:v>
                </c:pt>
                <c:pt idx="5956">
                  <c:v>45178.17</c:v>
                </c:pt>
                <c:pt idx="5957">
                  <c:v>4571.57</c:v>
                </c:pt>
                <c:pt idx="5958">
                  <c:v>11359.66</c:v>
                </c:pt>
                <c:pt idx="5959">
                  <c:v>32704.22</c:v>
                </c:pt>
                <c:pt idx="5960">
                  <c:v>40512.910000000003</c:v>
                </c:pt>
                <c:pt idx="5961">
                  <c:v>44526.57</c:v>
                </c:pt>
                <c:pt idx="5962">
                  <c:v>32833.5</c:v>
                </c:pt>
                <c:pt idx="5963">
                  <c:v>40947.89</c:v>
                </c:pt>
                <c:pt idx="5964">
                  <c:v>61165.38</c:v>
                </c:pt>
                <c:pt idx="5965">
                  <c:v>1889.2</c:v>
                </c:pt>
                <c:pt idx="5966">
                  <c:v>10850.18</c:v>
                </c:pt>
                <c:pt idx="5967">
                  <c:v>34953.94</c:v>
                </c:pt>
                <c:pt idx="5968">
                  <c:v>52066.29</c:v>
                </c:pt>
                <c:pt idx="5969">
                  <c:v>23984.98</c:v>
                </c:pt>
                <c:pt idx="5970">
                  <c:v>45349.13</c:v>
                </c:pt>
                <c:pt idx="5971">
                  <c:v>13624.61</c:v>
                </c:pt>
                <c:pt idx="5972">
                  <c:v>31847.57</c:v>
                </c:pt>
                <c:pt idx="5973">
                  <c:v>5622.49</c:v>
                </c:pt>
                <c:pt idx="5974">
                  <c:v>22307.119999999999</c:v>
                </c:pt>
                <c:pt idx="5975">
                  <c:v>40994.1</c:v>
                </c:pt>
                <c:pt idx="5976">
                  <c:v>33828.400000000001</c:v>
                </c:pt>
                <c:pt idx="5977">
                  <c:v>15310.61</c:v>
                </c:pt>
                <c:pt idx="5978">
                  <c:v>2362.7199999999998</c:v>
                </c:pt>
                <c:pt idx="5979">
                  <c:v>15725.89</c:v>
                </c:pt>
                <c:pt idx="5980">
                  <c:v>25378.29</c:v>
                </c:pt>
                <c:pt idx="5981">
                  <c:v>10837.94</c:v>
                </c:pt>
                <c:pt idx="5982">
                  <c:v>8739</c:v>
                </c:pt>
                <c:pt idx="5983">
                  <c:v>25482.61</c:v>
                </c:pt>
                <c:pt idx="5984">
                  <c:v>16897.48</c:v>
                </c:pt>
                <c:pt idx="5985">
                  <c:v>12925.52</c:v>
                </c:pt>
                <c:pt idx="5986">
                  <c:v>10245.19</c:v>
                </c:pt>
                <c:pt idx="5987">
                  <c:v>17377.240000000002</c:v>
                </c:pt>
                <c:pt idx="5988">
                  <c:v>43652.480000000003</c:v>
                </c:pt>
                <c:pt idx="5989">
                  <c:v>20803.04</c:v>
                </c:pt>
                <c:pt idx="5990">
                  <c:v>8629.84</c:v>
                </c:pt>
                <c:pt idx="5991">
                  <c:v>22935.57</c:v>
                </c:pt>
                <c:pt idx="5992">
                  <c:v>25514.79</c:v>
                </c:pt>
                <c:pt idx="5993">
                  <c:v>59142.400000000001</c:v>
                </c:pt>
                <c:pt idx="5994">
                  <c:v>18972.03</c:v>
                </c:pt>
                <c:pt idx="5995">
                  <c:v>65796.02</c:v>
                </c:pt>
                <c:pt idx="5996">
                  <c:v>3217.45</c:v>
                </c:pt>
                <c:pt idx="5997">
                  <c:v>66702.55</c:v>
                </c:pt>
                <c:pt idx="5998">
                  <c:v>22382.73</c:v>
                </c:pt>
                <c:pt idx="5999">
                  <c:v>10076.129999999999</c:v>
                </c:pt>
                <c:pt idx="6000">
                  <c:v>21733.200000000001</c:v>
                </c:pt>
                <c:pt idx="6001">
                  <c:v>54224.29</c:v>
                </c:pt>
                <c:pt idx="6002">
                  <c:v>22281.17</c:v>
                </c:pt>
                <c:pt idx="6003">
                  <c:v>27571.759999999998</c:v>
                </c:pt>
                <c:pt idx="6004">
                  <c:v>59662.85</c:v>
                </c:pt>
                <c:pt idx="6005">
                  <c:v>6935.92</c:v>
                </c:pt>
                <c:pt idx="6006">
                  <c:v>33979.01</c:v>
                </c:pt>
                <c:pt idx="6007">
                  <c:v>12529.76</c:v>
                </c:pt>
                <c:pt idx="6008">
                  <c:v>4235.1099999999997</c:v>
                </c:pt>
                <c:pt idx="6009">
                  <c:v>20023.04</c:v>
                </c:pt>
                <c:pt idx="6010">
                  <c:v>27625.22</c:v>
                </c:pt>
                <c:pt idx="6011">
                  <c:v>51723</c:v>
                </c:pt>
                <c:pt idx="6012">
                  <c:v>4577.49</c:v>
                </c:pt>
                <c:pt idx="6013">
                  <c:v>7084.12</c:v>
                </c:pt>
                <c:pt idx="6014">
                  <c:v>37742.14</c:v>
                </c:pt>
                <c:pt idx="6015">
                  <c:v>5565.63</c:v>
                </c:pt>
                <c:pt idx="6016">
                  <c:v>9997.06</c:v>
                </c:pt>
                <c:pt idx="6017">
                  <c:v>4879.88</c:v>
                </c:pt>
                <c:pt idx="6018">
                  <c:v>19929.48</c:v>
                </c:pt>
                <c:pt idx="6019">
                  <c:v>21093.79</c:v>
                </c:pt>
                <c:pt idx="6020">
                  <c:v>18013.78</c:v>
                </c:pt>
                <c:pt idx="6021">
                  <c:v>59643.23</c:v>
                </c:pt>
                <c:pt idx="6022">
                  <c:v>10987.37</c:v>
                </c:pt>
                <c:pt idx="6023">
                  <c:v>6516.26</c:v>
                </c:pt>
                <c:pt idx="6024">
                  <c:v>5776.26</c:v>
                </c:pt>
                <c:pt idx="6025">
                  <c:v>43193.120000000003</c:v>
                </c:pt>
                <c:pt idx="6026">
                  <c:v>9548.86</c:v>
                </c:pt>
                <c:pt idx="6027">
                  <c:v>20554.04</c:v>
                </c:pt>
                <c:pt idx="6028">
                  <c:v>39230.18</c:v>
                </c:pt>
                <c:pt idx="6029">
                  <c:v>60624.4</c:v>
                </c:pt>
                <c:pt idx="6030">
                  <c:v>58042.58</c:v>
                </c:pt>
                <c:pt idx="6031">
                  <c:v>14941.21</c:v>
                </c:pt>
                <c:pt idx="6032">
                  <c:v>29152.28</c:v>
                </c:pt>
                <c:pt idx="6033">
                  <c:v>13059.11</c:v>
                </c:pt>
                <c:pt idx="6034">
                  <c:v>104950.76</c:v>
                </c:pt>
                <c:pt idx="6035">
                  <c:v>25953.31</c:v>
                </c:pt>
                <c:pt idx="6036">
                  <c:v>19645.96</c:v>
                </c:pt>
                <c:pt idx="6037">
                  <c:v>16710.689999999999</c:v>
                </c:pt>
                <c:pt idx="6038">
                  <c:v>8099.36</c:v>
                </c:pt>
                <c:pt idx="6039">
                  <c:v>27956.75</c:v>
                </c:pt>
                <c:pt idx="6040">
                  <c:v>4916.7700000000004</c:v>
                </c:pt>
                <c:pt idx="6041">
                  <c:v>17952.23</c:v>
                </c:pt>
                <c:pt idx="6042">
                  <c:v>56713.55</c:v>
                </c:pt>
                <c:pt idx="6043">
                  <c:v>20966.84</c:v>
                </c:pt>
                <c:pt idx="6044">
                  <c:v>15319.02</c:v>
                </c:pt>
                <c:pt idx="6045">
                  <c:v>35451.11</c:v>
                </c:pt>
                <c:pt idx="6046">
                  <c:v>69169.899999999994</c:v>
                </c:pt>
                <c:pt idx="6047">
                  <c:v>15735.68</c:v>
                </c:pt>
                <c:pt idx="6048">
                  <c:v>24429.01</c:v>
                </c:pt>
                <c:pt idx="6049">
                  <c:v>1421.88</c:v>
                </c:pt>
                <c:pt idx="6050">
                  <c:v>1888.76</c:v>
                </c:pt>
                <c:pt idx="6051">
                  <c:v>15116.47</c:v>
                </c:pt>
                <c:pt idx="6052">
                  <c:v>42649.74</c:v>
                </c:pt>
                <c:pt idx="6053">
                  <c:v>2124.3000000000002</c:v>
                </c:pt>
                <c:pt idx="6054">
                  <c:v>5001.63</c:v>
                </c:pt>
                <c:pt idx="6055">
                  <c:v>62961.38</c:v>
                </c:pt>
                <c:pt idx="6056">
                  <c:v>27801.56</c:v>
                </c:pt>
                <c:pt idx="6057">
                  <c:v>39797.089999999997</c:v>
                </c:pt>
                <c:pt idx="6058">
                  <c:v>9108.2199999999993</c:v>
                </c:pt>
                <c:pt idx="6059">
                  <c:v>6840.46</c:v>
                </c:pt>
                <c:pt idx="6060">
                  <c:v>3389.3</c:v>
                </c:pt>
                <c:pt idx="6061">
                  <c:v>22855.1</c:v>
                </c:pt>
                <c:pt idx="6062">
                  <c:v>70149.06</c:v>
                </c:pt>
                <c:pt idx="6063">
                  <c:v>4564.75</c:v>
                </c:pt>
                <c:pt idx="6064">
                  <c:v>52612.92</c:v>
                </c:pt>
                <c:pt idx="6065">
                  <c:v>25753.98</c:v>
                </c:pt>
                <c:pt idx="6066">
                  <c:v>16533.47</c:v>
                </c:pt>
                <c:pt idx="6067">
                  <c:v>7517.98</c:v>
                </c:pt>
                <c:pt idx="6068">
                  <c:v>10193.15</c:v>
                </c:pt>
                <c:pt idx="6069">
                  <c:v>31254.05</c:v>
                </c:pt>
                <c:pt idx="6070">
                  <c:v>48413.93</c:v>
                </c:pt>
                <c:pt idx="6071">
                  <c:v>71121.47</c:v>
                </c:pt>
                <c:pt idx="6072">
                  <c:v>36907.26</c:v>
                </c:pt>
                <c:pt idx="6073">
                  <c:v>39375.919999999998</c:v>
                </c:pt>
                <c:pt idx="6074">
                  <c:v>27145.360000000001</c:v>
                </c:pt>
                <c:pt idx="6075">
                  <c:v>6026.45</c:v>
                </c:pt>
                <c:pt idx="6076">
                  <c:v>29030.5</c:v>
                </c:pt>
                <c:pt idx="6077">
                  <c:v>7949.21</c:v>
                </c:pt>
                <c:pt idx="6078">
                  <c:v>26717.67</c:v>
                </c:pt>
                <c:pt idx="6079">
                  <c:v>18221.490000000002</c:v>
                </c:pt>
                <c:pt idx="6080">
                  <c:v>29122.21</c:v>
                </c:pt>
                <c:pt idx="6081">
                  <c:v>28694.17</c:v>
                </c:pt>
                <c:pt idx="6082">
                  <c:v>19851.509999999998</c:v>
                </c:pt>
                <c:pt idx="6083">
                  <c:v>10089.68</c:v>
                </c:pt>
                <c:pt idx="6084">
                  <c:v>20802.57</c:v>
                </c:pt>
                <c:pt idx="6085">
                  <c:v>8840.35</c:v>
                </c:pt>
                <c:pt idx="6086">
                  <c:v>4934.7700000000004</c:v>
                </c:pt>
                <c:pt idx="6087">
                  <c:v>18302.04</c:v>
                </c:pt>
                <c:pt idx="6088">
                  <c:v>15700.04</c:v>
                </c:pt>
                <c:pt idx="6089">
                  <c:v>34165.22</c:v>
                </c:pt>
                <c:pt idx="6090">
                  <c:v>69267.06</c:v>
                </c:pt>
                <c:pt idx="6091">
                  <c:v>7116.31</c:v>
                </c:pt>
                <c:pt idx="6092">
                  <c:v>44664.480000000003</c:v>
                </c:pt>
                <c:pt idx="6093">
                  <c:v>28967.65</c:v>
                </c:pt>
                <c:pt idx="6094">
                  <c:v>55244.36</c:v>
                </c:pt>
                <c:pt idx="6095">
                  <c:v>59510.3</c:v>
                </c:pt>
                <c:pt idx="6096">
                  <c:v>13228.3</c:v>
                </c:pt>
                <c:pt idx="6097">
                  <c:v>90110.38</c:v>
                </c:pt>
                <c:pt idx="6098">
                  <c:v>45466.36</c:v>
                </c:pt>
                <c:pt idx="6099">
                  <c:v>14866.93</c:v>
                </c:pt>
                <c:pt idx="6100">
                  <c:v>17700.61</c:v>
                </c:pt>
                <c:pt idx="6101">
                  <c:v>21812.49</c:v>
                </c:pt>
                <c:pt idx="6102">
                  <c:v>37553.67</c:v>
                </c:pt>
                <c:pt idx="6103">
                  <c:v>24013.7</c:v>
                </c:pt>
                <c:pt idx="6104">
                  <c:v>8918.49</c:v>
                </c:pt>
                <c:pt idx="6105">
                  <c:v>4392.79</c:v>
                </c:pt>
                <c:pt idx="6106">
                  <c:v>10092.469999999999</c:v>
                </c:pt>
                <c:pt idx="6107">
                  <c:v>40586.11</c:v>
                </c:pt>
                <c:pt idx="6108">
                  <c:v>61828.05</c:v>
                </c:pt>
                <c:pt idx="6109">
                  <c:v>9774.7999999999993</c:v>
                </c:pt>
                <c:pt idx="6110">
                  <c:v>41964.72</c:v>
                </c:pt>
                <c:pt idx="6111">
                  <c:v>59073.84</c:v>
                </c:pt>
                <c:pt idx="6112">
                  <c:v>86910.28</c:v>
                </c:pt>
                <c:pt idx="6113">
                  <c:v>57377.120000000003</c:v>
                </c:pt>
                <c:pt idx="6114">
                  <c:v>39115.019999999997</c:v>
                </c:pt>
                <c:pt idx="6115">
                  <c:v>55748.89</c:v>
                </c:pt>
                <c:pt idx="6116">
                  <c:v>46670.53</c:v>
                </c:pt>
                <c:pt idx="6117">
                  <c:v>47566.78</c:v>
                </c:pt>
                <c:pt idx="6118">
                  <c:v>27432.38</c:v>
                </c:pt>
                <c:pt idx="6119">
                  <c:v>13439.39</c:v>
                </c:pt>
                <c:pt idx="6120">
                  <c:v>4325.6000000000004</c:v>
                </c:pt>
                <c:pt idx="6121">
                  <c:v>10863.98</c:v>
                </c:pt>
                <c:pt idx="6122">
                  <c:v>9595.2000000000007</c:v>
                </c:pt>
                <c:pt idx="6123">
                  <c:v>37154.32</c:v>
                </c:pt>
                <c:pt idx="6124">
                  <c:v>25624.62</c:v>
                </c:pt>
                <c:pt idx="6125">
                  <c:v>40128.28</c:v>
                </c:pt>
                <c:pt idx="6126">
                  <c:v>9093.92</c:v>
                </c:pt>
                <c:pt idx="6127">
                  <c:v>15876.25</c:v>
                </c:pt>
                <c:pt idx="6128">
                  <c:v>9794.17</c:v>
                </c:pt>
                <c:pt idx="6129">
                  <c:v>86102.73</c:v>
                </c:pt>
                <c:pt idx="6130">
                  <c:v>57930.89</c:v>
                </c:pt>
                <c:pt idx="6131">
                  <c:v>33505.78</c:v>
                </c:pt>
                <c:pt idx="6132">
                  <c:v>3497.92</c:v>
                </c:pt>
                <c:pt idx="6133">
                  <c:v>54757.84</c:v>
                </c:pt>
                <c:pt idx="6134">
                  <c:v>33138.129999999997</c:v>
                </c:pt>
                <c:pt idx="6135">
                  <c:v>48776.87</c:v>
                </c:pt>
                <c:pt idx="6136">
                  <c:v>39196.18</c:v>
                </c:pt>
                <c:pt idx="6137">
                  <c:v>5581.71</c:v>
                </c:pt>
                <c:pt idx="6138">
                  <c:v>5433.06</c:v>
                </c:pt>
                <c:pt idx="6139">
                  <c:v>7814.33</c:v>
                </c:pt>
                <c:pt idx="6140">
                  <c:v>51395.839999999997</c:v>
                </c:pt>
                <c:pt idx="6141">
                  <c:v>34542.720000000001</c:v>
                </c:pt>
                <c:pt idx="6142">
                  <c:v>13804.75</c:v>
                </c:pt>
                <c:pt idx="6143">
                  <c:v>30746.11</c:v>
                </c:pt>
                <c:pt idx="6144">
                  <c:v>39876.61</c:v>
                </c:pt>
                <c:pt idx="6145">
                  <c:v>45378.52</c:v>
                </c:pt>
                <c:pt idx="6146">
                  <c:v>48867.43</c:v>
                </c:pt>
                <c:pt idx="6147">
                  <c:v>9497.44</c:v>
                </c:pt>
                <c:pt idx="6148">
                  <c:v>9373.31</c:v>
                </c:pt>
                <c:pt idx="6149">
                  <c:v>49708.89</c:v>
                </c:pt>
                <c:pt idx="6150">
                  <c:v>21878.85</c:v>
                </c:pt>
                <c:pt idx="6151">
                  <c:v>16930.21</c:v>
                </c:pt>
                <c:pt idx="6152">
                  <c:v>15146.04</c:v>
                </c:pt>
                <c:pt idx="6153">
                  <c:v>5414.65</c:v>
                </c:pt>
                <c:pt idx="6154">
                  <c:v>15363.28</c:v>
                </c:pt>
                <c:pt idx="6155">
                  <c:v>27259.09</c:v>
                </c:pt>
                <c:pt idx="6156">
                  <c:v>17106.36</c:v>
                </c:pt>
                <c:pt idx="6157">
                  <c:v>11971.81</c:v>
                </c:pt>
                <c:pt idx="6158">
                  <c:v>3500.13</c:v>
                </c:pt>
                <c:pt idx="6159">
                  <c:v>68914.649999999994</c:v>
                </c:pt>
                <c:pt idx="6160">
                  <c:v>36905.75</c:v>
                </c:pt>
                <c:pt idx="6161">
                  <c:v>10201.34</c:v>
                </c:pt>
                <c:pt idx="6162">
                  <c:v>37598.85</c:v>
                </c:pt>
                <c:pt idx="6163">
                  <c:v>77072</c:v>
                </c:pt>
                <c:pt idx="6164">
                  <c:v>6845.96</c:v>
                </c:pt>
                <c:pt idx="6165">
                  <c:v>9481.7900000000009</c:v>
                </c:pt>
                <c:pt idx="6166">
                  <c:v>17126.28</c:v>
                </c:pt>
                <c:pt idx="6167">
                  <c:v>27798.33</c:v>
                </c:pt>
                <c:pt idx="6168">
                  <c:v>55695.47</c:v>
                </c:pt>
                <c:pt idx="6169">
                  <c:v>34856.79</c:v>
                </c:pt>
                <c:pt idx="6170">
                  <c:v>45871.4</c:v>
                </c:pt>
                <c:pt idx="6171">
                  <c:v>47096.53</c:v>
                </c:pt>
                <c:pt idx="6172">
                  <c:v>2779.4</c:v>
                </c:pt>
                <c:pt idx="6173">
                  <c:v>8451.07</c:v>
                </c:pt>
                <c:pt idx="6174">
                  <c:v>101244.89</c:v>
                </c:pt>
                <c:pt idx="6175">
                  <c:v>3078.7</c:v>
                </c:pt>
                <c:pt idx="6176">
                  <c:v>19242.38</c:v>
                </c:pt>
                <c:pt idx="6177">
                  <c:v>19708.66</c:v>
                </c:pt>
                <c:pt idx="6178">
                  <c:v>15840.31</c:v>
                </c:pt>
                <c:pt idx="6179">
                  <c:v>5605.34</c:v>
                </c:pt>
                <c:pt idx="6180">
                  <c:v>3322.85</c:v>
                </c:pt>
                <c:pt idx="6181">
                  <c:v>70624.679999999993</c:v>
                </c:pt>
                <c:pt idx="6182">
                  <c:v>29138.41</c:v>
                </c:pt>
                <c:pt idx="6183">
                  <c:v>23134.36</c:v>
                </c:pt>
                <c:pt idx="6184">
                  <c:v>9366.7800000000007</c:v>
                </c:pt>
                <c:pt idx="6185">
                  <c:v>27610.51</c:v>
                </c:pt>
                <c:pt idx="6186">
                  <c:v>57946.27</c:v>
                </c:pt>
                <c:pt idx="6187">
                  <c:v>46173.51</c:v>
                </c:pt>
                <c:pt idx="6188">
                  <c:v>2593.6999999999998</c:v>
                </c:pt>
                <c:pt idx="6189">
                  <c:v>8898.6200000000008</c:v>
                </c:pt>
                <c:pt idx="6190">
                  <c:v>20317.02</c:v>
                </c:pt>
                <c:pt idx="6191">
                  <c:v>61778.52</c:v>
                </c:pt>
                <c:pt idx="6192">
                  <c:v>10689.68</c:v>
                </c:pt>
                <c:pt idx="6193">
                  <c:v>29876.46</c:v>
                </c:pt>
                <c:pt idx="6194">
                  <c:v>20345.64</c:v>
                </c:pt>
                <c:pt idx="6195">
                  <c:v>32105.54</c:v>
                </c:pt>
                <c:pt idx="6196">
                  <c:v>27429.66</c:v>
                </c:pt>
                <c:pt idx="6197">
                  <c:v>40096.85</c:v>
                </c:pt>
                <c:pt idx="6198">
                  <c:v>4660.41</c:v>
                </c:pt>
                <c:pt idx="6199">
                  <c:v>14756.62</c:v>
                </c:pt>
                <c:pt idx="6200">
                  <c:v>1115.78</c:v>
                </c:pt>
                <c:pt idx="6201">
                  <c:v>5661.52</c:v>
                </c:pt>
                <c:pt idx="6202">
                  <c:v>14300.82</c:v>
                </c:pt>
                <c:pt idx="6203">
                  <c:v>67409.2</c:v>
                </c:pt>
                <c:pt idx="6204">
                  <c:v>31978.3</c:v>
                </c:pt>
                <c:pt idx="6205">
                  <c:v>28618.13</c:v>
                </c:pt>
                <c:pt idx="6206">
                  <c:v>45488.2</c:v>
                </c:pt>
                <c:pt idx="6207">
                  <c:v>39750.730000000003</c:v>
                </c:pt>
                <c:pt idx="6208">
                  <c:v>63819.63</c:v>
                </c:pt>
                <c:pt idx="6209">
                  <c:v>4209.28</c:v>
                </c:pt>
                <c:pt idx="6210">
                  <c:v>16749.27</c:v>
                </c:pt>
                <c:pt idx="6211">
                  <c:v>45010.15</c:v>
                </c:pt>
                <c:pt idx="6212">
                  <c:v>28082.5</c:v>
                </c:pt>
                <c:pt idx="6213">
                  <c:v>34407.83</c:v>
                </c:pt>
                <c:pt idx="6214">
                  <c:v>46188.14</c:v>
                </c:pt>
                <c:pt idx="6215">
                  <c:v>52455.43</c:v>
                </c:pt>
                <c:pt idx="6216">
                  <c:v>44667.76</c:v>
                </c:pt>
                <c:pt idx="6217">
                  <c:v>3732.7</c:v>
                </c:pt>
                <c:pt idx="6218">
                  <c:v>25176.44</c:v>
                </c:pt>
                <c:pt idx="6219">
                  <c:v>5902.09</c:v>
                </c:pt>
                <c:pt idx="6220">
                  <c:v>22507.82</c:v>
                </c:pt>
                <c:pt idx="6221">
                  <c:v>60733.13</c:v>
                </c:pt>
                <c:pt idx="6222">
                  <c:v>21028.22</c:v>
                </c:pt>
                <c:pt idx="6223">
                  <c:v>82542.850000000006</c:v>
                </c:pt>
                <c:pt idx="6224">
                  <c:v>18632.32</c:v>
                </c:pt>
                <c:pt idx="6225">
                  <c:v>36535.589999999997</c:v>
                </c:pt>
                <c:pt idx="6226">
                  <c:v>9249.39</c:v>
                </c:pt>
                <c:pt idx="6227">
                  <c:v>25875.23</c:v>
                </c:pt>
                <c:pt idx="6228">
                  <c:v>7589.99</c:v>
                </c:pt>
                <c:pt idx="6229">
                  <c:v>16670.599999999999</c:v>
                </c:pt>
                <c:pt idx="6230">
                  <c:v>41810.86</c:v>
                </c:pt>
                <c:pt idx="6231">
                  <c:v>97311.06</c:v>
                </c:pt>
                <c:pt idx="6232">
                  <c:v>38188.400000000001</c:v>
                </c:pt>
                <c:pt idx="6233">
                  <c:v>29618.16</c:v>
                </c:pt>
                <c:pt idx="6234">
                  <c:v>7476.65</c:v>
                </c:pt>
                <c:pt idx="6235">
                  <c:v>12776.63</c:v>
                </c:pt>
                <c:pt idx="6236">
                  <c:v>7478.29</c:v>
                </c:pt>
                <c:pt idx="6237">
                  <c:v>26000.86</c:v>
                </c:pt>
                <c:pt idx="6238">
                  <c:v>71623.520000000004</c:v>
                </c:pt>
                <c:pt idx="6239">
                  <c:v>45531.68</c:v>
                </c:pt>
                <c:pt idx="6240">
                  <c:v>81853.63</c:v>
                </c:pt>
                <c:pt idx="6241">
                  <c:v>18424.02</c:v>
                </c:pt>
                <c:pt idx="6242">
                  <c:v>18535.919999999998</c:v>
                </c:pt>
                <c:pt idx="6243">
                  <c:v>31920.46</c:v>
                </c:pt>
                <c:pt idx="6244">
                  <c:v>9925.52</c:v>
                </c:pt>
                <c:pt idx="6245">
                  <c:v>38986.92</c:v>
                </c:pt>
                <c:pt idx="6246">
                  <c:v>7238.13</c:v>
                </c:pt>
                <c:pt idx="6247">
                  <c:v>36728.54</c:v>
                </c:pt>
                <c:pt idx="6248">
                  <c:v>56126.58</c:v>
                </c:pt>
                <c:pt idx="6249">
                  <c:v>17626.86</c:v>
                </c:pt>
                <c:pt idx="6250">
                  <c:v>49128.43</c:v>
                </c:pt>
                <c:pt idx="6251">
                  <c:v>20168.919999999998</c:v>
                </c:pt>
                <c:pt idx="6252">
                  <c:v>21559.96</c:v>
                </c:pt>
                <c:pt idx="6253">
                  <c:v>67651.98</c:v>
                </c:pt>
                <c:pt idx="6254">
                  <c:v>11449.72</c:v>
                </c:pt>
                <c:pt idx="6255">
                  <c:v>18756.98</c:v>
                </c:pt>
                <c:pt idx="6256">
                  <c:v>41210.879999999997</c:v>
                </c:pt>
                <c:pt idx="6257">
                  <c:v>37597.85</c:v>
                </c:pt>
                <c:pt idx="6258">
                  <c:v>85053.99</c:v>
                </c:pt>
                <c:pt idx="6259">
                  <c:v>6723.45</c:v>
                </c:pt>
                <c:pt idx="6260">
                  <c:v>79191.19</c:v>
                </c:pt>
                <c:pt idx="6261">
                  <c:v>15946.14</c:v>
                </c:pt>
                <c:pt idx="6262">
                  <c:v>29883.42</c:v>
                </c:pt>
                <c:pt idx="6263">
                  <c:v>20714.05</c:v>
                </c:pt>
                <c:pt idx="6264">
                  <c:v>89035.44</c:v>
                </c:pt>
                <c:pt idx="6265">
                  <c:v>64347.13</c:v>
                </c:pt>
                <c:pt idx="6266">
                  <c:v>50344.98</c:v>
                </c:pt>
                <c:pt idx="6267">
                  <c:v>25614.79</c:v>
                </c:pt>
                <c:pt idx="6268">
                  <c:v>7804.41</c:v>
                </c:pt>
                <c:pt idx="6269">
                  <c:v>91474.95</c:v>
                </c:pt>
                <c:pt idx="6270">
                  <c:v>23355.11</c:v>
                </c:pt>
                <c:pt idx="6271">
                  <c:v>1327.1</c:v>
                </c:pt>
                <c:pt idx="6272">
                  <c:v>14361.8</c:v>
                </c:pt>
                <c:pt idx="6273">
                  <c:v>15404.21</c:v>
                </c:pt>
                <c:pt idx="6274">
                  <c:v>30107.200000000001</c:v>
                </c:pt>
                <c:pt idx="6275">
                  <c:v>58884.27</c:v>
                </c:pt>
                <c:pt idx="6276">
                  <c:v>29049.21</c:v>
                </c:pt>
                <c:pt idx="6277">
                  <c:v>46271.65</c:v>
                </c:pt>
                <c:pt idx="6278">
                  <c:v>20144.189999999999</c:v>
                </c:pt>
                <c:pt idx="6279">
                  <c:v>25098.46</c:v>
                </c:pt>
                <c:pt idx="6280">
                  <c:v>53020.36</c:v>
                </c:pt>
                <c:pt idx="6281">
                  <c:v>7164.2</c:v>
                </c:pt>
                <c:pt idx="6282">
                  <c:v>64773.34</c:v>
                </c:pt>
                <c:pt idx="6283">
                  <c:v>46071.46</c:v>
                </c:pt>
                <c:pt idx="6284">
                  <c:v>75337.42</c:v>
                </c:pt>
                <c:pt idx="6285">
                  <c:v>24657.71</c:v>
                </c:pt>
                <c:pt idx="6286">
                  <c:v>49336.18</c:v>
                </c:pt>
                <c:pt idx="6287">
                  <c:v>4295</c:v>
                </c:pt>
                <c:pt idx="6288">
                  <c:v>10447.030000000001</c:v>
                </c:pt>
                <c:pt idx="6289">
                  <c:v>87473.08</c:v>
                </c:pt>
                <c:pt idx="6290">
                  <c:v>9475.1</c:v>
                </c:pt>
                <c:pt idx="6291">
                  <c:v>45875.76</c:v>
                </c:pt>
                <c:pt idx="6292">
                  <c:v>5360.54</c:v>
                </c:pt>
                <c:pt idx="6293">
                  <c:v>38611.78</c:v>
                </c:pt>
                <c:pt idx="6294">
                  <c:v>8276.52</c:v>
                </c:pt>
                <c:pt idx="6295">
                  <c:v>11549.45</c:v>
                </c:pt>
                <c:pt idx="6296">
                  <c:v>19179.75</c:v>
                </c:pt>
                <c:pt idx="6297">
                  <c:v>9373.93</c:v>
                </c:pt>
                <c:pt idx="6298">
                  <c:v>26573.78</c:v>
                </c:pt>
                <c:pt idx="6299">
                  <c:v>85753.36</c:v>
                </c:pt>
                <c:pt idx="6300">
                  <c:v>26472.31</c:v>
                </c:pt>
                <c:pt idx="6301">
                  <c:v>28875.7</c:v>
                </c:pt>
                <c:pt idx="6302">
                  <c:v>78348.160000000003</c:v>
                </c:pt>
                <c:pt idx="6303">
                  <c:v>49681.59</c:v>
                </c:pt>
                <c:pt idx="6304">
                  <c:v>12549.55</c:v>
                </c:pt>
                <c:pt idx="6305">
                  <c:v>81667.490000000005</c:v>
                </c:pt>
                <c:pt idx="6306">
                  <c:v>46161.64</c:v>
                </c:pt>
                <c:pt idx="6307">
                  <c:v>9360.2099999999991</c:v>
                </c:pt>
                <c:pt idx="6308">
                  <c:v>95150.26</c:v>
                </c:pt>
                <c:pt idx="6309">
                  <c:v>17082.509999999998</c:v>
                </c:pt>
                <c:pt idx="6310">
                  <c:v>60698.19</c:v>
                </c:pt>
                <c:pt idx="6311">
                  <c:v>18998.91</c:v>
                </c:pt>
                <c:pt idx="6312">
                  <c:v>14042.61</c:v>
                </c:pt>
                <c:pt idx="6313">
                  <c:v>7822.05</c:v>
                </c:pt>
                <c:pt idx="6314">
                  <c:v>57079.45</c:v>
                </c:pt>
                <c:pt idx="6315">
                  <c:v>15447.05</c:v>
                </c:pt>
                <c:pt idx="6316">
                  <c:v>5550.05</c:v>
                </c:pt>
                <c:pt idx="6317">
                  <c:v>47661.08</c:v>
                </c:pt>
                <c:pt idx="6318">
                  <c:v>33708.86</c:v>
                </c:pt>
                <c:pt idx="6319">
                  <c:v>13412.94</c:v>
                </c:pt>
                <c:pt idx="6320">
                  <c:v>16745.04</c:v>
                </c:pt>
                <c:pt idx="6321">
                  <c:v>18375.84</c:v>
                </c:pt>
                <c:pt idx="6322">
                  <c:v>14748.22</c:v>
                </c:pt>
                <c:pt idx="6323">
                  <c:v>35343.58</c:v>
                </c:pt>
                <c:pt idx="6324">
                  <c:v>40501.99</c:v>
                </c:pt>
                <c:pt idx="6325">
                  <c:v>11060.6</c:v>
                </c:pt>
                <c:pt idx="6326">
                  <c:v>10382</c:v>
                </c:pt>
                <c:pt idx="6327">
                  <c:v>35367.949999999997</c:v>
                </c:pt>
                <c:pt idx="6328">
                  <c:v>25028.54</c:v>
                </c:pt>
                <c:pt idx="6329">
                  <c:v>2146.75</c:v>
                </c:pt>
                <c:pt idx="6330">
                  <c:v>32468.92</c:v>
                </c:pt>
                <c:pt idx="6331">
                  <c:v>6195.3</c:v>
                </c:pt>
                <c:pt idx="6332">
                  <c:v>8493.16</c:v>
                </c:pt>
                <c:pt idx="6333">
                  <c:v>22018.42</c:v>
                </c:pt>
                <c:pt idx="6334">
                  <c:v>9151.9500000000007</c:v>
                </c:pt>
                <c:pt idx="6335">
                  <c:v>2519.33</c:v>
                </c:pt>
                <c:pt idx="6336">
                  <c:v>72273.88</c:v>
                </c:pt>
                <c:pt idx="6337">
                  <c:v>35934.99</c:v>
                </c:pt>
                <c:pt idx="6338">
                  <c:v>91225.78</c:v>
                </c:pt>
                <c:pt idx="6339">
                  <c:v>18609.61</c:v>
                </c:pt>
                <c:pt idx="6340">
                  <c:v>22688.02</c:v>
                </c:pt>
                <c:pt idx="6341">
                  <c:v>30953.48</c:v>
                </c:pt>
                <c:pt idx="6342">
                  <c:v>36100.800000000003</c:v>
                </c:pt>
                <c:pt idx="6343">
                  <c:v>12808.85</c:v>
                </c:pt>
                <c:pt idx="6344">
                  <c:v>18138.46</c:v>
                </c:pt>
                <c:pt idx="6345">
                  <c:v>35544.67</c:v>
                </c:pt>
                <c:pt idx="6346">
                  <c:v>45621.66</c:v>
                </c:pt>
                <c:pt idx="6347">
                  <c:v>13979.57</c:v>
                </c:pt>
                <c:pt idx="6348">
                  <c:v>7201.82</c:v>
                </c:pt>
                <c:pt idx="6349">
                  <c:v>16499.29</c:v>
                </c:pt>
                <c:pt idx="6350">
                  <c:v>38520.379999999997</c:v>
                </c:pt>
                <c:pt idx="6351">
                  <c:v>43893.78</c:v>
                </c:pt>
                <c:pt idx="6352">
                  <c:v>16464.8</c:v>
                </c:pt>
                <c:pt idx="6353">
                  <c:v>32272.97</c:v>
                </c:pt>
                <c:pt idx="6354">
                  <c:v>4244.17</c:v>
                </c:pt>
                <c:pt idx="6355">
                  <c:v>18574.84</c:v>
                </c:pt>
                <c:pt idx="6356">
                  <c:v>19432.57</c:v>
                </c:pt>
                <c:pt idx="6357">
                  <c:v>8891.23</c:v>
                </c:pt>
                <c:pt idx="6358">
                  <c:v>8782.2000000000007</c:v>
                </c:pt>
                <c:pt idx="6359">
                  <c:v>32893.81</c:v>
                </c:pt>
                <c:pt idx="6360">
                  <c:v>10056.459999999999</c:v>
                </c:pt>
                <c:pt idx="6361">
                  <c:v>29496.39</c:v>
                </c:pt>
                <c:pt idx="6362">
                  <c:v>15049.49</c:v>
                </c:pt>
                <c:pt idx="6363">
                  <c:v>103888.89</c:v>
                </c:pt>
                <c:pt idx="6364">
                  <c:v>15773.94</c:v>
                </c:pt>
                <c:pt idx="6365">
                  <c:v>16068.09</c:v>
                </c:pt>
                <c:pt idx="6366">
                  <c:v>32996.629999999997</c:v>
                </c:pt>
                <c:pt idx="6367">
                  <c:v>25497.64</c:v>
                </c:pt>
                <c:pt idx="6368">
                  <c:v>25080.77</c:v>
                </c:pt>
                <c:pt idx="6369">
                  <c:v>31829.11</c:v>
                </c:pt>
                <c:pt idx="6370">
                  <c:v>16582.77</c:v>
                </c:pt>
                <c:pt idx="6371">
                  <c:v>19039.830000000002</c:v>
                </c:pt>
                <c:pt idx="6372">
                  <c:v>16809.849999999999</c:v>
                </c:pt>
                <c:pt idx="6373">
                  <c:v>54961.2</c:v>
                </c:pt>
                <c:pt idx="6374">
                  <c:v>16099.06</c:v>
                </c:pt>
                <c:pt idx="6375">
                  <c:v>26723.97</c:v>
                </c:pt>
                <c:pt idx="6376">
                  <c:v>28616.799999999999</c:v>
                </c:pt>
                <c:pt idx="6377">
                  <c:v>40943.07</c:v>
                </c:pt>
                <c:pt idx="6378">
                  <c:v>68349.11</c:v>
                </c:pt>
                <c:pt idx="6379">
                  <c:v>3078.85</c:v>
                </c:pt>
                <c:pt idx="6380">
                  <c:v>32890.83</c:v>
                </c:pt>
                <c:pt idx="6381">
                  <c:v>19526.009999999998</c:v>
                </c:pt>
                <c:pt idx="6382">
                  <c:v>9541.83</c:v>
                </c:pt>
                <c:pt idx="6383">
                  <c:v>16119.06</c:v>
                </c:pt>
                <c:pt idx="6384">
                  <c:v>6194.86</c:v>
                </c:pt>
                <c:pt idx="6385">
                  <c:v>62210.32</c:v>
                </c:pt>
                <c:pt idx="6386">
                  <c:v>48419.62</c:v>
                </c:pt>
                <c:pt idx="6387">
                  <c:v>42536.66</c:v>
                </c:pt>
                <c:pt idx="6388">
                  <c:v>4209.45</c:v>
                </c:pt>
                <c:pt idx="6389">
                  <c:v>71560.27</c:v>
                </c:pt>
                <c:pt idx="6390">
                  <c:v>52875.53</c:v>
                </c:pt>
                <c:pt idx="6391">
                  <c:v>75506.34</c:v>
                </c:pt>
                <c:pt idx="6392">
                  <c:v>20110.52</c:v>
                </c:pt>
                <c:pt idx="6393">
                  <c:v>79385.460000000006</c:v>
                </c:pt>
                <c:pt idx="6394">
                  <c:v>18470.59</c:v>
                </c:pt>
                <c:pt idx="6395">
                  <c:v>2619.56</c:v>
                </c:pt>
                <c:pt idx="6396">
                  <c:v>75732.02</c:v>
                </c:pt>
                <c:pt idx="6397">
                  <c:v>80213.81</c:v>
                </c:pt>
                <c:pt idx="6398">
                  <c:v>15239.91</c:v>
                </c:pt>
                <c:pt idx="6399">
                  <c:v>30656.720000000001</c:v>
                </c:pt>
                <c:pt idx="6400">
                  <c:v>21376.720000000001</c:v>
                </c:pt>
                <c:pt idx="6401">
                  <c:v>65299.03</c:v>
                </c:pt>
                <c:pt idx="6402">
                  <c:v>49564.06</c:v>
                </c:pt>
                <c:pt idx="6403">
                  <c:v>10390.51</c:v>
                </c:pt>
                <c:pt idx="6404">
                  <c:v>37656.99</c:v>
                </c:pt>
                <c:pt idx="6405">
                  <c:v>38059.730000000003</c:v>
                </c:pt>
                <c:pt idx="6406">
                  <c:v>8542.01</c:v>
                </c:pt>
                <c:pt idx="6407">
                  <c:v>13621.58</c:v>
                </c:pt>
                <c:pt idx="6408">
                  <c:v>5002.45</c:v>
                </c:pt>
                <c:pt idx="6409">
                  <c:v>26243.360000000001</c:v>
                </c:pt>
                <c:pt idx="6410">
                  <c:v>73417.47</c:v>
                </c:pt>
                <c:pt idx="6411">
                  <c:v>35487.35</c:v>
                </c:pt>
                <c:pt idx="6412">
                  <c:v>8160.52</c:v>
                </c:pt>
                <c:pt idx="6413">
                  <c:v>3412.83</c:v>
                </c:pt>
                <c:pt idx="6414">
                  <c:v>2452.36</c:v>
                </c:pt>
                <c:pt idx="6415">
                  <c:v>6910.33</c:v>
                </c:pt>
                <c:pt idx="6416">
                  <c:v>67841.55</c:v>
                </c:pt>
                <c:pt idx="6417">
                  <c:v>17946.400000000001</c:v>
                </c:pt>
                <c:pt idx="6418">
                  <c:v>22893.52</c:v>
                </c:pt>
                <c:pt idx="6419">
                  <c:v>79725.91</c:v>
                </c:pt>
                <c:pt idx="6420">
                  <c:v>69419.7</c:v>
                </c:pt>
                <c:pt idx="6421">
                  <c:v>22762.06</c:v>
                </c:pt>
                <c:pt idx="6422">
                  <c:v>9881.19</c:v>
                </c:pt>
                <c:pt idx="6423">
                  <c:v>33901.120000000003</c:v>
                </c:pt>
                <c:pt idx="6424">
                  <c:v>8014.42</c:v>
                </c:pt>
                <c:pt idx="6425">
                  <c:v>13829.7</c:v>
                </c:pt>
                <c:pt idx="6426">
                  <c:v>10222.23</c:v>
                </c:pt>
                <c:pt idx="6427">
                  <c:v>23385.39</c:v>
                </c:pt>
                <c:pt idx="6428">
                  <c:v>7812.97</c:v>
                </c:pt>
                <c:pt idx="6429">
                  <c:v>11659.85</c:v>
                </c:pt>
                <c:pt idx="6430">
                  <c:v>59334.85</c:v>
                </c:pt>
                <c:pt idx="6431">
                  <c:v>8650.91</c:v>
                </c:pt>
                <c:pt idx="6432">
                  <c:v>12447.2</c:v>
                </c:pt>
                <c:pt idx="6433">
                  <c:v>11248.54</c:v>
                </c:pt>
                <c:pt idx="6434">
                  <c:v>59356.3</c:v>
                </c:pt>
                <c:pt idx="6435">
                  <c:v>49625.15</c:v>
                </c:pt>
                <c:pt idx="6436">
                  <c:v>15325.88</c:v>
                </c:pt>
                <c:pt idx="6437">
                  <c:v>5258.4</c:v>
                </c:pt>
                <c:pt idx="6438">
                  <c:v>8509.36</c:v>
                </c:pt>
                <c:pt idx="6439">
                  <c:v>10667.86</c:v>
                </c:pt>
                <c:pt idx="6440">
                  <c:v>6222.57</c:v>
                </c:pt>
                <c:pt idx="6441">
                  <c:v>38039.61</c:v>
                </c:pt>
                <c:pt idx="6442">
                  <c:v>8980.31</c:v>
                </c:pt>
                <c:pt idx="6443">
                  <c:v>31954.61</c:v>
                </c:pt>
                <c:pt idx="6444">
                  <c:v>23150.99</c:v>
                </c:pt>
                <c:pt idx="6445">
                  <c:v>56953.58</c:v>
                </c:pt>
                <c:pt idx="6446">
                  <c:v>23904.97</c:v>
                </c:pt>
                <c:pt idx="6447">
                  <c:v>34465.040000000001</c:v>
                </c:pt>
                <c:pt idx="6448">
                  <c:v>101385.06</c:v>
                </c:pt>
                <c:pt idx="6449">
                  <c:v>86524.62</c:v>
                </c:pt>
                <c:pt idx="6450">
                  <c:v>37985.980000000003</c:v>
                </c:pt>
                <c:pt idx="6451">
                  <c:v>25656.37</c:v>
                </c:pt>
                <c:pt idx="6452">
                  <c:v>19760.54</c:v>
                </c:pt>
                <c:pt idx="6453">
                  <c:v>16746.14</c:v>
                </c:pt>
                <c:pt idx="6454">
                  <c:v>7571.72</c:v>
                </c:pt>
                <c:pt idx="6455">
                  <c:v>79261.210000000006</c:v>
                </c:pt>
                <c:pt idx="6456">
                  <c:v>11679.51</c:v>
                </c:pt>
                <c:pt idx="6457">
                  <c:v>5317.79</c:v>
                </c:pt>
                <c:pt idx="6458">
                  <c:v>32695.8</c:v>
                </c:pt>
                <c:pt idx="6459">
                  <c:v>59664.94</c:v>
                </c:pt>
                <c:pt idx="6460">
                  <c:v>21214.36</c:v>
                </c:pt>
                <c:pt idx="6461">
                  <c:v>25780.48</c:v>
                </c:pt>
                <c:pt idx="6462">
                  <c:v>15102.74</c:v>
                </c:pt>
                <c:pt idx="6463">
                  <c:v>9244.9599999999991</c:v>
                </c:pt>
                <c:pt idx="6464">
                  <c:v>18779.04</c:v>
                </c:pt>
                <c:pt idx="6465">
                  <c:v>45355.78</c:v>
                </c:pt>
                <c:pt idx="6466">
                  <c:v>26135.86</c:v>
                </c:pt>
                <c:pt idx="6467">
                  <c:v>45072.44</c:v>
                </c:pt>
                <c:pt idx="6468">
                  <c:v>12946.77</c:v>
                </c:pt>
                <c:pt idx="6469">
                  <c:v>17398.13</c:v>
                </c:pt>
                <c:pt idx="6470">
                  <c:v>22866.26</c:v>
                </c:pt>
                <c:pt idx="6471">
                  <c:v>26245.33</c:v>
                </c:pt>
                <c:pt idx="6472">
                  <c:v>23333.73</c:v>
                </c:pt>
                <c:pt idx="6473">
                  <c:v>58123.07</c:v>
                </c:pt>
                <c:pt idx="6474">
                  <c:v>1381.72</c:v>
                </c:pt>
                <c:pt idx="6475">
                  <c:v>7275.21</c:v>
                </c:pt>
                <c:pt idx="6476">
                  <c:v>55094.06</c:v>
                </c:pt>
                <c:pt idx="6477">
                  <c:v>34055.32</c:v>
                </c:pt>
                <c:pt idx="6478">
                  <c:v>33755.74</c:v>
                </c:pt>
                <c:pt idx="6479">
                  <c:v>68546.98</c:v>
                </c:pt>
                <c:pt idx="6480">
                  <c:v>28062.47</c:v>
                </c:pt>
                <c:pt idx="6481">
                  <c:v>41666.18</c:v>
                </c:pt>
                <c:pt idx="6482">
                  <c:v>35469.160000000003</c:v>
                </c:pt>
                <c:pt idx="6483">
                  <c:v>38885.57</c:v>
                </c:pt>
                <c:pt idx="6484">
                  <c:v>3670.42</c:v>
                </c:pt>
                <c:pt idx="6485">
                  <c:v>32326.66</c:v>
                </c:pt>
                <c:pt idx="6486">
                  <c:v>67261.98</c:v>
                </c:pt>
                <c:pt idx="6487">
                  <c:v>29869.22</c:v>
                </c:pt>
                <c:pt idx="6488">
                  <c:v>82584.59</c:v>
                </c:pt>
                <c:pt idx="6489">
                  <c:v>6776.31</c:v>
                </c:pt>
                <c:pt idx="6490">
                  <c:v>57808.63</c:v>
                </c:pt>
                <c:pt idx="6491">
                  <c:v>54341.03</c:v>
                </c:pt>
                <c:pt idx="6492">
                  <c:v>28260.75</c:v>
                </c:pt>
                <c:pt idx="6493">
                  <c:v>7950.46</c:v>
                </c:pt>
                <c:pt idx="6494">
                  <c:v>20525.189999999999</c:v>
                </c:pt>
                <c:pt idx="6495">
                  <c:v>39748.17</c:v>
                </c:pt>
                <c:pt idx="6496">
                  <c:v>6222.29</c:v>
                </c:pt>
                <c:pt idx="6497">
                  <c:v>7687.09</c:v>
                </c:pt>
                <c:pt idx="6498">
                  <c:v>23841.97</c:v>
                </c:pt>
                <c:pt idx="6499">
                  <c:v>42945</c:v>
                </c:pt>
                <c:pt idx="6500">
                  <c:v>30867.48</c:v>
                </c:pt>
                <c:pt idx="6501">
                  <c:v>56971.28</c:v>
                </c:pt>
                <c:pt idx="6502">
                  <c:v>27138.7</c:v>
                </c:pt>
                <c:pt idx="6503">
                  <c:v>96613.119999999995</c:v>
                </c:pt>
                <c:pt idx="6504">
                  <c:v>18411.330000000002</c:v>
                </c:pt>
                <c:pt idx="6505">
                  <c:v>30336.2</c:v>
                </c:pt>
                <c:pt idx="6506">
                  <c:v>10114.76</c:v>
                </c:pt>
                <c:pt idx="6507">
                  <c:v>18259.599999999999</c:v>
                </c:pt>
                <c:pt idx="6508">
                  <c:v>1068.2</c:v>
                </c:pt>
                <c:pt idx="6509">
                  <c:v>18837.759999999998</c:v>
                </c:pt>
                <c:pt idx="6510">
                  <c:v>44703.51</c:v>
                </c:pt>
                <c:pt idx="6511">
                  <c:v>63178.69</c:v>
                </c:pt>
                <c:pt idx="6512">
                  <c:v>40345.620000000003</c:v>
                </c:pt>
                <c:pt idx="6513">
                  <c:v>31025.82</c:v>
                </c:pt>
                <c:pt idx="6514">
                  <c:v>40990.57</c:v>
                </c:pt>
                <c:pt idx="6515">
                  <c:v>26998.02</c:v>
                </c:pt>
                <c:pt idx="6516">
                  <c:v>15120.36</c:v>
                </c:pt>
                <c:pt idx="6517">
                  <c:v>30584.720000000001</c:v>
                </c:pt>
                <c:pt idx="6518">
                  <c:v>14765</c:v>
                </c:pt>
                <c:pt idx="6519">
                  <c:v>8167.61</c:v>
                </c:pt>
                <c:pt idx="6520">
                  <c:v>77501.84</c:v>
                </c:pt>
                <c:pt idx="6521">
                  <c:v>4573.74</c:v>
                </c:pt>
                <c:pt idx="6522">
                  <c:v>30325.26</c:v>
                </c:pt>
                <c:pt idx="6523">
                  <c:v>12359.42</c:v>
                </c:pt>
                <c:pt idx="6524">
                  <c:v>35051.519999999997</c:v>
                </c:pt>
                <c:pt idx="6525">
                  <c:v>49273.72</c:v>
                </c:pt>
                <c:pt idx="6526">
                  <c:v>65576.03</c:v>
                </c:pt>
                <c:pt idx="6527">
                  <c:v>10573.92</c:v>
                </c:pt>
                <c:pt idx="6528">
                  <c:v>23744.47</c:v>
                </c:pt>
                <c:pt idx="6529">
                  <c:v>6704.92</c:v>
                </c:pt>
                <c:pt idx="6530">
                  <c:v>5806.96</c:v>
                </c:pt>
                <c:pt idx="6531">
                  <c:v>5806.86</c:v>
                </c:pt>
                <c:pt idx="6532">
                  <c:v>6893.24</c:v>
                </c:pt>
                <c:pt idx="6533">
                  <c:v>71198.789999999994</c:v>
                </c:pt>
                <c:pt idx="6534">
                  <c:v>43855.35</c:v>
                </c:pt>
                <c:pt idx="6535">
                  <c:v>13341.29</c:v>
                </c:pt>
                <c:pt idx="6536">
                  <c:v>7561.25</c:v>
                </c:pt>
                <c:pt idx="6537">
                  <c:v>12888.92</c:v>
                </c:pt>
                <c:pt idx="6538">
                  <c:v>56860.34</c:v>
                </c:pt>
                <c:pt idx="6539">
                  <c:v>50683.42</c:v>
                </c:pt>
                <c:pt idx="6540">
                  <c:v>44656.71</c:v>
                </c:pt>
                <c:pt idx="6541">
                  <c:v>7926.7</c:v>
                </c:pt>
                <c:pt idx="6542">
                  <c:v>44659.18</c:v>
                </c:pt>
                <c:pt idx="6543">
                  <c:v>10131.11</c:v>
                </c:pt>
                <c:pt idx="6544">
                  <c:v>70897.34</c:v>
                </c:pt>
                <c:pt idx="6545">
                  <c:v>18589.03</c:v>
                </c:pt>
                <c:pt idx="6546">
                  <c:v>59360.24</c:v>
                </c:pt>
                <c:pt idx="6547">
                  <c:v>26159.200000000001</c:v>
                </c:pt>
                <c:pt idx="6548">
                  <c:v>27715.9</c:v>
                </c:pt>
                <c:pt idx="6549">
                  <c:v>42433.69</c:v>
                </c:pt>
                <c:pt idx="6550">
                  <c:v>69455.149999999994</c:v>
                </c:pt>
                <c:pt idx="6551">
                  <c:v>15657.66</c:v>
                </c:pt>
                <c:pt idx="6552">
                  <c:v>25706.080000000002</c:v>
                </c:pt>
                <c:pt idx="6553">
                  <c:v>55869.34</c:v>
                </c:pt>
                <c:pt idx="6554">
                  <c:v>33903.699999999997</c:v>
                </c:pt>
                <c:pt idx="6555">
                  <c:v>13188.8</c:v>
                </c:pt>
                <c:pt idx="6556">
                  <c:v>41041</c:v>
                </c:pt>
                <c:pt idx="6557">
                  <c:v>24309.75</c:v>
                </c:pt>
                <c:pt idx="6558">
                  <c:v>60377.2</c:v>
                </c:pt>
                <c:pt idx="6559">
                  <c:v>13552.35</c:v>
                </c:pt>
                <c:pt idx="6560">
                  <c:v>13461.84</c:v>
                </c:pt>
                <c:pt idx="6561">
                  <c:v>39890.660000000003</c:v>
                </c:pt>
                <c:pt idx="6562">
                  <c:v>24149.759999999998</c:v>
                </c:pt>
                <c:pt idx="6563">
                  <c:v>70711.87</c:v>
                </c:pt>
                <c:pt idx="6564">
                  <c:v>46460.93</c:v>
                </c:pt>
                <c:pt idx="6565">
                  <c:v>14834.72</c:v>
                </c:pt>
                <c:pt idx="6566">
                  <c:v>3536.41</c:v>
                </c:pt>
                <c:pt idx="6567">
                  <c:v>71366.880000000005</c:v>
                </c:pt>
                <c:pt idx="6568">
                  <c:v>20136.25</c:v>
                </c:pt>
                <c:pt idx="6569">
                  <c:v>20718.009999999998</c:v>
                </c:pt>
                <c:pt idx="6570">
                  <c:v>32059.119999999999</c:v>
                </c:pt>
                <c:pt idx="6571">
                  <c:v>35003.32</c:v>
                </c:pt>
                <c:pt idx="6572">
                  <c:v>54907.44</c:v>
                </c:pt>
                <c:pt idx="6573">
                  <c:v>5263.6</c:v>
                </c:pt>
                <c:pt idx="6574">
                  <c:v>3880.77</c:v>
                </c:pt>
                <c:pt idx="6575">
                  <c:v>26285.08</c:v>
                </c:pt>
                <c:pt idx="6576">
                  <c:v>19998.47</c:v>
                </c:pt>
                <c:pt idx="6577">
                  <c:v>4554.8100000000004</c:v>
                </c:pt>
                <c:pt idx="6578">
                  <c:v>67699.7</c:v>
                </c:pt>
                <c:pt idx="6579">
                  <c:v>8740.18</c:v>
                </c:pt>
                <c:pt idx="6580">
                  <c:v>12651.28</c:v>
                </c:pt>
                <c:pt idx="6581">
                  <c:v>4234.78</c:v>
                </c:pt>
                <c:pt idx="6582">
                  <c:v>5403.65</c:v>
                </c:pt>
                <c:pt idx="6583">
                  <c:v>70737.94</c:v>
                </c:pt>
                <c:pt idx="6584">
                  <c:v>27267.49</c:v>
                </c:pt>
                <c:pt idx="6585">
                  <c:v>6421.04</c:v>
                </c:pt>
                <c:pt idx="6586">
                  <c:v>17098.830000000002</c:v>
                </c:pt>
                <c:pt idx="6587">
                  <c:v>12848.74</c:v>
                </c:pt>
                <c:pt idx="6588">
                  <c:v>76778.89</c:v>
                </c:pt>
                <c:pt idx="6589">
                  <c:v>11059.15</c:v>
                </c:pt>
                <c:pt idx="6590">
                  <c:v>29208.59</c:v>
                </c:pt>
                <c:pt idx="6591">
                  <c:v>38720.15</c:v>
                </c:pt>
                <c:pt idx="6592">
                  <c:v>29353.22</c:v>
                </c:pt>
                <c:pt idx="6593">
                  <c:v>22667.05</c:v>
                </c:pt>
                <c:pt idx="6594">
                  <c:v>40614.589999999997</c:v>
                </c:pt>
                <c:pt idx="6595">
                  <c:v>86394.07</c:v>
                </c:pt>
                <c:pt idx="6596">
                  <c:v>32764.3</c:v>
                </c:pt>
                <c:pt idx="6597">
                  <c:v>54348.56</c:v>
                </c:pt>
                <c:pt idx="6598">
                  <c:v>16798.669999999998</c:v>
                </c:pt>
                <c:pt idx="6599">
                  <c:v>25203.94</c:v>
                </c:pt>
                <c:pt idx="6600">
                  <c:v>94031.7</c:v>
                </c:pt>
                <c:pt idx="6601">
                  <c:v>18473.05</c:v>
                </c:pt>
                <c:pt idx="6602">
                  <c:v>66423.86</c:v>
                </c:pt>
                <c:pt idx="6603">
                  <c:v>34631</c:v>
                </c:pt>
                <c:pt idx="6604">
                  <c:v>33489.86</c:v>
                </c:pt>
                <c:pt idx="6605">
                  <c:v>42547.68</c:v>
                </c:pt>
                <c:pt idx="6606">
                  <c:v>57903.43</c:v>
                </c:pt>
                <c:pt idx="6607">
                  <c:v>90585.81</c:v>
                </c:pt>
                <c:pt idx="6608">
                  <c:v>7968.34</c:v>
                </c:pt>
                <c:pt idx="6609">
                  <c:v>7373.17</c:v>
                </c:pt>
                <c:pt idx="6610">
                  <c:v>38796.14</c:v>
                </c:pt>
                <c:pt idx="6611">
                  <c:v>51704.6</c:v>
                </c:pt>
                <c:pt idx="6612">
                  <c:v>3924.82</c:v>
                </c:pt>
                <c:pt idx="6613">
                  <c:v>29005.01</c:v>
                </c:pt>
                <c:pt idx="6614">
                  <c:v>66395.87</c:v>
                </c:pt>
                <c:pt idx="6615">
                  <c:v>44574.44</c:v>
                </c:pt>
                <c:pt idx="6616">
                  <c:v>21434.799999999999</c:v>
                </c:pt>
                <c:pt idx="6617">
                  <c:v>80567.55</c:v>
                </c:pt>
                <c:pt idx="6618">
                  <c:v>57913.25</c:v>
                </c:pt>
                <c:pt idx="6619">
                  <c:v>34704.6</c:v>
                </c:pt>
                <c:pt idx="6620">
                  <c:v>35149.279999999999</c:v>
                </c:pt>
                <c:pt idx="6621">
                  <c:v>40915.14</c:v>
                </c:pt>
                <c:pt idx="6622">
                  <c:v>16670.68</c:v>
                </c:pt>
                <c:pt idx="6623">
                  <c:v>19739.830000000002</c:v>
                </c:pt>
                <c:pt idx="6624">
                  <c:v>24394.39</c:v>
                </c:pt>
                <c:pt idx="6625">
                  <c:v>47027.4</c:v>
                </c:pt>
                <c:pt idx="6626">
                  <c:v>49293.09</c:v>
                </c:pt>
                <c:pt idx="6627">
                  <c:v>3200.12</c:v>
                </c:pt>
                <c:pt idx="6628">
                  <c:v>21160.91</c:v>
                </c:pt>
                <c:pt idx="6629">
                  <c:v>27094.41</c:v>
                </c:pt>
                <c:pt idx="6630">
                  <c:v>19760.48</c:v>
                </c:pt>
                <c:pt idx="6631">
                  <c:v>10030.57</c:v>
                </c:pt>
                <c:pt idx="6632">
                  <c:v>7284.61</c:v>
                </c:pt>
                <c:pt idx="6633">
                  <c:v>7440.84</c:v>
                </c:pt>
                <c:pt idx="6634">
                  <c:v>7360.67</c:v>
                </c:pt>
                <c:pt idx="6635">
                  <c:v>62376.72</c:v>
                </c:pt>
                <c:pt idx="6636">
                  <c:v>80358.77</c:v>
                </c:pt>
                <c:pt idx="6637">
                  <c:v>17791.580000000002</c:v>
                </c:pt>
                <c:pt idx="6638">
                  <c:v>9316.61</c:v>
                </c:pt>
                <c:pt idx="6639">
                  <c:v>16926.900000000001</c:v>
                </c:pt>
                <c:pt idx="6640">
                  <c:v>17664.95</c:v>
                </c:pt>
                <c:pt idx="6641">
                  <c:v>4639.1099999999997</c:v>
                </c:pt>
                <c:pt idx="6642">
                  <c:v>36046</c:v>
                </c:pt>
                <c:pt idx="6643">
                  <c:v>15546.36</c:v>
                </c:pt>
                <c:pt idx="6644">
                  <c:v>29375.75</c:v>
                </c:pt>
                <c:pt idx="6645">
                  <c:v>79390.02</c:v>
                </c:pt>
                <c:pt idx="6646">
                  <c:v>16611.63</c:v>
                </c:pt>
                <c:pt idx="6647">
                  <c:v>2558.2800000000002</c:v>
                </c:pt>
                <c:pt idx="6648">
                  <c:v>38016.800000000003</c:v>
                </c:pt>
                <c:pt idx="6649">
                  <c:v>41795.980000000003</c:v>
                </c:pt>
                <c:pt idx="6650">
                  <c:v>3154.72</c:v>
                </c:pt>
                <c:pt idx="6651">
                  <c:v>2215.66</c:v>
                </c:pt>
                <c:pt idx="6652">
                  <c:v>2927.32</c:v>
                </c:pt>
                <c:pt idx="6653">
                  <c:v>49351.68</c:v>
                </c:pt>
                <c:pt idx="6654">
                  <c:v>15173.24</c:v>
                </c:pt>
                <c:pt idx="6655">
                  <c:v>60011.72</c:v>
                </c:pt>
                <c:pt idx="6656">
                  <c:v>26859.71</c:v>
                </c:pt>
                <c:pt idx="6657">
                  <c:v>23756.35</c:v>
                </c:pt>
                <c:pt idx="6658">
                  <c:v>28695.87</c:v>
                </c:pt>
                <c:pt idx="6659">
                  <c:v>35824.160000000003</c:v>
                </c:pt>
                <c:pt idx="6660">
                  <c:v>14655.5</c:v>
                </c:pt>
                <c:pt idx="6661">
                  <c:v>22128.83</c:v>
                </c:pt>
                <c:pt idx="6662">
                  <c:v>43120.04</c:v>
                </c:pt>
                <c:pt idx="6663">
                  <c:v>54078.61</c:v>
                </c:pt>
                <c:pt idx="6664">
                  <c:v>28181.68</c:v>
                </c:pt>
                <c:pt idx="6665">
                  <c:v>7310.37</c:v>
                </c:pt>
                <c:pt idx="6666">
                  <c:v>49312.52</c:v>
                </c:pt>
                <c:pt idx="6667">
                  <c:v>6900.01</c:v>
                </c:pt>
                <c:pt idx="6668">
                  <c:v>2745.84</c:v>
                </c:pt>
                <c:pt idx="6669">
                  <c:v>42568.38</c:v>
                </c:pt>
                <c:pt idx="6670">
                  <c:v>56638.76</c:v>
                </c:pt>
                <c:pt idx="6671">
                  <c:v>17863.150000000001</c:v>
                </c:pt>
                <c:pt idx="6672">
                  <c:v>8073.05</c:v>
                </c:pt>
                <c:pt idx="6673">
                  <c:v>88264.8</c:v>
                </c:pt>
                <c:pt idx="6674">
                  <c:v>10672.64</c:v>
                </c:pt>
                <c:pt idx="6675">
                  <c:v>53501.08</c:v>
                </c:pt>
                <c:pt idx="6676">
                  <c:v>18098.86</c:v>
                </c:pt>
                <c:pt idx="6677">
                  <c:v>26672</c:v>
                </c:pt>
                <c:pt idx="6678">
                  <c:v>80653.27</c:v>
                </c:pt>
                <c:pt idx="6679">
                  <c:v>59763.69</c:v>
                </c:pt>
                <c:pt idx="6680">
                  <c:v>15665.08</c:v>
                </c:pt>
                <c:pt idx="6681">
                  <c:v>14349.24</c:v>
                </c:pt>
                <c:pt idx="6682">
                  <c:v>20987.15</c:v>
                </c:pt>
                <c:pt idx="6683">
                  <c:v>6489.88</c:v>
                </c:pt>
                <c:pt idx="6684">
                  <c:v>97791.33</c:v>
                </c:pt>
                <c:pt idx="6685">
                  <c:v>17086.990000000002</c:v>
                </c:pt>
                <c:pt idx="6686">
                  <c:v>13955.08</c:v>
                </c:pt>
                <c:pt idx="6687">
                  <c:v>48088.31</c:v>
                </c:pt>
                <c:pt idx="6688">
                  <c:v>19510.72</c:v>
                </c:pt>
                <c:pt idx="6689">
                  <c:v>42535.68</c:v>
                </c:pt>
                <c:pt idx="6690">
                  <c:v>42007.14</c:v>
                </c:pt>
                <c:pt idx="6691">
                  <c:v>20307.099999999999</c:v>
                </c:pt>
                <c:pt idx="6692">
                  <c:v>26494.84</c:v>
                </c:pt>
                <c:pt idx="6693">
                  <c:v>39053.78</c:v>
                </c:pt>
                <c:pt idx="6694">
                  <c:v>60258.62</c:v>
                </c:pt>
                <c:pt idx="6695">
                  <c:v>101464.44</c:v>
                </c:pt>
                <c:pt idx="6696">
                  <c:v>8561.9699999999993</c:v>
                </c:pt>
                <c:pt idx="6697">
                  <c:v>49356.97</c:v>
                </c:pt>
                <c:pt idx="6698">
                  <c:v>47827.08</c:v>
                </c:pt>
                <c:pt idx="6699">
                  <c:v>69834.649999999994</c:v>
                </c:pt>
                <c:pt idx="6700">
                  <c:v>80824.28</c:v>
                </c:pt>
                <c:pt idx="6701">
                  <c:v>2348.27</c:v>
                </c:pt>
                <c:pt idx="6702">
                  <c:v>71551.199999999997</c:v>
                </c:pt>
                <c:pt idx="6703">
                  <c:v>28769.06</c:v>
                </c:pt>
                <c:pt idx="6704">
                  <c:v>41361.39</c:v>
                </c:pt>
                <c:pt idx="6705">
                  <c:v>76308.75</c:v>
                </c:pt>
                <c:pt idx="6706">
                  <c:v>17665.330000000002</c:v>
                </c:pt>
                <c:pt idx="6707">
                  <c:v>10326.24</c:v>
                </c:pt>
                <c:pt idx="6708">
                  <c:v>30217</c:v>
                </c:pt>
                <c:pt idx="6709">
                  <c:v>55597.37</c:v>
                </c:pt>
                <c:pt idx="6710">
                  <c:v>23792.26</c:v>
                </c:pt>
                <c:pt idx="6711">
                  <c:v>56510.48</c:v>
                </c:pt>
                <c:pt idx="6712">
                  <c:v>21715.55</c:v>
                </c:pt>
                <c:pt idx="6713">
                  <c:v>13182.33</c:v>
                </c:pt>
                <c:pt idx="6714">
                  <c:v>90282.15</c:v>
                </c:pt>
                <c:pt idx="6715">
                  <c:v>16816.59</c:v>
                </c:pt>
                <c:pt idx="6716">
                  <c:v>34637.24</c:v>
                </c:pt>
                <c:pt idx="6717">
                  <c:v>23468.39</c:v>
                </c:pt>
                <c:pt idx="6718">
                  <c:v>80285.94</c:v>
                </c:pt>
                <c:pt idx="6719">
                  <c:v>19082.7</c:v>
                </c:pt>
                <c:pt idx="6720">
                  <c:v>5389.44</c:v>
                </c:pt>
                <c:pt idx="6721">
                  <c:v>20683.490000000002</c:v>
                </c:pt>
                <c:pt idx="6722">
                  <c:v>28428.26</c:v>
                </c:pt>
                <c:pt idx="6723">
                  <c:v>14315.52</c:v>
                </c:pt>
                <c:pt idx="6724">
                  <c:v>21724.91</c:v>
                </c:pt>
                <c:pt idx="6725">
                  <c:v>12835.62</c:v>
                </c:pt>
                <c:pt idx="6726">
                  <c:v>11321.52</c:v>
                </c:pt>
                <c:pt idx="6727">
                  <c:v>71247.520000000004</c:v>
                </c:pt>
                <c:pt idx="6728">
                  <c:v>5226.8999999999996</c:v>
                </c:pt>
                <c:pt idx="6729">
                  <c:v>24630.45</c:v>
                </c:pt>
                <c:pt idx="6730">
                  <c:v>15243.8</c:v>
                </c:pt>
                <c:pt idx="6731">
                  <c:v>37856.980000000003</c:v>
                </c:pt>
                <c:pt idx="6732">
                  <c:v>30330.05</c:v>
                </c:pt>
                <c:pt idx="6733">
                  <c:v>27912.62</c:v>
                </c:pt>
                <c:pt idx="6734">
                  <c:v>3290.78</c:v>
                </c:pt>
                <c:pt idx="6735">
                  <c:v>30671.26</c:v>
                </c:pt>
                <c:pt idx="6736">
                  <c:v>14432.38</c:v>
                </c:pt>
                <c:pt idx="6737">
                  <c:v>7898.09</c:v>
                </c:pt>
                <c:pt idx="6738">
                  <c:v>1465.34</c:v>
                </c:pt>
                <c:pt idx="6739">
                  <c:v>19652.96</c:v>
                </c:pt>
                <c:pt idx="6740">
                  <c:v>31074.59</c:v>
                </c:pt>
                <c:pt idx="6741">
                  <c:v>28576.2</c:v>
                </c:pt>
                <c:pt idx="6742">
                  <c:v>23385.22</c:v>
                </c:pt>
                <c:pt idx="6743">
                  <c:v>51519.040000000001</c:v>
                </c:pt>
                <c:pt idx="6744">
                  <c:v>18105.150000000001</c:v>
                </c:pt>
                <c:pt idx="6745">
                  <c:v>2218.9699999999998</c:v>
                </c:pt>
                <c:pt idx="6746">
                  <c:v>61634.37</c:v>
                </c:pt>
                <c:pt idx="6747">
                  <c:v>51244.33</c:v>
                </c:pt>
                <c:pt idx="6748">
                  <c:v>2263</c:v>
                </c:pt>
                <c:pt idx="6749">
                  <c:v>60682.41</c:v>
                </c:pt>
                <c:pt idx="6750">
                  <c:v>4596.6000000000004</c:v>
                </c:pt>
                <c:pt idx="6751">
                  <c:v>23601.279999999999</c:v>
                </c:pt>
                <c:pt idx="6752">
                  <c:v>95884.11</c:v>
                </c:pt>
                <c:pt idx="6753">
                  <c:v>25305.759999999998</c:v>
                </c:pt>
                <c:pt idx="6754">
                  <c:v>27329.4</c:v>
                </c:pt>
                <c:pt idx="6755">
                  <c:v>19485.62</c:v>
                </c:pt>
                <c:pt idx="6756">
                  <c:v>12253.56</c:v>
                </c:pt>
                <c:pt idx="6757">
                  <c:v>14255.64</c:v>
                </c:pt>
                <c:pt idx="6758">
                  <c:v>32104.3</c:v>
                </c:pt>
                <c:pt idx="6759">
                  <c:v>31329.65</c:v>
                </c:pt>
                <c:pt idx="6760">
                  <c:v>56059.5</c:v>
                </c:pt>
                <c:pt idx="6761">
                  <c:v>75355.72</c:v>
                </c:pt>
                <c:pt idx="6762">
                  <c:v>77103.78</c:v>
                </c:pt>
                <c:pt idx="6763">
                  <c:v>18402.09</c:v>
                </c:pt>
                <c:pt idx="6764">
                  <c:v>52137.74</c:v>
                </c:pt>
                <c:pt idx="6765">
                  <c:v>49774.3</c:v>
                </c:pt>
                <c:pt idx="6766">
                  <c:v>30493.45</c:v>
                </c:pt>
                <c:pt idx="6767">
                  <c:v>81024.72</c:v>
                </c:pt>
                <c:pt idx="6768">
                  <c:v>42496.97</c:v>
                </c:pt>
                <c:pt idx="6769">
                  <c:v>35485.29</c:v>
                </c:pt>
                <c:pt idx="6770">
                  <c:v>32680.62</c:v>
                </c:pt>
                <c:pt idx="6771">
                  <c:v>44018.02</c:v>
                </c:pt>
                <c:pt idx="6772">
                  <c:v>28265.53</c:v>
                </c:pt>
                <c:pt idx="6773">
                  <c:v>63699.360000000001</c:v>
                </c:pt>
                <c:pt idx="6774">
                  <c:v>15297.11</c:v>
                </c:pt>
                <c:pt idx="6775">
                  <c:v>18206.48</c:v>
                </c:pt>
                <c:pt idx="6776">
                  <c:v>29256.38</c:v>
                </c:pt>
                <c:pt idx="6777">
                  <c:v>28214.68</c:v>
                </c:pt>
                <c:pt idx="6778">
                  <c:v>75118.34</c:v>
                </c:pt>
                <c:pt idx="6779">
                  <c:v>37480.46</c:v>
                </c:pt>
                <c:pt idx="6780">
                  <c:v>39352.57</c:v>
                </c:pt>
                <c:pt idx="6781">
                  <c:v>7668.28</c:v>
                </c:pt>
                <c:pt idx="6782">
                  <c:v>26457.73</c:v>
                </c:pt>
                <c:pt idx="6783">
                  <c:v>53960.47</c:v>
                </c:pt>
                <c:pt idx="6784">
                  <c:v>10974.43</c:v>
                </c:pt>
                <c:pt idx="6785">
                  <c:v>4533.4799999999996</c:v>
                </c:pt>
                <c:pt idx="6786">
                  <c:v>8654.7900000000009</c:v>
                </c:pt>
                <c:pt idx="6787">
                  <c:v>71865.7</c:v>
                </c:pt>
                <c:pt idx="6788">
                  <c:v>29931.13</c:v>
                </c:pt>
                <c:pt idx="6789">
                  <c:v>70626.02</c:v>
                </c:pt>
                <c:pt idx="6790">
                  <c:v>34953.75</c:v>
                </c:pt>
                <c:pt idx="6791">
                  <c:v>42178.5</c:v>
                </c:pt>
                <c:pt idx="6792">
                  <c:v>36700.269999999997</c:v>
                </c:pt>
                <c:pt idx="6793">
                  <c:v>77475.05</c:v>
                </c:pt>
                <c:pt idx="6794">
                  <c:v>15579.84</c:v>
                </c:pt>
                <c:pt idx="6795">
                  <c:v>18124.41</c:v>
                </c:pt>
                <c:pt idx="6796">
                  <c:v>13086.49</c:v>
                </c:pt>
                <c:pt idx="6797">
                  <c:v>88698.12</c:v>
                </c:pt>
                <c:pt idx="6798">
                  <c:v>58448.67</c:v>
                </c:pt>
                <c:pt idx="6799">
                  <c:v>8433.39</c:v>
                </c:pt>
                <c:pt idx="6800">
                  <c:v>59627.32</c:v>
                </c:pt>
                <c:pt idx="6801">
                  <c:v>9587.15</c:v>
                </c:pt>
                <c:pt idx="6802">
                  <c:v>23386.639999999999</c:v>
                </c:pt>
                <c:pt idx="6803">
                  <c:v>40863.269999999997</c:v>
                </c:pt>
                <c:pt idx="6804">
                  <c:v>34533.760000000002</c:v>
                </c:pt>
                <c:pt idx="6805">
                  <c:v>37922.660000000003</c:v>
                </c:pt>
                <c:pt idx="6806">
                  <c:v>28025.200000000001</c:v>
                </c:pt>
                <c:pt idx="6807">
                  <c:v>33000.160000000003</c:v>
                </c:pt>
                <c:pt idx="6808">
                  <c:v>8999.42</c:v>
                </c:pt>
                <c:pt idx="6809">
                  <c:v>29105.5</c:v>
                </c:pt>
                <c:pt idx="6810">
                  <c:v>10079.69</c:v>
                </c:pt>
                <c:pt idx="6811">
                  <c:v>63940.07</c:v>
                </c:pt>
                <c:pt idx="6812">
                  <c:v>7117.64</c:v>
                </c:pt>
                <c:pt idx="6813">
                  <c:v>3824.34</c:v>
                </c:pt>
                <c:pt idx="6814">
                  <c:v>2505.4299999999998</c:v>
                </c:pt>
                <c:pt idx="6815">
                  <c:v>27213.64</c:v>
                </c:pt>
                <c:pt idx="6816">
                  <c:v>40468.14</c:v>
                </c:pt>
                <c:pt idx="6817">
                  <c:v>58849.18</c:v>
                </c:pt>
                <c:pt idx="6818">
                  <c:v>8701.4699999999993</c:v>
                </c:pt>
                <c:pt idx="6819">
                  <c:v>15723.29</c:v>
                </c:pt>
                <c:pt idx="6820">
                  <c:v>45297.35</c:v>
                </c:pt>
                <c:pt idx="6821">
                  <c:v>9063.1200000000008</c:v>
                </c:pt>
                <c:pt idx="6822">
                  <c:v>8078.11</c:v>
                </c:pt>
                <c:pt idx="6823">
                  <c:v>31176.01</c:v>
                </c:pt>
                <c:pt idx="6824">
                  <c:v>93387.94</c:v>
                </c:pt>
                <c:pt idx="6825">
                  <c:v>43641.58</c:v>
                </c:pt>
                <c:pt idx="6826">
                  <c:v>34552.559999999998</c:v>
                </c:pt>
                <c:pt idx="6827">
                  <c:v>20407.650000000001</c:v>
                </c:pt>
                <c:pt idx="6828">
                  <c:v>12376.73</c:v>
                </c:pt>
                <c:pt idx="6829">
                  <c:v>29197.22</c:v>
                </c:pt>
                <c:pt idx="6830">
                  <c:v>20646.53</c:v>
                </c:pt>
                <c:pt idx="6831">
                  <c:v>4445.96</c:v>
                </c:pt>
                <c:pt idx="6832">
                  <c:v>57027.54</c:v>
                </c:pt>
                <c:pt idx="6833">
                  <c:v>15871.21</c:v>
                </c:pt>
                <c:pt idx="6834">
                  <c:v>49886.36</c:v>
                </c:pt>
                <c:pt idx="6835">
                  <c:v>33548.51</c:v>
                </c:pt>
                <c:pt idx="6836">
                  <c:v>16832.3</c:v>
                </c:pt>
                <c:pt idx="6837">
                  <c:v>14180.21</c:v>
                </c:pt>
                <c:pt idx="6838">
                  <c:v>29008.880000000001</c:v>
                </c:pt>
                <c:pt idx="6839">
                  <c:v>24452.76</c:v>
                </c:pt>
                <c:pt idx="6840">
                  <c:v>12335.9</c:v>
                </c:pt>
                <c:pt idx="6841">
                  <c:v>10685.15</c:v>
                </c:pt>
                <c:pt idx="6842">
                  <c:v>9317.8799999999992</c:v>
                </c:pt>
                <c:pt idx="6843">
                  <c:v>6527.01</c:v>
                </c:pt>
                <c:pt idx="6844">
                  <c:v>35560.18</c:v>
                </c:pt>
                <c:pt idx="6845">
                  <c:v>5781.07</c:v>
                </c:pt>
                <c:pt idx="6846">
                  <c:v>37973.57</c:v>
                </c:pt>
                <c:pt idx="6847">
                  <c:v>2605.38</c:v>
                </c:pt>
                <c:pt idx="6848">
                  <c:v>30557.33</c:v>
                </c:pt>
                <c:pt idx="6849">
                  <c:v>19967.830000000002</c:v>
                </c:pt>
                <c:pt idx="6850">
                  <c:v>30315.98</c:v>
                </c:pt>
                <c:pt idx="6851">
                  <c:v>21032.68</c:v>
                </c:pt>
                <c:pt idx="6852">
                  <c:v>7372.9</c:v>
                </c:pt>
                <c:pt idx="6853">
                  <c:v>68570.81</c:v>
                </c:pt>
                <c:pt idx="6854">
                  <c:v>8933.49</c:v>
                </c:pt>
                <c:pt idx="6855">
                  <c:v>9205.06</c:v>
                </c:pt>
                <c:pt idx="6856">
                  <c:v>15784.88</c:v>
                </c:pt>
                <c:pt idx="6857">
                  <c:v>5084.6499999999996</c:v>
                </c:pt>
                <c:pt idx="6858">
                  <c:v>56089.1</c:v>
                </c:pt>
                <c:pt idx="6859">
                  <c:v>28024.18</c:v>
                </c:pt>
                <c:pt idx="6860">
                  <c:v>14825.69</c:v>
                </c:pt>
                <c:pt idx="6861">
                  <c:v>5983.77</c:v>
                </c:pt>
                <c:pt idx="6862">
                  <c:v>37743.050000000003</c:v>
                </c:pt>
                <c:pt idx="6863">
                  <c:v>17419.939999999999</c:v>
                </c:pt>
                <c:pt idx="6864">
                  <c:v>44293.279999999999</c:v>
                </c:pt>
                <c:pt idx="6865">
                  <c:v>12058.04</c:v>
                </c:pt>
                <c:pt idx="6866">
                  <c:v>7144.29</c:v>
                </c:pt>
                <c:pt idx="6867">
                  <c:v>15884.23</c:v>
                </c:pt>
                <c:pt idx="6868">
                  <c:v>9586.69</c:v>
                </c:pt>
                <c:pt idx="6869">
                  <c:v>7860.89</c:v>
                </c:pt>
                <c:pt idx="6870">
                  <c:v>22246.22</c:v>
                </c:pt>
                <c:pt idx="6871">
                  <c:v>10737.72</c:v>
                </c:pt>
                <c:pt idx="6872">
                  <c:v>5142.3999999999996</c:v>
                </c:pt>
                <c:pt idx="6873">
                  <c:v>10484.41</c:v>
                </c:pt>
                <c:pt idx="6874">
                  <c:v>37449.89</c:v>
                </c:pt>
                <c:pt idx="6875">
                  <c:v>18696.98</c:v>
                </c:pt>
                <c:pt idx="6876">
                  <c:v>25155.65</c:v>
                </c:pt>
                <c:pt idx="6877">
                  <c:v>4332.3599999999997</c:v>
                </c:pt>
                <c:pt idx="6878">
                  <c:v>36020.93</c:v>
                </c:pt>
                <c:pt idx="6879">
                  <c:v>15610.48</c:v>
                </c:pt>
                <c:pt idx="6880">
                  <c:v>44370.77</c:v>
                </c:pt>
                <c:pt idx="6881">
                  <c:v>9614.33</c:v>
                </c:pt>
                <c:pt idx="6882">
                  <c:v>46025.85</c:v>
                </c:pt>
                <c:pt idx="6883">
                  <c:v>56084.47</c:v>
                </c:pt>
                <c:pt idx="6884">
                  <c:v>5918.02</c:v>
                </c:pt>
                <c:pt idx="6885">
                  <c:v>14436.08</c:v>
                </c:pt>
                <c:pt idx="6886">
                  <c:v>48207.6</c:v>
                </c:pt>
                <c:pt idx="6887">
                  <c:v>18498.84</c:v>
                </c:pt>
                <c:pt idx="6888">
                  <c:v>7392.84</c:v>
                </c:pt>
                <c:pt idx="6889">
                  <c:v>7575.33</c:v>
                </c:pt>
                <c:pt idx="6890">
                  <c:v>40443.56</c:v>
                </c:pt>
                <c:pt idx="6891">
                  <c:v>36832.51</c:v>
                </c:pt>
                <c:pt idx="6892">
                  <c:v>26303.54</c:v>
                </c:pt>
                <c:pt idx="6893">
                  <c:v>5442.42</c:v>
                </c:pt>
                <c:pt idx="6894">
                  <c:v>21191.35</c:v>
                </c:pt>
                <c:pt idx="6895">
                  <c:v>2034.29</c:v>
                </c:pt>
                <c:pt idx="6896">
                  <c:v>41085.07</c:v>
                </c:pt>
                <c:pt idx="6897">
                  <c:v>1853.33</c:v>
                </c:pt>
                <c:pt idx="6898">
                  <c:v>60108.45</c:v>
                </c:pt>
                <c:pt idx="6899">
                  <c:v>16687.150000000001</c:v>
                </c:pt>
                <c:pt idx="6900">
                  <c:v>28371.63</c:v>
                </c:pt>
                <c:pt idx="6901">
                  <c:v>16923.060000000001</c:v>
                </c:pt>
                <c:pt idx="6902">
                  <c:v>12083.15</c:v>
                </c:pt>
                <c:pt idx="6903">
                  <c:v>5700.11</c:v>
                </c:pt>
                <c:pt idx="6904">
                  <c:v>5268.61</c:v>
                </c:pt>
                <c:pt idx="6905">
                  <c:v>43011.57</c:v>
                </c:pt>
                <c:pt idx="6906">
                  <c:v>54941.71</c:v>
                </c:pt>
                <c:pt idx="6907">
                  <c:v>9635.48</c:v>
                </c:pt>
                <c:pt idx="6908">
                  <c:v>18039.740000000002</c:v>
                </c:pt>
                <c:pt idx="6909">
                  <c:v>1675.83</c:v>
                </c:pt>
                <c:pt idx="6910">
                  <c:v>47801.79</c:v>
                </c:pt>
                <c:pt idx="6911">
                  <c:v>27475.31</c:v>
                </c:pt>
                <c:pt idx="6912">
                  <c:v>14398.78</c:v>
                </c:pt>
                <c:pt idx="6913">
                  <c:v>40442.129999999997</c:v>
                </c:pt>
                <c:pt idx="6914">
                  <c:v>28907.24</c:v>
                </c:pt>
                <c:pt idx="6915">
                  <c:v>41689.07</c:v>
                </c:pt>
                <c:pt idx="6916">
                  <c:v>9786.26</c:v>
                </c:pt>
                <c:pt idx="6917">
                  <c:v>7799.53</c:v>
                </c:pt>
                <c:pt idx="6918">
                  <c:v>1762.18</c:v>
                </c:pt>
                <c:pt idx="6919">
                  <c:v>24755.119999999999</c:v>
                </c:pt>
                <c:pt idx="6920">
                  <c:v>29936.97</c:v>
                </c:pt>
                <c:pt idx="6921">
                  <c:v>5066.5</c:v>
                </c:pt>
                <c:pt idx="6922">
                  <c:v>61507.66</c:v>
                </c:pt>
                <c:pt idx="6923">
                  <c:v>50526.32</c:v>
                </c:pt>
                <c:pt idx="6924">
                  <c:v>77327.12</c:v>
                </c:pt>
                <c:pt idx="6925">
                  <c:v>22053.82</c:v>
                </c:pt>
                <c:pt idx="6926">
                  <c:v>28001.77</c:v>
                </c:pt>
                <c:pt idx="6927">
                  <c:v>7562.1</c:v>
                </c:pt>
                <c:pt idx="6928">
                  <c:v>10356.07</c:v>
                </c:pt>
                <c:pt idx="6929">
                  <c:v>52690.18</c:v>
                </c:pt>
                <c:pt idx="6930">
                  <c:v>75039.64</c:v>
                </c:pt>
                <c:pt idx="6931">
                  <c:v>1243.94</c:v>
                </c:pt>
                <c:pt idx="6932">
                  <c:v>63092.08</c:v>
                </c:pt>
                <c:pt idx="6933">
                  <c:v>31362.560000000001</c:v>
                </c:pt>
                <c:pt idx="6934">
                  <c:v>9952.5300000000007</c:v>
                </c:pt>
                <c:pt idx="6935">
                  <c:v>45526.93</c:v>
                </c:pt>
                <c:pt idx="6936">
                  <c:v>20693.8</c:v>
                </c:pt>
                <c:pt idx="6937">
                  <c:v>37041.9</c:v>
                </c:pt>
                <c:pt idx="6938">
                  <c:v>4764.3500000000004</c:v>
                </c:pt>
                <c:pt idx="6939">
                  <c:v>8243.5499999999993</c:v>
                </c:pt>
                <c:pt idx="6940">
                  <c:v>15721.44</c:v>
                </c:pt>
                <c:pt idx="6941">
                  <c:v>25264.76</c:v>
                </c:pt>
                <c:pt idx="6942">
                  <c:v>20180.66</c:v>
                </c:pt>
                <c:pt idx="6943">
                  <c:v>2030.94</c:v>
                </c:pt>
                <c:pt idx="6944">
                  <c:v>41632.080000000002</c:v>
                </c:pt>
                <c:pt idx="6945">
                  <c:v>31817.73</c:v>
                </c:pt>
                <c:pt idx="6946">
                  <c:v>42060.19</c:v>
                </c:pt>
                <c:pt idx="6947">
                  <c:v>27929.68</c:v>
                </c:pt>
                <c:pt idx="6948">
                  <c:v>7141.69</c:v>
                </c:pt>
                <c:pt idx="6949">
                  <c:v>26138.89</c:v>
                </c:pt>
                <c:pt idx="6950">
                  <c:v>10588.03</c:v>
                </c:pt>
                <c:pt idx="6951">
                  <c:v>60775.78</c:v>
                </c:pt>
                <c:pt idx="6952">
                  <c:v>1974.56</c:v>
                </c:pt>
                <c:pt idx="6953">
                  <c:v>54419.55</c:v>
                </c:pt>
                <c:pt idx="6954">
                  <c:v>63882.89</c:v>
                </c:pt>
                <c:pt idx="6955">
                  <c:v>30384.14</c:v>
                </c:pt>
                <c:pt idx="6956">
                  <c:v>27652.38</c:v>
                </c:pt>
                <c:pt idx="6957">
                  <c:v>8191.05</c:v>
                </c:pt>
                <c:pt idx="6958">
                  <c:v>31976.47</c:v>
                </c:pt>
                <c:pt idx="6959">
                  <c:v>52006.76</c:v>
                </c:pt>
                <c:pt idx="6960">
                  <c:v>74203.399999999994</c:v>
                </c:pt>
                <c:pt idx="6961">
                  <c:v>12067.61</c:v>
                </c:pt>
                <c:pt idx="6962">
                  <c:v>8826.99</c:v>
                </c:pt>
                <c:pt idx="6963">
                  <c:v>3358.7</c:v>
                </c:pt>
                <c:pt idx="6964">
                  <c:v>53910.36</c:v>
                </c:pt>
                <c:pt idx="6965">
                  <c:v>7803.23</c:v>
                </c:pt>
                <c:pt idx="6966">
                  <c:v>11865.8</c:v>
                </c:pt>
                <c:pt idx="6967">
                  <c:v>10003.32</c:v>
                </c:pt>
                <c:pt idx="6968">
                  <c:v>102358.73</c:v>
                </c:pt>
                <c:pt idx="6969">
                  <c:v>7842.96</c:v>
                </c:pt>
                <c:pt idx="6970">
                  <c:v>7029.67</c:v>
                </c:pt>
                <c:pt idx="6971">
                  <c:v>27780.73</c:v>
                </c:pt>
                <c:pt idx="6972">
                  <c:v>8450.5300000000007</c:v>
                </c:pt>
                <c:pt idx="6973">
                  <c:v>46968.5</c:v>
                </c:pt>
                <c:pt idx="6974">
                  <c:v>14330.3</c:v>
                </c:pt>
                <c:pt idx="6975">
                  <c:v>48849.32</c:v>
                </c:pt>
                <c:pt idx="6976">
                  <c:v>51013.72</c:v>
                </c:pt>
                <c:pt idx="6977">
                  <c:v>37011.14</c:v>
                </c:pt>
                <c:pt idx="6978">
                  <c:v>38084.26</c:v>
                </c:pt>
                <c:pt idx="6979">
                  <c:v>77744.490000000005</c:v>
                </c:pt>
                <c:pt idx="6980">
                  <c:v>34663.69</c:v>
                </c:pt>
                <c:pt idx="6981">
                  <c:v>67553.539999999994</c:v>
                </c:pt>
                <c:pt idx="6982">
                  <c:v>13200.73</c:v>
                </c:pt>
                <c:pt idx="6983">
                  <c:v>3015.76</c:v>
                </c:pt>
                <c:pt idx="6984">
                  <c:v>86153.29</c:v>
                </c:pt>
                <c:pt idx="6985">
                  <c:v>10610.24</c:v>
                </c:pt>
                <c:pt idx="6986">
                  <c:v>49669.1</c:v>
                </c:pt>
                <c:pt idx="6987">
                  <c:v>56199.35</c:v>
                </c:pt>
                <c:pt idx="6988">
                  <c:v>31710.400000000001</c:v>
                </c:pt>
                <c:pt idx="6989">
                  <c:v>54827.33</c:v>
                </c:pt>
                <c:pt idx="6990">
                  <c:v>41920.21</c:v>
                </c:pt>
                <c:pt idx="6991">
                  <c:v>6979.22</c:v>
                </c:pt>
                <c:pt idx="6992">
                  <c:v>35038.18</c:v>
                </c:pt>
                <c:pt idx="6993">
                  <c:v>20075.419999999998</c:v>
                </c:pt>
                <c:pt idx="6994">
                  <c:v>50240.3</c:v>
                </c:pt>
                <c:pt idx="6995">
                  <c:v>6968.31</c:v>
                </c:pt>
                <c:pt idx="6996">
                  <c:v>50340.959999999999</c:v>
                </c:pt>
                <c:pt idx="6997">
                  <c:v>8950.0300000000007</c:v>
                </c:pt>
                <c:pt idx="6998">
                  <c:v>40132.89</c:v>
                </c:pt>
                <c:pt idx="6999">
                  <c:v>60809.68</c:v>
                </c:pt>
                <c:pt idx="7000">
                  <c:v>86722.559999999998</c:v>
                </c:pt>
                <c:pt idx="7001">
                  <c:v>89924.69</c:v>
                </c:pt>
                <c:pt idx="7002">
                  <c:v>50363.67</c:v>
                </c:pt>
                <c:pt idx="7003">
                  <c:v>26528.99</c:v>
                </c:pt>
                <c:pt idx="7004">
                  <c:v>25125.919999999998</c:v>
                </c:pt>
                <c:pt idx="7005">
                  <c:v>21050.06</c:v>
                </c:pt>
                <c:pt idx="7006">
                  <c:v>7836.91</c:v>
                </c:pt>
                <c:pt idx="7007">
                  <c:v>29753.17</c:v>
                </c:pt>
                <c:pt idx="7008">
                  <c:v>17543.59</c:v>
                </c:pt>
                <c:pt idx="7009">
                  <c:v>21987.01</c:v>
                </c:pt>
                <c:pt idx="7010">
                  <c:v>25444.44</c:v>
                </c:pt>
                <c:pt idx="7011">
                  <c:v>38142.04</c:v>
                </c:pt>
                <c:pt idx="7012">
                  <c:v>16866.939999999999</c:v>
                </c:pt>
                <c:pt idx="7013">
                  <c:v>41735.93</c:v>
                </c:pt>
                <c:pt idx="7014">
                  <c:v>16549.55</c:v>
                </c:pt>
                <c:pt idx="7015">
                  <c:v>36908.17</c:v>
                </c:pt>
                <c:pt idx="7016">
                  <c:v>22500.16</c:v>
                </c:pt>
                <c:pt idx="7017">
                  <c:v>4577.54</c:v>
                </c:pt>
                <c:pt idx="7018">
                  <c:v>53222.49</c:v>
                </c:pt>
                <c:pt idx="7019">
                  <c:v>41229.760000000002</c:v>
                </c:pt>
                <c:pt idx="7020">
                  <c:v>57864.76</c:v>
                </c:pt>
                <c:pt idx="7021">
                  <c:v>13583.61</c:v>
                </c:pt>
                <c:pt idx="7022">
                  <c:v>39592.6</c:v>
                </c:pt>
                <c:pt idx="7023">
                  <c:v>24885.919999999998</c:v>
                </c:pt>
                <c:pt idx="7024">
                  <c:v>7789.61</c:v>
                </c:pt>
                <c:pt idx="7025">
                  <c:v>5920.57</c:v>
                </c:pt>
                <c:pt idx="7026">
                  <c:v>22021.84</c:v>
                </c:pt>
                <c:pt idx="7027">
                  <c:v>2845.46</c:v>
                </c:pt>
                <c:pt idx="7028">
                  <c:v>6929.87</c:v>
                </c:pt>
                <c:pt idx="7029">
                  <c:v>41348.410000000003</c:v>
                </c:pt>
                <c:pt idx="7030">
                  <c:v>24232.13</c:v>
                </c:pt>
                <c:pt idx="7031">
                  <c:v>6349.8</c:v>
                </c:pt>
                <c:pt idx="7032">
                  <c:v>2996.99</c:v>
                </c:pt>
                <c:pt idx="7033">
                  <c:v>6716.75</c:v>
                </c:pt>
                <c:pt idx="7034">
                  <c:v>41150.019999999997</c:v>
                </c:pt>
                <c:pt idx="7035">
                  <c:v>9984.84</c:v>
                </c:pt>
                <c:pt idx="7036">
                  <c:v>24293.73</c:v>
                </c:pt>
                <c:pt idx="7037">
                  <c:v>13365.83</c:v>
                </c:pt>
                <c:pt idx="7038">
                  <c:v>57581.33</c:v>
                </c:pt>
                <c:pt idx="7039">
                  <c:v>55820.46</c:v>
                </c:pt>
                <c:pt idx="7040">
                  <c:v>6368.22</c:v>
                </c:pt>
                <c:pt idx="7041">
                  <c:v>74267.08</c:v>
                </c:pt>
                <c:pt idx="7042">
                  <c:v>38820.94</c:v>
                </c:pt>
                <c:pt idx="7043">
                  <c:v>39433.9</c:v>
                </c:pt>
                <c:pt idx="7044">
                  <c:v>30192.639999999999</c:v>
                </c:pt>
                <c:pt idx="7045">
                  <c:v>26248.45</c:v>
                </c:pt>
                <c:pt idx="7046">
                  <c:v>15883.98</c:v>
                </c:pt>
                <c:pt idx="7047">
                  <c:v>16531.009999999998</c:v>
                </c:pt>
                <c:pt idx="7048">
                  <c:v>19319.52</c:v>
                </c:pt>
                <c:pt idx="7049">
                  <c:v>64741.99</c:v>
                </c:pt>
                <c:pt idx="7050">
                  <c:v>33676.080000000002</c:v>
                </c:pt>
                <c:pt idx="7051">
                  <c:v>15592.55</c:v>
                </c:pt>
                <c:pt idx="7052">
                  <c:v>3470.64</c:v>
                </c:pt>
                <c:pt idx="7053">
                  <c:v>29641.4</c:v>
                </c:pt>
                <c:pt idx="7054">
                  <c:v>18220.990000000002</c:v>
                </c:pt>
                <c:pt idx="7055">
                  <c:v>40867.26</c:v>
                </c:pt>
                <c:pt idx="7056">
                  <c:v>61649.82</c:v>
                </c:pt>
                <c:pt idx="7057">
                  <c:v>12106.21</c:v>
                </c:pt>
                <c:pt idx="7058">
                  <c:v>40627.269999999997</c:v>
                </c:pt>
                <c:pt idx="7059">
                  <c:v>44029.91</c:v>
                </c:pt>
                <c:pt idx="7060">
                  <c:v>28870.13</c:v>
                </c:pt>
                <c:pt idx="7061">
                  <c:v>38933.760000000002</c:v>
                </c:pt>
                <c:pt idx="7062">
                  <c:v>25295.48</c:v>
                </c:pt>
                <c:pt idx="7063">
                  <c:v>47367.81</c:v>
                </c:pt>
                <c:pt idx="7064">
                  <c:v>18300.080000000002</c:v>
                </c:pt>
                <c:pt idx="7065">
                  <c:v>15825.64</c:v>
                </c:pt>
                <c:pt idx="7066">
                  <c:v>2945.62</c:v>
                </c:pt>
                <c:pt idx="7067">
                  <c:v>33223.26</c:v>
                </c:pt>
                <c:pt idx="7068">
                  <c:v>6329.26</c:v>
                </c:pt>
                <c:pt idx="7069">
                  <c:v>25645.82</c:v>
                </c:pt>
                <c:pt idx="7070">
                  <c:v>23006.44</c:v>
                </c:pt>
                <c:pt idx="7071">
                  <c:v>92890.67</c:v>
                </c:pt>
                <c:pt idx="7072">
                  <c:v>20852.12</c:v>
                </c:pt>
                <c:pt idx="7073">
                  <c:v>19588.05</c:v>
                </c:pt>
                <c:pt idx="7074">
                  <c:v>79550.94</c:v>
                </c:pt>
                <c:pt idx="7075">
                  <c:v>34008.160000000003</c:v>
                </c:pt>
                <c:pt idx="7076">
                  <c:v>93788.6</c:v>
                </c:pt>
                <c:pt idx="7077">
                  <c:v>8477.26</c:v>
                </c:pt>
                <c:pt idx="7078">
                  <c:v>51788.76</c:v>
                </c:pt>
                <c:pt idx="7079">
                  <c:v>14536.78</c:v>
                </c:pt>
                <c:pt idx="7080">
                  <c:v>23544.83</c:v>
                </c:pt>
                <c:pt idx="7081">
                  <c:v>85341.27</c:v>
                </c:pt>
                <c:pt idx="7082">
                  <c:v>7290.01</c:v>
                </c:pt>
                <c:pt idx="7083">
                  <c:v>3267.52</c:v>
                </c:pt>
                <c:pt idx="7084">
                  <c:v>23293.97</c:v>
                </c:pt>
                <c:pt idx="7085">
                  <c:v>27451.94</c:v>
                </c:pt>
                <c:pt idx="7086">
                  <c:v>15921.36</c:v>
                </c:pt>
                <c:pt idx="7087">
                  <c:v>19097.57</c:v>
                </c:pt>
                <c:pt idx="7088">
                  <c:v>43486.9</c:v>
                </c:pt>
                <c:pt idx="7089">
                  <c:v>68427.87</c:v>
                </c:pt>
                <c:pt idx="7090">
                  <c:v>9897.98</c:v>
                </c:pt>
                <c:pt idx="7091">
                  <c:v>64443.29</c:v>
                </c:pt>
                <c:pt idx="7092">
                  <c:v>33405.82</c:v>
                </c:pt>
                <c:pt idx="7093">
                  <c:v>23785.27</c:v>
                </c:pt>
                <c:pt idx="7094">
                  <c:v>28985.23</c:v>
                </c:pt>
                <c:pt idx="7095">
                  <c:v>8979.08</c:v>
                </c:pt>
                <c:pt idx="7096">
                  <c:v>31923.439999999999</c:v>
                </c:pt>
                <c:pt idx="7097">
                  <c:v>103323.05</c:v>
                </c:pt>
                <c:pt idx="7098">
                  <c:v>10483.25</c:v>
                </c:pt>
                <c:pt idx="7099">
                  <c:v>16681.48</c:v>
                </c:pt>
                <c:pt idx="7100">
                  <c:v>13476.52</c:v>
                </c:pt>
                <c:pt idx="7101">
                  <c:v>6386.7</c:v>
                </c:pt>
                <c:pt idx="7102">
                  <c:v>19720.7</c:v>
                </c:pt>
                <c:pt idx="7103">
                  <c:v>46416.57</c:v>
                </c:pt>
                <c:pt idx="7104">
                  <c:v>67453.37</c:v>
                </c:pt>
                <c:pt idx="7105">
                  <c:v>61168.02</c:v>
                </c:pt>
                <c:pt idx="7106">
                  <c:v>65654.399999999994</c:v>
                </c:pt>
                <c:pt idx="7107">
                  <c:v>25556.77</c:v>
                </c:pt>
                <c:pt idx="7108">
                  <c:v>10080.27</c:v>
                </c:pt>
                <c:pt idx="7109">
                  <c:v>15774.99</c:v>
                </c:pt>
                <c:pt idx="7110">
                  <c:v>44824.5</c:v>
                </c:pt>
                <c:pt idx="7111">
                  <c:v>41705.120000000003</c:v>
                </c:pt>
                <c:pt idx="7112">
                  <c:v>19092.02</c:v>
                </c:pt>
                <c:pt idx="7113">
                  <c:v>14890.7</c:v>
                </c:pt>
                <c:pt idx="7114">
                  <c:v>83255.679999999993</c:v>
                </c:pt>
                <c:pt idx="7115">
                  <c:v>20602.43</c:v>
                </c:pt>
                <c:pt idx="7116">
                  <c:v>9821.2999999999993</c:v>
                </c:pt>
                <c:pt idx="7117">
                  <c:v>36971.129999999997</c:v>
                </c:pt>
                <c:pt idx="7118">
                  <c:v>12966.32</c:v>
                </c:pt>
                <c:pt idx="7119">
                  <c:v>13982.24</c:v>
                </c:pt>
                <c:pt idx="7120">
                  <c:v>12957.98</c:v>
                </c:pt>
                <c:pt idx="7121">
                  <c:v>35114.75</c:v>
                </c:pt>
                <c:pt idx="7122">
                  <c:v>12569.68</c:v>
                </c:pt>
                <c:pt idx="7123">
                  <c:v>14353.88</c:v>
                </c:pt>
                <c:pt idx="7124">
                  <c:v>23770.15</c:v>
                </c:pt>
                <c:pt idx="7125">
                  <c:v>20695.22</c:v>
                </c:pt>
                <c:pt idx="7126">
                  <c:v>93832.17</c:v>
                </c:pt>
                <c:pt idx="7127">
                  <c:v>34135.599999999999</c:v>
                </c:pt>
                <c:pt idx="7128">
                  <c:v>36566.400000000001</c:v>
                </c:pt>
                <c:pt idx="7129">
                  <c:v>36425.589999999997</c:v>
                </c:pt>
                <c:pt idx="7130">
                  <c:v>25239.8</c:v>
                </c:pt>
                <c:pt idx="7131">
                  <c:v>47986.53</c:v>
                </c:pt>
                <c:pt idx="7132">
                  <c:v>27949.040000000001</c:v>
                </c:pt>
                <c:pt idx="7133">
                  <c:v>13858.39</c:v>
                </c:pt>
                <c:pt idx="7134">
                  <c:v>8189.93</c:v>
                </c:pt>
                <c:pt idx="7135">
                  <c:v>19843.3</c:v>
                </c:pt>
                <c:pt idx="7136">
                  <c:v>19449.68</c:v>
                </c:pt>
                <c:pt idx="7137">
                  <c:v>40530.42</c:v>
                </c:pt>
                <c:pt idx="7138">
                  <c:v>48670.65</c:v>
                </c:pt>
                <c:pt idx="7139">
                  <c:v>29865.91</c:v>
                </c:pt>
                <c:pt idx="7140">
                  <c:v>15134.54</c:v>
                </c:pt>
                <c:pt idx="7141">
                  <c:v>40021.79</c:v>
                </c:pt>
                <c:pt idx="7142">
                  <c:v>12985.94</c:v>
                </c:pt>
                <c:pt idx="7143">
                  <c:v>16654.89</c:v>
                </c:pt>
                <c:pt idx="7144">
                  <c:v>94280.66</c:v>
                </c:pt>
                <c:pt idx="7145">
                  <c:v>30486.29</c:v>
                </c:pt>
                <c:pt idx="7146">
                  <c:v>33954.44</c:v>
                </c:pt>
                <c:pt idx="7147">
                  <c:v>26762.67</c:v>
                </c:pt>
                <c:pt idx="7148">
                  <c:v>72361.8</c:v>
                </c:pt>
                <c:pt idx="7149">
                  <c:v>26488.16</c:v>
                </c:pt>
                <c:pt idx="7150">
                  <c:v>12839.3</c:v>
                </c:pt>
                <c:pt idx="7151">
                  <c:v>57593.66</c:v>
                </c:pt>
                <c:pt idx="7152">
                  <c:v>23583.05</c:v>
                </c:pt>
                <c:pt idx="7153">
                  <c:v>9172.73</c:v>
                </c:pt>
                <c:pt idx="7154">
                  <c:v>34984.160000000003</c:v>
                </c:pt>
                <c:pt idx="7155">
                  <c:v>19909.55</c:v>
                </c:pt>
                <c:pt idx="7156">
                  <c:v>83182.509999999995</c:v>
                </c:pt>
                <c:pt idx="7157">
                  <c:v>53341.89</c:v>
                </c:pt>
                <c:pt idx="7158">
                  <c:v>9659.9</c:v>
                </c:pt>
                <c:pt idx="7159">
                  <c:v>47768.86</c:v>
                </c:pt>
                <c:pt idx="7160">
                  <c:v>6678.78</c:v>
                </c:pt>
                <c:pt idx="7161">
                  <c:v>67114.990000000005</c:v>
                </c:pt>
                <c:pt idx="7162">
                  <c:v>66904.990000000005</c:v>
                </c:pt>
                <c:pt idx="7163">
                  <c:v>20658.7</c:v>
                </c:pt>
                <c:pt idx="7164">
                  <c:v>60774.400000000001</c:v>
                </c:pt>
                <c:pt idx="7165">
                  <c:v>20568.759999999998</c:v>
                </c:pt>
                <c:pt idx="7166">
                  <c:v>20182.16</c:v>
                </c:pt>
                <c:pt idx="7167">
                  <c:v>38512.660000000003</c:v>
                </c:pt>
                <c:pt idx="7168">
                  <c:v>39592.04</c:v>
                </c:pt>
                <c:pt idx="7169">
                  <c:v>85316.18</c:v>
                </c:pt>
                <c:pt idx="7170">
                  <c:v>4166.6099999999997</c:v>
                </c:pt>
                <c:pt idx="7171">
                  <c:v>9735.0400000000009</c:v>
                </c:pt>
                <c:pt idx="7172">
                  <c:v>30157.16</c:v>
                </c:pt>
                <c:pt idx="7173">
                  <c:v>31706.51</c:v>
                </c:pt>
                <c:pt idx="7174">
                  <c:v>11119.75</c:v>
                </c:pt>
                <c:pt idx="7175">
                  <c:v>50182.81</c:v>
                </c:pt>
                <c:pt idx="7176">
                  <c:v>34326.68</c:v>
                </c:pt>
                <c:pt idx="7177">
                  <c:v>3780.08</c:v>
                </c:pt>
                <c:pt idx="7178">
                  <c:v>5696.68</c:v>
                </c:pt>
                <c:pt idx="7179">
                  <c:v>28392.38</c:v>
                </c:pt>
                <c:pt idx="7180">
                  <c:v>43404.27</c:v>
                </c:pt>
                <c:pt idx="7181">
                  <c:v>3316.07</c:v>
                </c:pt>
                <c:pt idx="7182">
                  <c:v>6882.14</c:v>
                </c:pt>
                <c:pt idx="7183">
                  <c:v>16115.72</c:v>
                </c:pt>
                <c:pt idx="7184">
                  <c:v>28102.6</c:v>
                </c:pt>
                <c:pt idx="7185">
                  <c:v>48764.2</c:v>
                </c:pt>
                <c:pt idx="7186">
                  <c:v>30908.959999999999</c:v>
                </c:pt>
                <c:pt idx="7187">
                  <c:v>4937.8100000000004</c:v>
                </c:pt>
                <c:pt idx="7188">
                  <c:v>14739.8</c:v>
                </c:pt>
                <c:pt idx="7189">
                  <c:v>16303.18</c:v>
                </c:pt>
                <c:pt idx="7190">
                  <c:v>27189.79</c:v>
                </c:pt>
                <c:pt idx="7191">
                  <c:v>10404.24</c:v>
                </c:pt>
                <c:pt idx="7192">
                  <c:v>35088.83</c:v>
                </c:pt>
                <c:pt idx="7193">
                  <c:v>41576.97</c:v>
                </c:pt>
                <c:pt idx="7194">
                  <c:v>7371.97</c:v>
                </c:pt>
                <c:pt idx="7195">
                  <c:v>13179.79</c:v>
                </c:pt>
                <c:pt idx="7196">
                  <c:v>8575.83</c:v>
                </c:pt>
                <c:pt idx="7197">
                  <c:v>12371</c:v>
                </c:pt>
                <c:pt idx="7198">
                  <c:v>2596.7600000000002</c:v>
                </c:pt>
                <c:pt idx="7199">
                  <c:v>1067.1400000000001</c:v>
                </c:pt>
                <c:pt idx="7200">
                  <c:v>83971.94</c:v>
                </c:pt>
                <c:pt idx="7201">
                  <c:v>48439.25</c:v>
                </c:pt>
                <c:pt idx="7202">
                  <c:v>41995.88</c:v>
                </c:pt>
                <c:pt idx="7203">
                  <c:v>70935.39</c:v>
                </c:pt>
                <c:pt idx="7204">
                  <c:v>6548.22</c:v>
                </c:pt>
                <c:pt idx="7205">
                  <c:v>15335.83</c:v>
                </c:pt>
                <c:pt idx="7206">
                  <c:v>1428.71</c:v>
                </c:pt>
                <c:pt idx="7207">
                  <c:v>56182.9</c:v>
                </c:pt>
                <c:pt idx="7208">
                  <c:v>29672.080000000002</c:v>
                </c:pt>
                <c:pt idx="7209">
                  <c:v>27542.3</c:v>
                </c:pt>
                <c:pt idx="7210">
                  <c:v>20311.599999999999</c:v>
                </c:pt>
                <c:pt idx="7211">
                  <c:v>5878.51</c:v>
                </c:pt>
                <c:pt idx="7212">
                  <c:v>66737.5</c:v>
                </c:pt>
                <c:pt idx="7213">
                  <c:v>10969.93</c:v>
                </c:pt>
                <c:pt idx="7214">
                  <c:v>78993.679999999993</c:v>
                </c:pt>
                <c:pt idx="7215">
                  <c:v>4736.4399999999996</c:v>
                </c:pt>
                <c:pt idx="7216">
                  <c:v>23792.42</c:v>
                </c:pt>
                <c:pt idx="7217">
                  <c:v>38834.67</c:v>
                </c:pt>
                <c:pt idx="7218">
                  <c:v>28026.97</c:v>
                </c:pt>
                <c:pt idx="7219">
                  <c:v>4968.6099999999997</c:v>
                </c:pt>
                <c:pt idx="7220">
                  <c:v>3441.78</c:v>
                </c:pt>
                <c:pt idx="7221">
                  <c:v>4850.34</c:v>
                </c:pt>
                <c:pt idx="7222">
                  <c:v>72223.61</c:v>
                </c:pt>
                <c:pt idx="7223">
                  <c:v>39324.81</c:v>
                </c:pt>
                <c:pt idx="7224">
                  <c:v>24044.16</c:v>
                </c:pt>
                <c:pt idx="7225">
                  <c:v>19854.759999999998</c:v>
                </c:pt>
                <c:pt idx="7226">
                  <c:v>60835.74</c:v>
                </c:pt>
                <c:pt idx="7227">
                  <c:v>10410.41</c:v>
                </c:pt>
                <c:pt idx="7228">
                  <c:v>25115.71</c:v>
                </c:pt>
                <c:pt idx="7229">
                  <c:v>26010.09</c:v>
                </c:pt>
                <c:pt idx="7230">
                  <c:v>10434.209999999999</c:v>
                </c:pt>
                <c:pt idx="7231">
                  <c:v>18673.52</c:v>
                </c:pt>
                <c:pt idx="7232">
                  <c:v>62526.87</c:v>
                </c:pt>
                <c:pt idx="7233">
                  <c:v>47715.94</c:v>
                </c:pt>
                <c:pt idx="7234">
                  <c:v>80009.41</c:v>
                </c:pt>
                <c:pt idx="7235">
                  <c:v>76833.509999999995</c:v>
                </c:pt>
                <c:pt idx="7236">
                  <c:v>30054.400000000001</c:v>
                </c:pt>
                <c:pt idx="7237">
                  <c:v>54018.55</c:v>
                </c:pt>
                <c:pt idx="7238">
                  <c:v>62151.14</c:v>
                </c:pt>
                <c:pt idx="7239">
                  <c:v>9371.23</c:v>
                </c:pt>
                <c:pt idx="7240">
                  <c:v>53634.36</c:v>
                </c:pt>
                <c:pt idx="7241">
                  <c:v>3382.98</c:v>
                </c:pt>
                <c:pt idx="7242">
                  <c:v>19760.16</c:v>
                </c:pt>
                <c:pt idx="7243">
                  <c:v>53649.19</c:v>
                </c:pt>
                <c:pt idx="7244">
                  <c:v>18821.830000000002</c:v>
                </c:pt>
                <c:pt idx="7245">
                  <c:v>13071.58</c:v>
                </c:pt>
                <c:pt idx="7246">
                  <c:v>51594.400000000001</c:v>
                </c:pt>
                <c:pt idx="7247">
                  <c:v>7011.27</c:v>
                </c:pt>
                <c:pt idx="7248">
                  <c:v>9666.35</c:v>
                </c:pt>
                <c:pt idx="7249">
                  <c:v>11938.25</c:v>
                </c:pt>
                <c:pt idx="7250">
                  <c:v>77523.64</c:v>
                </c:pt>
                <c:pt idx="7251">
                  <c:v>77127.33</c:v>
                </c:pt>
                <c:pt idx="7252">
                  <c:v>22676.13</c:v>
                </c:pt>
                <c:pt idx="7253">
                  <c:v>16183.28</c:v>
                </c:pt>
                <c:pt idx="7254">
                  <c:v>70551.77</c:v>
                </c:pt>
                <c:pt idx="7255">
                  <c:v>8577.4500000000007</c:v>
                </c:pt>
                <c:pt idx="7256">
                  <c:v>20793.36</c:v>
                </c:pt>
                <c:pt idx="7257">
                  <c:v>19318.64</c:v>
                </c:pt>
                <c:pt idx="7258">
                  <c:v>16691.54</c:v>
                </c:pt>
                <c:pt idx="7259">
                  <c:v>60432.44</c:v>
                </c:pt>
                <c:pt idx="7260">
                  <c:v>42435.59</c:v>
                </c:pt>
                <c:pt idx="7261">
                  <c:v>46473.84</c:v>
                </c:pt>
                <c:pt idx="7262">
                  <c:v>9349.7199999999993</c:v>
                </c:pt>
                <c:pt idx="7263">
                  <c:v>29851.23</c:v>
                </c:pt>
                <c:pt idx="7264">
                  <c:v>9648.2900000000009</c:v>
                </c:pt>
                <c:pt idx="7265">
                  <c:v>3383.89</c:v>
                </c:pt>
                <c:pt idx="7266">
                  <c:v>59174.04</c:v>
                </c:pt>
                <c:pt idx="7267">
                  <c:v>31009.82</c:v>
                </c:pt>
                <c:pt idx="7268">
                  <c:v>34340.75</c:v>
                </c:pt>
                <c:pt idx="7269">
                  <c:v>103564.02</c:v>
                </c:pt>
                <c:pt idx="7270">
                  <c:v>15055.99</c:v>
                </c:pt>
                <c:pt idx="7271">
                  <c:v>41561.67</c:v>
                </c:pt>
                <c:pt idx="7272">
                  <c:v>53633.75</c:v>
                </c:pt>
                <c:pt idx="7273">
                  <c:v>13986.48</c:v>
                </c:pt>
                <c:pt idx="7274">
                  <c:v>5282.24</c:v>
                </c:pt>
                <c:pt idx="7275">
                  <c:v>49480.3</c:v>
                </c:pt>
                <c:pt idx="7276">
                  <c:v>62371.68</c:v>
                </c:pt>
                <c:pt idx="7277">
                  <c:v>6510.59</c:v>
                </c:pt>
                <c:pt idx="7278">
                  <c:v>7692.17</c:v>
                </c:pt>
                <c:pt idx="7279">
                  <c:v>3135.56</c:v>
                </c:pt>
                <c:pt idx="7280">
                  <c:v>6802.34</c:v>
                </c:pt>
                <c:pt idx="7281">
                  <c:v>18712.580000000002</c:v>
                </c:pt>
                <c:pt idx="7282">
                  <c:v>42590.36</c:v>
                </c:pt>
                <c:pt idx="7283">
                  <c:v>77874.8</c:v>
                </c:pt>
                <c:pt idx="7284">
                  <c:v>72581.759999999995</c:v>
                </c:pt>
                <c:pt idx="7285">
                  <c:v>23883.51</c:v>
                </c:pt>
                <c:pt idx="7286">
                  <c:v>85088.46</c:v>
                </c:pt>
                <c:pt idx="7287">
                  <c:v>44059.87</c:v>
                </c:pt>
                <c:pt idx="7288">
                  <c:v>20215.71</c:v>
                </c:pt>
                <c:pt idx="7289">
                  <c:v>2011.75</c:v>
                </c:pt>
                <c:pt idx="7290">
                  <c:v>2182.9299999999998</c:v>
                </c:pt>
                <c:pt idx="7291">
                  <c:v>36098.239999999998</c:v>
                </c:pt>
                <c:pt idx="7292">
                  <c:v>31720.03</c:v>
                </c:pt>
                <c:pt idx="7293">
                  <c:v>13556.84</c:v>
                </c:pt>
                <c:pt idx="7294">
                  <c:v>15970.34</c:v>
                </c:pt>
                <c:pt idx="7295">
                  <c:v>23145.05</c:v>
                </c:pt>
                <c:pt idx="7296">
                  <c:v>4276.42</c:v>
                </c:pt>
                <c:pt idx="7297">
                  <c:v>62642.16</c:v>
                </c:pt>
                <c:pt idx="7298">
                  <c:v>26333.75</c:v>
                </c:pt>
                <c:pt idx="7299">
                  <c:v>19274.599999999999</c:v>
                </c:pt>
                <c:pt idx="7300">
                  <c:v>20663.2</c:v>
                </c:pt>
                <c:pt idx="7301">
                  <c:v>73164.55</c:v>
                </c:pt>
                <c:pt idx="7302">
                  <c:v>11891.06</c:v>
                </c:pt>
                <c:pt idx="7303">
                  <c:v>31267.48</c:v>
                </c:pt>
                <c:pt idx="7304">
                  <c:v>32671.34</c:v>
                </c:pt>
                <c:pt idx="7305">
                  <c:v>9194.2199999999993</c:v>
                </c:pt>
                <c:pt idx="7306">
                  <c:v>32986.949999999997</c:v>
                </c:pt>
                <c:pt idx="7307">
                  <c:v>8741.7099999999991</c:v>
                </c:pt>
                <c:pt idx="7308">
                  <c:v>1637.69</c:v>
                </c:pt>
                <c:pt idx="7309">
                  <c:v>81967.22</c:v>
                </c:pt>
                <c:pt idx="7310">
                  <c:v>70583.09</c:v>
                </c:pt>
                <c:pt idx="7311">
                  <c:v>77805.84</c:v>
                </c:pt>
                <c:pt idx="7312">
                  <c:v>38092.19</c:v>
                </c:pt>
                <c:pt idx="7313">
                  <c:v>44529.66</c:v>
                </c:pt>
                <c:pt idx="7314">
                  <c:v>72215.320000000007</c:v>
                </c:pt>
                <c:pt idx="7315">
                  <c:v>27552.59</c:v>
                </c:pt>
                <c:pt idx="7316">
                  <c:v>57060.19</c:v>
                </c:pt>
                <c:pt idx="7317">
                  <c:v>48922.46</c:v>
                </c:pt>
                <c:pt idx="7318">
                  <c:v>89815.92</c:v>
                </c:pt>
                <c:pt idx="7319">
                  <c:v>58531.83</c:v>
                </c:pt>
                <c:pt idx="7320">
                  <c:v>8708.9500000000007</c:v>
                </c:pt>
                <c:pt idx="7321">
                  <c:v>53780.06</c:v>
                </c:pt>
                <c:pt idx="7322">
                  <c:v>71363</c:v>
                </c:pt>
                <c:pt idx="7323">
                  <c:v>21329.11</c:v>
                </c:pt>
                <c:pt idx="7324">
                  <c:v>33647.21</c:v>
                </c:pt>
                <c:pt idx="7325">
                  <c:v>8658.7199999999993</c:v>
                </c:pt>
                <c:pt idx="7326">
                  <c:v>83910.96</c:v>
                </c:pt>
                <c:pt idx="7327">
                  <c:v>35328.26</c:v>
                </c:pt>
                <c:pt idx="7328">
                  <c:v>13728.49</c:v>
                </c:pt>
                <c:pt idx="7329">
                  <c:v>94092.42</c:v>
                </c:pt>
                <c:pt idx="7330">
                  <c:v>51603.040000000001</c:v>
                </c:pt>
                <c:pt idx="7331">
                  <c:v>19609.189999999999</c:v>
                </c:pt>
                <c:pt idx="7332">
                  <c:v>68935.77</c:v>
                </c:pt>
                <c:pt idx="7333">
                  <c:v>22268.14</c:v>
                </c:pt>
                <c:pt idx="7334">
                  <c:v>33618.379999999997</c:v>
                </c:pt>
                <c:pt idx="7335">
                  <c:v>6075.82</c:v>
                </c:pt>
                <c:pt idx="7336">
                  <c:v>67895.62</c:v>
                </c:pt>
                <c:pt idx="7337">
                  <c:v>18194.400000000001</c:v>
                </c:pt>
                <c:pt idx="7338">
                  <c:v>25095.040000000001</c:v>
                </c:pt>
                <c:pt idx="7339">
                  <c:v>18783.07</c:v>
                </c:pt>
                <c:pt idx="7340">
                  <c:v>5778.95</c:v>
                </c:pt>
                <c:pt idx="7341">
                  <c:v>37452.32</c:v>
                </c:pt>
                <c:pt idx="7342">
                  <c:v>81345.179999999993</c:v>
                </c:pt>
                <c:pt idx="7343">
                  <c:v>11711.54</c:v>
                </c:pt>
                <c:pt idx="7344">
                  <c:v>28015.09</c:v>
                </c:pt>
                <c:pt idx="7345">
                  <c:v>8449.3700000000008</c:v>
                </c:pt>
                <c:pt idx="7346">
                  <c:v>28913.3</c:v>
                </c:pt>
                <c:pt idx="7347">
                  <c:v>24294.69</c:v>
                </c:pt>
                <c:pt idx="7348">
                  <c:v>2642.04</c:v>
                </c:pt>
                <c:pt idx="7349">
                  <c:v>9920.1299999999992</c:v>
                </c:pt>
                <c:pt idx="7350">
                  <c:v>6000.25</c:v>
                </c:pt>
                <c:pt idx="7351">
                  <c:v>25459.14</c:v>
                </c:pt>
                <c:pt idx="7352">
                  <c:v>37238.589999999997</c:v>
                </c:pt>
                <c:pt idx="7353">
                  <c:v>7342.1</c:v>
                </c:pt>
                <c:pt idx="7354">
                  <c:v>2513.5700000000002</c:v>
                </c:pt>
                <c:pt idx="7355">
                  <c:v>19915.39</c:v>
                </c:pt>
                <c:pt idx="7356">
                  <c:v>9516.89</c:v>
                </c:pt>
                <c:pt idx="7357">
                  <c:v>6270.58</c:v>
                </c:pt>
                <c:pt idx="7358">
                  <c:v>99532.65</c:v>
                </c:pt>
                <c:pt idx="7359">
                  <c:v>12821.12</c:v>
                </c:pt>
                <c:pt idx="7360">
                  <c:v>88911.27</c:v>
                </c:pt>
                <c:pt idx="7361">
                  <c:v>24370.84</c:v>
                </c:pt>
                <c:pt idx="7362">
                  <c:v>53570.16</c:v>
                </c:pt>
                <c:pt idx="7363">
                  <c:v>19785.23</c:v>
                </c:pt>
                <c:pt idx="7364">
                  <c:v>14425.36</c:v>
                </c:pt>
                <c:pt idx="7365">
                  <c:v>1079.78</c:v>
                </c:pt>
                <c:pt idx="7366">
                  <c:v>16139.38</c:v>
                </c:pt>
                <c:pt idx="7367">
                  <c:v>49085.3</c:v>
                </c:pt>
                <c:pt idx="7368">
                  <c:v>48257.84</c:v>
                </c:pt>
                <c:pt idx="7369">
                  <c:v>26735.69</c:v>
                </c:pt>
                <c:pt idx="7370">
                  <c:v>61906.53</c:v>
                </c:pt>
                <c:pt idx="7371">
                  <c:v>45486.38</c:v>
                </c:pt>
                <c:pt idx="7372">
                  <c:v>4345.07</c:v>
                </c:pt>
                <c:pt idx="7373">
                  <c:v>86213.19</c:v>
                </c:pt>
                <c:pt idx="7374">
                  <c:v>5830.72</c:v>
                </c:pt>
                <c:pt idx="7375">
                  <c:v>70216.36</c:v>
                </c:pt>
                <c:pt idx="7376">
                  <c:v>6663.64</c:v>
                </c:pt>
                <c:pt idx="7377">
                  <c:v>41605.54</c:v>
                </c:pt>
                <c:pt idx="7378">
                  <c:v>1450.91</c:v>
                </c:pt>
                <c:pt idx="7379">
                  <c:v>5303.81</c:v>
                </c:pt>
                <c:pt idx="7380">
                  <c:v>20718.47</c:v>
                </c:pt>
                <c:pt idx="7381">
                  <c:v>12915.86</c:v>
                </c:pt>
                <c:pt idx="7382">
                  <c:v>30215.72</c:v>
                </c:pt>
                <c:pt idx="7383">
                  <c:v>12353.09</c:v>
                </c:pt>
                <c:pt idx="7384">
                  <c:v>8936.39</c:v>
                </c:pt>
                <c:pt idx="7385">
                  <c:v>5695.88</c:v>
                </c:pt>
                <c:pt idx="7386">
                  <c:v>74912.98</c:v>
                </c:pt>
                <c:pt idx="7387">
                  <c:v>18817.12</c:v>
                </c:pt>
                <c:pt idx="7388">
                  <c:v>19485.689999999999</c:v>
                </c:pt>
                <c:pt idx="7389">
                  <c:v>6976.53</c:v>
                </c:pt>
                <c:pt idx="7390">
                  <c:v>20365</c:v>
                </c:pt>
                <c:pt idx="7391">
                  <c:v>26296.25</c:v>
                </c:pt>
                <c:pt idx="7392">
                  <c:v>13277.93</c:v>
                </c:pt>
                <c:pt idx="7393">
                  <c:v>6590.49</c:v>
                </c:pt>
                <c:pt idx="7394">
                  <c:v>13539.3</c:v>
                </c:pt>
                <c:pt idx="7395">
                  <c:v>80892.94</c:v>
                </c:pt>
                <c:pt idx="7396">
                  <c:v>47481.37</c:v>
                </c:pt>
                <c:pt idx="7397">
                  <c:v>3123.77</c:v>
                </c:pt>
                <c:pt idx="7398">
                  <c:v>10507.83</c:v>
                </c:pt>
                <c:pt idx="7399">
                  <c:v>13832.99</c:v>
                </c:pt>
                <c:pt idx="7400">
                  <c:v>38214.080000000002</c:v>
                </c:pt>
                <c:pt idx="7401">
                  <c:v>41912.07</c:v>
                </c:pt>
                <c:pt idx="7402">
                  <c:v>29671.279999999999</c:v>
                </c:pt>
                <c:pt idx="7403">
                  <c:v>46929.54</c:v>
                </c:pt>
                <c:pt idx="7404">
                  <c:v>45214.03</c:v>
                </c:pt>
                <c:pt idx="7405">
                  <c:v>38940.9</c:v>
                </c:pt>
                <c:pt idx="7406">
                  <c:v>36810.269999999997</c:v>
                </c:pt>
                <c:pt idx="7407">
                  <c:v>28379.82</c:v>
                </c:pt>
                <c:pt idx="7408">
                  <c:v>5562.27</c:v>
                </c:pt>
                <c:pt idx="7409">
                  <c:v>4947.03</c:v>
                </c:pt>
                <c:pt idx="7410">
                  <c:v>7104.46</c:v>
                </c:pt>
                <c:pt idx="7411">
                  <c:v>44136.44</c:v>
                </c:pt>
                <c:pt idx="7412">
                  <c:v>35766.35</c:v>
                </c:pt>
                <c:pt idx="7413">
                  <c:v>3250.85</c:v>
                </c:pt>
                <c:pt idx="7414">
                  <c:v>55942.93</c:v>
                </c:pt>
                <c:pt idx="7415">
                  <c:v>62517.41</c:v>
                </c:pt>
                <c:pt idx="7416">
                  <c:v>34539.96</c:v>
                </c:pt>
                <c:pt idx="7417">
                  <c:v>9578.9599999999991</c:v>
                </c:pt>
                <c:pt idx="7418">
                  <c:v>5674.77</c:v>
                </c:pt>
                <c:pt idx="7419">
                  <c:v>76541.119999999995</c:v>
                </c:pt>
                <c:pt idx="7420">
                  <c:v>16708.21</c:v>
                </c:pt>
                <c:pt idx="7421">
                  <c:v>103403.9</c:v>
                </c:pt>
                <c:pt idx="7422">
                  <c:v>12460.96</c:v>
                </c:pt>
                <c:pt idx="7423">
                  <c:v>42671.63</c:v>
                </c:pt>
                <c:pt idx="7424">
                  <c:v>51446.400000000001</c:v>
                </c:pt>
                <c:pt idx="7425">
                  <c:v>83848.72</c:v>
                </c:pt>
                <c:pt idx="7426">
                  <c:v>30606.66</c:v>
                </c:pt>
                <c:pt idx="7427">
                  <c:v>31925.02</c:v>
                </c:pt>
                <c:pt idx="7428">
                  <c:v>39697.089999999997</c:v>
                </c:pt>
                <c:pt idx="7429">
                  <c:v>73885.58</c:v>
                </c:pt>
                <c:pt idx="7430">
                  <c:v>47055.14</c:v>
                </c:pt>
                <c:pt idx="7431">
                  <c:v>33713.660000000003</c:v>
                </c:pt>
                <c:pt idx="7432">
                  <c:v>22619.61</c:v>
                </c:pt>
                <c:pt idx="7433">
                  <c:v>5765.82</c:v>
                </c:pt>
                <c:pt idx="7434">
                  <c:v>50722.720000000001</c:v>
                </c:pt>
                <c:pt idx="7435">
                  <c:v>10858</c:v>
                </c:pt>
                <c:pt idx="7436">
                  <c:v>10221.950000000001</c:v>
                </c:pt>
                <c:pt idx="7437">
                  <c:v>32862.379999999997</c:v>
                </c:pt>
                <c:pt idx="7438">
                  <c:v>29047.38</c:v>
                </c:pt>
                <c:pt idx="7439">
                  <c:v>49196.12</c:v>
                </c:pt>
                <c:pt idx="7440">
                  <c:v>7657.46</c:v>
                </c:pt>
                <c:pt idx="7441">
                  <c:v>6236.2</c:v>
                </c:pt>
                <c:pt idx="7442">
                  <c:v>25465.07</c:v>
                </c:pt>
                <c:pt idx="7443">
                  <c:v>11018.28</c:v>
                </c:pt>
                <c:pt idx="7444">
                  <c:v>66824.44</c:v>
                </c:pt>
                <c:pt idx="7445">
                  <c:v>3856.88</c:v>
                </c:pt>
                <c:pt idx="7446">
                  <c:v>62626.52</c:v>
                </c:pt>
                <c:pt idx="7447">
                  <c:v>36457.050000000003</c:v>
                </c:pt>
                <c:pt idx="7448">
                  <c:v>2305.0100000000002</c:v>
                </c:pt>
                <c:pt idx="7449">
                  <c:v>82310.13</c:v>
                </c:pt>
                <c:pt idx="7450">
                  <c:v>4886.74</c:v>
                </c:pt>
                <c:pt idx="7451">
                  <c:v>58861.23</c:v>
                </c:pt>
                <c:pt idx="7452">
                  <c:v>46397.4</c:v>
                </c:pt>
                <c:pt idx="7453">
                  <c:v>34415.01</c:v>
                </c:pt>
                <c:pt idx="7454">
                  <c:v>31293.17</c:v>
                </c:pt>
                <c:pt idx="7455">
                  <c:v>102300.87</c:v>
                </c:pt>
                <c:pt idx="7456">
                  <c:v>18059.009999999998</c:v>
                </c:pt>
                <c:pt idx="7457">
                  <c:v>62985.599999999999</c:v>
                </c:pt>
                <c:pt idx="7458">
                  <c:v>20359.13</c:v>
                </c:pt>
                <c:pt idx="7459">
                  <c:v>10278.09</c:v>
                </c:pt>
                <c:pt idx="7460">
                  <c:v>58815.57</c:v>
                </c:pt>
                <c:pt idx="7461">
                  <c:v>5467.72</c:v>
                </c:pt>
                <c:pt idx="7462">
                  <c:v>40854.83</c:v>
                </c:pt>
                <c:pt idx="7463">
                  <c:v>66920.600000000006</c:v>
                </c:pt>
                <c:pt idx="7464">
                  <c:v>17204.080000000002</c:v>
                </c:pt>
                <c:pt idx="7465">
                  <c:v>8940.2199999999993</c:v>
                </c:pt>
                <c:pt idx="7466">
                  <c:v>7175.41</c:v>
                </c:pt>
                <c:pt idx="7467">
                  <c:v>13569.15</c:v>
                </c:pt>
                <c:pt idx="7468">
                  <c:v>39261.79</c:v>
                </c:pt>
                <c:pt idx="7469">
                  <c:v>6490.81</c:v>
                </c:pt>
                <c:pt idx="7470">
                  <c:v>21517.1</c:v>
                </c:pt>
                <c:pt idx="7471">
                  <c:v>18349.88</c:v>
                </c:pt>
                <c:pt idx="7472">
                  <c:v>81802.320000000007</c:v>
                </c:pt>
                <c:pt idx="7473">
                  <c:v>13555.58</c:v>
                </c:pt>
                <c:pt idx="7474">
                  <c:v>17922.580000000002</c:v>
                </c:pt>
                <c:pt idx="7475">
                  <c:v>5501.79</c:v>
                </c:pt>
                <c:pt idx="7476">
                  <c:v>11578.58</c:v>
                </c:pt>
                <c:pt idx="7477">
                  <c:v>77804.210000000006</c:v>
                </c:pt>
                <c:pt idx="7478">
                  <c:v>41025.56</c:v>
                </c:pt>
                <c:pt idx="7479">
                  <c:v>13975.33</c:v>
                </c:pt>
                <c:pt idx="7480">
                  <c:v>18648.419999999998</c:v>
                </c:pt>
                <c:pt idx="7481">
                  <c:v>57146.32</c:v>
                </c:pt>
                <c:pt idx="7482">
                  <c:v>25494.34</c:v>
                </c:pt>
                <c:pt idx="7483">
                  <c:v>68549.88</c:v>
                </c:pt>
                <c:pt idx="7484">
                  <c:v>5185.95</c:v>
                </c:pt>
                <c:pt idx="7485">
                  <c:v>18152.61</c:v>
                </c:pt>
                <c:pt idx="7486">
                  <c:v>7887.69</c:v>
                </c:pt>
                <c:pt idx="7487">
                  <c:v>71357.919999999998</c:v>
                </c:pt>
                <c:pt idx="7488">
                  <c:v>18064.46</c:v>
                </c:pt>
                <c:pt idx="7489">
                  <c:v>18376.63</c:v>
                </c:pt>
                <c:pt idx="7490">
                  <c:v>48061.1</c:v>
                </c:pt>
                <c:pt idx="7491">
                  <c:v>33074.04</c:v>
                </c:pt>
                <c:pt idx="7492">
                  <c:v>61183.17</c:v>
                </c:pt>
                <c:pt idx="7493">
                  <c:v>34703.339999999997</c:v>
                </c:pt>
                <c:pt idx="7494">
                  <c:v>58837.97</c:v>
                </c:pt>
                <c:pt idx="7495">
                  <c:v>52791.1</c:v>
                </c:pt>
                <c:pt idx="7496">
                  <c:v>19900.47</c:v>
                </c:pt>
                <c:pt idx="7497">
                  <c:v>17301.310000000001</c:v>
                </c:pt>
                <c:pt idx="7498">
                  <c:v>40037.760000000002</c:v>
                </c:pt>
                <c:pt idx="7499">
                  <c:v>54865.25</c:v>
                </c:pt>
                <c:pt idx="7500">
                  <c:v>17532.87</c:v>
                </c:pt>
                <c:pt idx="7501">
                  <c:v>74220.3</c:v>
                </c:pt>
                <c:pt idx="7502">
                  <c:v>10435.450000000001</c:v>
                </c:pt>
                <c:pt idx="7503">
                  <c:v>23734.7</c:v>
                </c:pt>
                <c:pt idx="7504">
                  <c:v>17389.7</c:v>
                </c:pt>
                <c:pt idx="7505">
                  <c:v>32601.32</c:v>
                </c:pt>
                <c:pt idx="7506">
                  <c:v>50793.96</c:v>
                </c:pt>
                <c:pt idx="7507">
                  <c:v>3503.91</c:v>
                </c:pt>
                <c:pt idx="7508">
                  <c:v>62042.53</c:v>
                </c:pt>
                <c:pt idx="7509">
                  <c:v>23625.33</c:v>
                </c:pt>
                <c:pt idx="7510">
                  <c:v>5836.16</c:v>
                </c:pt>
                <c:pt idx="7511">
                  <c:v>73494.2</c:v>
                </c:pt>
                <c:pt idx="7512">
                  <c:v>12334.33</c:v>
                </c:pt>
                <c:pt idx="7513">
                  <c:v>31688.66</c:v>
                </c:pt>
                <c:pt idx="7514">
                  <c:v>6593.64</c:v>
                </c:pt>
                <c:pt idx="7515">
                  <c:v>13684.34</c:v>
                </c:pt>
                <c:pt idx="7516">
                  <c:v>31756.15</c:v>
                </c:pt>
                <c:pt idx="7517">
                  <c:v>23580.48</c:v>
                </c:pt>
                <c:pt idx="7518">
                  <c:v>10216.959999999999</c:v>
                </c:pt>
                <c:pt idx="7519">
                  <c:v>7093.23</c:v>
                </c:pt>
                <c:pt idx="7520">
                  <c:v>61931.9</c:v>
                </c:pt>
                <c:pt idx="7521">
                  <c:v>38228.93</c:v>
                </c:pt>
                <c:pt idx="7522">
                  <c:v>21752.01</c:v>
                </c:pt>
                <c:pt idx="7523">
                  <c:v>8408.34</c:v>
                </c:pt>
                <c:pt idx="7524">
                  <c:v>8525.85</c:v>
                </c:pt>
                <c:pt idx="7525">
                  <c:v>33375.949999999997</c:v>
                </c:pt>
                <c:pt idx="7526">
                  <c:v>39942.5</c:v>
                </c:pt>
                <c:pt idx="7527">
                  <c:v>63950.38</c:v>
                </c:pt>
                <c:pt idx="7528">
                  <c:v>60322.18</c:v>
                </c:pt>
                <c:pt idx="7529">
                  <c:v>7239.61</c:v>
                </c:pt>
                <c:pt idx="7530">
                  <c:v>2901.63</c:v>
                </c:pt>
                <c:pt idx="7531">
                  <c:v>10390.719999999999</c:v>
                </c:pt>
                <c:pt idx="7532">
                  <c:v>36594.239999999998</c:v>
                </c:pt>
                <c:pt idx="7533">
                  <c:v>43858.84</c:v>
                </c:pt>
                <c:pt idx="7534">
                  <c:v>27246.400000000001</c:v>
                </c:pt>
                <c:pt idx="7535">
                  <c:v>25098.78</c:v>
                </c:pt>
                <c:pt idx="7536">
                  <c:v>50622.9</c:v>
                </c:pt>
                <c:pt idx="7537">
                  <c:v>9108.41</c:v>
                </c:pt>
                <c:pt idx="7538">
                  <c:v>36337.14</c:v>
                </c:pt>
                <c:pt idx="7539">
                  <c:v>77425.820000000007</c:v>
                </c:pt>
                <c:pt idx="7540">
                  <c:v>15737.09</c:v>
                </c:pt>
                <c:pt idx="7541">
                  <c:v>1309.31</c:v>
                </c:pt>
                <c:pt idx="7542">
                  <c:v>36550.33</c:v>
                </c:pt>
                <c:pt idx="7543">
                  <c:v>31176.31</c:v>
                </c:pt>
                <c:pt idx="7544">
                  <c:v>58311.48</c:v>
                </c:pt>
                <c:pt idx="7545">
                  <c:v>7579.13</c:v>
                </c:pt>
                <c:pt idx="7546">
                  <c:v>1789.49</c:v>
                </c:pt>
                <c:pt idx="7547">
                  <c:v>81340.88</c:v>
                </c:pt>
                <c:pt idx="7548">
                  <c:v>9725.86</c:v>
                </c:pt>
                <c:pt idx="7549">
                  <c:v>17553.66</c:v>
                </c:pt>
                <c:pt idx="7550">
                  <c:v>62979</c:v>
                </c:pt>
                <c:pt idx="7551">
                  <c:v>6042.47</c:v>
                </c:pt>
                <c:pt idx="7552">
                  <c:v>17708.54</c:v>
                </c:pt>
                <c:pt idx="7553">
                  <c:v>26594.06</c:v>
                </c:pt>
                <c:pt idx="7554">
                  <c:v>8815.8700000000008</c:v>
                </c:pt>
                <c:pt idx="7555">
                  <c:v>37862.43</c:v>
                </c:pt>
                <c:pt idx="7556">
                  <c:v>61096.36</c:v>
                </c:pt>
                <c:pt idx="7557">
                  <c:v>43183.38</c:v>
                </c:pt>
                <c:pt idx="7558">
                  <c:v>8064.11</c:v>
                </c:pt>
                <c:pt idx="7559">
                  <c:v>33305.160000000003</c:v>
                </c:pt>
                <c:pt idx="7560">
                  <c:v>8625.11</c:v>
                </c:pt>
                <c:pt idx="7561">
                  <c:v>4353.92</c:v>
                </c:pt>
                <c:pt idx="7562">
                  <c:v>40052.29</c:v>
                </c:pt>
                <c:pt idx="7563">
                  <c:v>22205.8</c:v>
                </c:pt>
                <c:pt idx="7564">
                  <c:v>11728.12</c:v>
                </c:pt>
                <c:pt idx="7565">
                  <c:v>59033.58</c:v>
                </c:pt>
                <c:pt idx="7566">
                  <c:v>4942.72</c:v>
                </c:pt>
                <c:pt idx="7567">
                  <c:v>33596.22</c:v>
                </c:pt>
                <c:pt idx="7568">
                  <c:v>9820.82</c:v>
                </c:pt>
                <c:pt idx="7569">
                  <c:v>30994.74</c:v>
                </c:pt>
                <c:pt idx="7570">
                  <c:v>51835.43</c:v>
                </c:pt>
                <c:pt idx="7571">
                  <c:v>17191.099999999999</c:v>
                </c:pt>
                <c:pt idx="7572">
                  <c:v>47893.120000000003</c:v>
                </c:pt>
                <c:pt idx="7573">
                  <c:v>24651.9</c:v>
                </c:pt>
                <c:pt idx="7574">
                  <c:v>6249.26</c:v>
                </c:pt>
                <c:pt idx="7575">
                  <c:v>17477.419999999998</c:v>
                </c:pt>
                <c:pt idx="7576">
                  <c:v>12609.74</c:v>
                </c:pt>
                <c:pt idx="7577">
                  <c:v>1607.29</c:v>
                </c:pt>
                <c:pt idx="7578">
                  <c:v>15412.36</c:v>
                </c:pt>
                <c:pt idx="7579">
                  <c:v>27633.21</c:v>
                </c:pt>
                <c:pt idx="7580">
                  <c:v>28163.73</c:v>
                </c:pt>
                <c:pt idx="7581">
                  <c:v>50815.39</c:v>
                </c:pt>
                <c:pt idx="7582">
                  <c:v>14566.14</c:v>
                </c:pt>
                <c:pt idx="7583">
                  <c:v>14239.36</c:v>
                </c:pt>
                <c:pt idx="7584">
                  <c:v>5517.9</c:v>
                </c:pt>
                <c:pt idx="7585">
                  <c:v>49107.49</c:v>
                </c:pt>
                <c:pt idx="7586">
                  <c:v>65862.81</c:v>
                </c:pt>
                <c:pt idx="7587">
                  <c:v>9926.86</c:v>
                </c:pt>
                <c:pt idx="7588">
                  <c:v>14967.94</c:v>
                </c:pt>
                <c:pt idx="7589">
                  <c:v>7517.48</c:v>
                </c:pt>
                <c:pt idx="7590">
                  <c:v>22757.23</c:v>
                </c:pt>
                <c:pt idx="7591">
                  <c:v>16340.59</c:v>
                </c:pt>
                <c:pt idx="7592">
                  <c:v>36518.58</c:v>
                </c:pt>
                <c:pt idx="7593">
                  <c:v>55383.5</c:v>
                </c:pt>
                <c:pt idx="7594">
                  <c:v>2316.8000000000002</c:v>
                </c:pt>
                <c:pt idx="7595">
                  <c:v>66576.149999999994</c:v>
                </c:pt>
                <c:pt idx="7596">
                  <c:v>16086.43</c:v>
                </c:pt>
                <c:pt idx="7597">
                  <c:v>30625.1</c:v>
                </c:pt>
                <c:pt idx="7598">
                  <c:v>72027.56</c:v>
                </c:pt>
                <c:pt idx="7599">
                  <c:v>17042.82</c:v>
                </c:pt>
                <c:pt idx="7600">
                  <c:v>24131.94</c:v>
                </c:pt>
                <c:pt idx="7601">
                  <c:v>49967.82</c:v>
                </c:pt>
                <c:pt idx="7602">
                  <c:v>39193.5</c:v>
                </c:pt>
                <c:pt idx="7603">
                  <c:v>9259.49</c:v>
                </c:pt>
                <c:pt idx="7604">
                  <c:v>1168.6500000000001</c:v>
                </c:pt>
                <c:pt idx="7605">
                  <c:v>7448.97</c:v>
                </c:pt>
                <c:pt idx="7606">
                  <c:v>8094.11</c:v>
                </c:pt>
                <c:pt idx="7607">
                  <c:v>7914.92</c:v>
                </c:pt>
                <c:pt idx="7608">
                  <c:v>21439.78</c:v>
                </c:pt>
                <c:pt idx="7609">
                  <c:v>19505.810000000001</c:v>
                </c:pt>
                <c:pt idx="7610">
                  <c:v>18292.87</c:v>
                </c:pt>
                <c:pt idx="7611">
                  <c:v>7062.8</c:v>
                </c:pt>
                <c:pt idx="7612">
                  <c:v>60039.82</c:v>
                </c:pt>
                <c:pt idx="7613">
                  <c:v>87567.48</c:v>
                </c:pt>
                <c:pt idx="7614">
                  <c:v>24364.880000000001</c:v>
                </c:pt>
                <c:pt idx="7615">
                  <c:v>20355.240000000002</c:v>
                </c:pt>
                <c:pt idx="7616">
                  <c:v>44167.55</c:v>
                </c:pt>
                <c:pt idx="7617">
                  <c:v>9650.7800000000007</c:v>
                </c:pt>
                <c:pt idx="7618">
                  <c:v>82058.039999999994</c:v>
                </c:pt>
                <c:pt idx="7619">
                  <c:v>45325.47</c:v>
                </c:pt>
                <c:pt idx="7620">
                  <c:v>22015.98</c:v>
                </c:pt>
                <c:pt idx="7621">
                  <c:v>5919.45</c:v>
                </c:pt>
                <c:pt idx="7622">
                  <c:v>30055.33</c:v>
                </c:pt>
                <c:pt idx="7623">
                  <c:v>71048.800000000003</c:v>
                </c:pt>
                <c:pt idx="7624">
                  <c:v>14320.08</c:v>
                </c:pt>
                <c:pt idx="7625">
                  <c:v>31987.03</c:v>
                </c:pt>
                <c:pt idx="7626">
                  <c:v>19960.37</c:v>
                </c:pt>
                <c:pt idx="7627">
                  <c:v>50183.6</c:v>
                </c:pt>
                <c:pt idx="7628">
                  <c:v>34111.31</c:v>
                </c:pt>
                <c:pt idx="7629">
                  <c:v>29246.68</c:v>
                </c:pt>
                <c:pt idx="7630">
                  <c:v>85667.56</c:v>
                </c:pt>
                <c:pt idx="7631">
                  <c:v>15483.07</c:v>
                </c:pt>
                <c:pt idx="7632">
                  <c:v>81665.3</c:v>
                </c:pt>
                <c:pt idx="7633">
                  <c:v>20784.14</c:v>
                </c:pt>
                <c:pt idx="7634">
                  <c:v>32443.19</c:v>
                </c:pt>
                <c:pt idx="7635">
                  <c:v>15262.8</c:v>
                </c:pt>
                <c:pt idx="7636">
                  <c:v>46946.97</c:v>
                </c:pt>
                <c:pt idx="7637">
                  <c:v>60133.75</c:v>
                </c:pt>
                <c:pt idx="7638">
                  <c:v>15671.56</c:v>
                </c:pt>
                <c:pt idx="7639">
                  <c:v>5149.3500000000004</c:v>
                </c:pt>
                <c:pt idx="7640">
                  <c:v>10333.76</c:v>
                </c:pt>
                <c:pt idx="7641">
                  <c:v>63909.13</c:v>
                </c:pt>
                <c:pt idx="7642">
                  <c:v>48518.51</c:v>
                </c:pt>
                <c:pt idx="7643">
                  <c:v>9712.9</c:v>
                </c:pt>
                <c:pt idx="7644">
                  <c:v>48280.58</c:v>
                </c:pt>
                <c:pt idx="7645">
                  <c:v>42395.54</c:v>
                </c:pt>
                <c:pt idx="7646">
                  <c:v>8287.4599999999991</c:v>
                </c:pt>
                <c:pt idx="7647">
                  <c:v>91088.639999999999</c:v>
                </c:pt>
                <c:pt idx="7648">
                  <c:v>47417.21</c:v>
                </c:pt>
                <c:pt idx="7649">
                  <c:v>88087.23</c:v>
                </c:pt>
                <c:pt idx="7650">
                  <c:v>15159.72</c:v>
                </c:pt>
                <c:pt idx="7651">
                  <c:v>6352.29</c:v>
                </c:pt>
                <c:pt idx="7652">
                  <c:v>40669.699999999997</c:v>
                </c:pt>
                <c:pt idx="7653">
                  <c:v>15712.94</c:v>
                </c:pt>
                <c:pt idx="7654">
                  <c:v>85218.12</c:v>
                </c:pt>
                <c:pt idx="7655">
                  <c:v>56242.45</c:v>
                </c:pt>
                <c:pt idx="7656">
                  <c:v>58570.06</c:v>
                </c:pt>
                <c:pt idx="7657">
                  <c:v>1425.5</c:v>
                </c:pt>
                <c:pt idx="7658">
                  <c:v>11608.95</c:v>
                </c:pt>
                <c:pt idx="7659">
                  <c:v>60315.19</c:v>
                </c:pt>
                <c:pt idx="7660">
                  <c:v>40709.800000000003</c:v>
                </c:pt>
                <c:pt idx="7661">
                  <c:v>67942.31</c:v>
                </c:pt>
                <c:pt idx="7662">
                  <c:v>71741.22</c:v>
                </c:pt>
                <c:pt idx="7663">
                  <c:v>72930.38</c:v>
                </c:pt>
                <c:pt idx="7664">
                  <c:v>10250.700000000001</c:v>
                </c:pt>
                <c:pt idx="7665">
                  <c:v>6017</c:v>
                </c:pt>
                <c:pt idx="7666">
                  <c:v>29503.95</c:v>
                </c:pt>
                <c:pt idx="7667">
                  <c:v>13894.87</c:v>
                </c:pt>
                <c:pt idx="7668">
                  <c:v>83435.179999999993</c:v>
                </c:pt>
                <c:pt idx="7669">
                  <c:v>7997.8</c:v>
                </c:pt>
                <c:pt idx="7670">
                  <c:v>76795.320000000007</c:v>
                </c:pt>
                <c:pt idx="7671">
                  <c:v>2625.59</c:v>
                </c:pt>
                <c:pt idx="7672">
                  <c:v>20416.25</c:v>
                </c:pt>
                <c:pt idx="7673">
                  <c:v>10697.11</c:v>
                </c:pt>
                <c:pt idx="7674">
                  <c:v>15356.12</c:v>
                </c:pt>
                <c:pt idx="7675">
                  <c:v>30248.19</c:v>
                </c:pt>
                <c:pt idx="7676">
                  <c:v>25509.24</c:v>
                </c:pt>
                <c:pt idx="7677">
                  <c:v>25221.96</c:v>
                </c:pt>
                <c:pt idx="7678">
                  <c:v>50020.87</c:v>
                </c:pt>
                <c:pt idx="7679">
                  <c:v>44977.97</c:v>
                </c:pt>
                <c:pt idx="7680">
                  <c:v>55550.2</c:v>
                </c:pt>
                <c:pt idx="7681">
                  <c:v>15030.08</c:v>
                </c:pt>
                <c:pt idx="7682">
                  <c:v>36336.589999999997</c:v>
                </c:pt>
                <c:pt idx="7683">
                  <c:v>3971.43</c:v>
                </c:pt>
                <c:pt idx="7684">
                  <c:v>12953.3</c:v>
                </c:pt>
                <c:pt idx="7685">
                  <c:v>46883.02</c:v>
                </c:pt>
                <c:pt idx="7686">
                  <c:v>50430.559999999998</c:v>
                </c:pt>
                <c:pt idx="7687">
                  <c:v>91039.6</c:v>
                </c:pt>
                <c:pt idx="7688">
                  <c:v>44803.77</c:v>
                </c:pt>
                <c:pt idx="7689">
                  <c:v>26516.42</c:v>
                </c:pt>
                <c:pt idx="7690">
                  <c:v>18763.79</c:v>
                </c:pt>
                <c:pt idx="7691">
                  <c:v>7522.28</c:v>
                </c:pt>
                <c:pt idx="7692">
                  <c:v>74837.2</c:v>
                </c:pt>
                <c:pt idx="7693">
                  <c:v>92679.17</c:v>
                </c:pt>
                <c:pt idx="7694">
                  <c:v>51488.56</c:v>
                </c:pt>
                <c:pt idx="7695">
                  <c:v>34920.949999999997</c:v>
                </c:pt>
                <c:pt idx="7696">
                  <c:v>16190.58</c:v>
                </c:pt>
                <c:pt idx="7697">
                  <c:v>8369.5300000000007</c:v>
                </c:pt>
                <c:pt idx="7698">
                  <c:v>10137.459999999999</c:v>
                </c:pt>
                <c:pt idx="7699">
                  <c:v>46619.53</c:v>
                </c:pt>
                <c:pt idx="7700">
                  <c:v>10168.450000000001</c:v>
                </c:pt>
                <c:pt idx="7701">
                  <c:v>42830.080000000002</c:v>
                </c:pt>
                <c:pt idx="7702">
                  <c:v>10269.9</c:v>
                </c:pt>
                <c:pt idx="7703">
                  <c:v>12344.56</c:v>
                </c:pt>
                <c:pt idx="7704">
                  <c:v>14250.25</c:v>
                </c:pt>
                <c:pt idx="7705">
                  <c:v>55378.720000000001</c:v>
                </c:pt>
                <c:pt idx="7706">
                  <c:v>37430.300000000003</c:v>
                </c:pt>
                <c:pt idx="7707">
                  <c:v>30978.14</c:v>
                </c:pt>
                <c:pt idx="7708">
                  <c:v>19497.07</c:v>
                </c:pt>
                <c:pt idx="7709">
                  <c:v>58077.7</c:v>
                </c:pt>
                <c:pt idx="7710">
                  <c:v>57529.4</c:v>
                </c:pt>
                <c:pt idx="7711">
                  <c:v>27768.35</c:v>
                </c:pt>
                <c:pt idx="7712">
                  <c:v>14830.96</c:v>
                </c:pt>
                <c:pt idx="7713">
                  <c:v>60035.38</c:v>
                </c:pt>
                <c:pt idx="7714">
                  <c:v>35960.65</c:v>
                </c:pt>
                <c:pt idx="7715">
                  <c:v>38810.06</c:v>
                </c:pt>
                <c:pt idx="7716">
                  <c:v>86921.38</c:v>
                </c:pt>
                <c:pt idx="7717">
                  <c:v>27056.26</c:v>
                </c:pt>
                <c:pt idx="7718">
                  <c:v>72882.28</c:v>
                </c:pt>
                <c:pt idx="7719">
                  <c:v>45020.68</c:v>
                </c:pt>
                <c:pt idx="7720">
                  <c:v>2744.35</c:v>
                </c:pt>
                <c:pt idx="7721">
                  <c:v>4128.12</c:v>
                </c:pt>
                <c:pt idx="7722">
                  <c:v>11224.52</c:v>
                </c:pt>
                <c:pt idx="7723">
                  <c:v>8827.41</c:v>
                </c:pt>
                <c:pt idx="7724">
                  <c:v>7168.74</c:v>
                </c:pt>
                <c:pt idx="7725">
                  <c:v>90284.92</c:v>
                </c:pt>
                <c:pt idx="7726">
                  <c:v>60197.760000000002</c:v>
                </c:pt>
                <c:pt idx="7727">
                  <c:v>11644.79</c:v>
                </c:pt>
                <c:pt idx="7728">
                  <c:v>60421.599999999999</c:v>
                </c:pt>
                <c:pt idx="7729">
                  <c:v>64786.37</c:v>
                </c:pt>
                <c:pt idx="7730">
                  <c:v>11029.57</c:v>
                </c:pt>
                <c:pt idx="7731">
                  <c:v>71989.259999999995</c:v>
                </c:pt>
                <c:pt idx="7732">
                  <c:v>10056.200000000001</c:v>
                </c:pt>
                <c:pt idx="7733">
                  <c:v>9102.74</c:v>
                </c:pt>
                <c:pt idx="7734">
                  <c:v>50459.81</c:v>
                </c:pt>
                <c:pt idx="7735">
                  <c:v>20827.060000000001</c:v>
                </c:pt>
                <c:pt idx="7736">
                  <c:v>38491.370000000003</c:v>
                </c:pt>
                <c:pt idx="7737">
                  <c:v>37859.54</c:v>
                </c:pt>
                <c:pt idx="7738">
                  <c:v>12376</c:v>
                </c:pt>
                <c:pt idx="7739">
                  <c:v>79236.27</c:v>
                </c:pt>
                <c:pt idx="7740">
                  <c:v>34489.07</c:v>
                </c:pt>
                <c:pt idx="7741">
                  <c:v>7903.43</c:v>
                </c:pt>
                <c:pt idx="7742">
                  <c:v>19502.72</c:v>
                </c:pt>
                <c:pt idx="7743">
                  <c:v>3352.18</c:v>
                </c:pt>
                <c:pt idx="7744">
                  <c:v>14649.73</c:v>
                </c:pt>
                <c:pt idx="7745">
                  <c:v>29921.94</c:v>
                </c:pt>
                <c:pt idx="7746">
                  <c:v>7277.27</c:v>
                </c:pt>
                <c:pt idx="7747">
                  <c:v>20254.12</c:v>
                </c:pt>
                <c:pt idx="7748">
                  <c:v>6186.14</c:v>
                </c:pt>
                <c:pt idx="7749">
                  <c:v>10942.6</c:v>
                </c:pt>
                <c:pt idx="7750">
                  <c:v>25175.84</c:v>
                </c:pt>
                <c:pt idx="7751">
                  <c:v>72848.06</c:v>
                </c:pt>
                <c:pt idx="7752">
                  <c:v>38849.21</c:v>
                </c:pt>
                <c:pt idx="7753">
                  <c:v>30303.47</c:v>
                </c:pt>
                <c:pt idx="7754">
                  <c:v>7880.01</c:v>
                </c:pt>
                <c:pt idx="7755">
                  <c:v>81458.789999999994</c:v>
                </c:pt>
                <c:pt idx="7756">
                  <c:v>38493.69</c:v>
                </c:pt>
                <c:pt idx="7757">
                  <c:v>26190.61</c:v>
                </c:pt>
                <c:pt idx="7758">
                  <c:v>50161.29</c:v>
                </c:pt>
                <c:pt idx="7759">
                  <c:v>51814.879999999997</c:v>
                </c:pt>
                <c:pt idx="7760">
                  <c:v>78724.88</c:v>
                </c:pt>
                <c:pt idx="7761">
                  <c:v>64562.33</c:v>
                </c:pt>
                <c:pt idx="7762">
                  <c:v>13540.38</c:v>
                </c:pt>
                <c:pt idx="7763">
                  <c:v>59246.57</c:v>
                </c:pt>
                <c:pt idx="7764">
                  <c:v>6963.76</c:v>
                </c:pt>
                <c:pt idx="7765">
                  <c:v>5352.4</c:v>
                </c:pt>
                <c:pt idx="7766">
                  <c:v>45445.47</c:v>
                </c:pt>
                <c:pt idx="7767">
                  <c:v>9371.5</c:v>
                </c:pt>
                <c:pt idx="7768">
                  <c:v>6776</c:v>
                </c:pt>
                <c:pt idx="7769">
                  <c:v>23600.68</c:v>
                </c:pt>
                <c:pt idx="7770">
                  <c:v>63484.43</c:v>
                </c:pt>
                <c:pt idx="7771">
                  <c:v>40286.19</c:v>
                </c:pt>
                <c:pt idx="7772">
                  <c:v>38193.07</c:v>
                </c:pt>
                <c:pt idx="7773">
                  <c:v>50939.839999999997</c:v>
                </c:pt>
                <c:pt idx="7774">
                  <c:v>76777.259999999995</c:v>
                </c:pt>
                <c:pt idx="7775">
                  <c:v>70920.53</c:v>
                </c:pt>
                <c:pt idx="7776">
                  <c:v>15580.44</c:v>
                </c:pt>
                <c:pt idx="7777">
                  <c:v>27509.14</c:v>
                </c:pt>
                <c:pt idx="7778">
                  <c:v>31079.919999999998</c:v>
                </c:pt>
                <c:pt idx="7779">
                  <c:v>100275.42</c:v>
                </c:pt>
                <c:pt idx="7780">
                  <c:v>9102.58</c:v>
                </c:pt>
                <c:pt idx="7781">
                  <c:v>22505.84</c:v>
                </c:pt>
                <c:pt idx="7782">
                  <c:v>7562.97</c:v>
                </c:pt>
                <c:pt idx="7783">
                  <c:v>3885.34</c:v>
                </c:pt>
                <c:pt idx="7784">
                  <c:v>37911.64</c:v>
                </c:pt>
                <c:pt idx="7785">
                  <c:v>24679.34</c:v>
                </c:pt>
                <c:pt idx="7786">
                  <c:v>15387.48</c:v>
                </c:pt>
                <c:pt idx="7787">
                  <c:v>59856.3</c:v>
                </c:pt>
                <c:pt idx="7788">
                  <c:v>83134.039999999994</c:v>
                </c:pt>
                <c:pt idx="7789">
                  <c:v>18641.45</c:v>
                </c:pt>
                <c:pt idx="7790">
                  <c:v>48340.73</c:v>
                </c:pt>
                <c:pt idx="7791">
                  <c:v>9332.7199999999993</c:v>
                </c:pt>
                <c:pt idx="7792">
                  <c:v>2479.0500000000002</c:v>
                </c:pt>
                <c:pt idx="7793">
                  <c:v>7180.42</c:v>
                </c:pt>
                <c:pt idx="7794">
                  <c:v>13700.18</c:v>
                </c:pt>
                <c:pt idx="7795">
                  <c:v>50460.53</c:v>
                </c:pt>
                <c:pt idx="7796">
                  <c:v>17052.02</c:v>
                </c:pt>
                <c:pt idx="7797">
                  <c:v>49107.78</c:v>
                </c:pt>
                <c:pt idx="7798">
                  <c:v>38443.019999999997</c:v>
                </c:pt>
                <c:pt idx="7799">
                  <c:v>34266.75</c:v>
                </c:pt>
                <c:pt idx="7800">
                  <c:v>7355.8</c:v>
                </c:pt>
                <c:pt idx="7801">
                  <c:v>31933.360000000001</c:v>
                </c:pt>
                <c:pt idx="7802">
                  <c:v>12786.77</c:v>
                </c:pt>
                <c:pt idx="7803">
                  <c:v>27077.02</c:v>
                </c:pt>
                <c:pt idx="7804">
                  <c:v>51844.55</c:v>
                </c:pt>
                <c:pt idx="7805">
                  <c:v>30595.73</c:v>
                </c:pt>
                <c:pt idx="7806">
                  <c:v>10234.81</c:v>
                </c:pt>
                <c:pt idx="7807">
                  <c:v>26403.05</c:v>
                </c:pt>
                <c:pt idx="7808">
                  <c:v>34851.230000000003</c:v>
                </c:pt>
                <c:pt idx="7809">
                  <c:v>100215.67999999999</c:v>
                </c:pt>
                <c:pt idx="7810">
                  <c:v>3488.92</c:v>
                </c:pt>
                <c:pt idx="7811">
                  <c:v>20576.3</c:v>
                </c:pt>
                <c:pt idx="7812">
                  <c:v>11823.4</c:v>
                </c:pt>
                <c:pt idx="7813">
                  <c:v>10142.4</c:v>
                </c:pt>
                <c:pt idx="7814">
                  <c:v>13821.53</c:v>
                </c:pt>
                <c:pt idx="7815">
                  <c:v>4860.17</c:v>
                </c:pt>
                <c:pt idx="7816">
                  <c:v>15415.72</c:v>
                </c:pt>
                <c:pt idx="7817">
                  <c:v>27249.55</c:v>
                </c:pt>
                <c:pt idx="7818">
                  <c:v>61256.35</c:v>
                </c:pt>
                <c:pt idx="7819">
                  <c:v>83808.479999999996</c:v>
                </c:pt>
                <c:pt idx="7820">
                  <c:v>40989.94</c:v>
                </c:pt>
                <c:pt idx="7821">
                  <c:v>56517.93</c:v>
                </c:pt>
                <c:pt idx="7822">
                  <c:v>10814.96</c:v>
                </c:pt>
                <c:pt idx="7823">
                  <c:v>67226.12</c:v>
                </c:pt>
                <c:pt idx="7824">
                  <c:v>28286.68</c:v>
                </c:pt>
                <c:pt idx="7825">
                  <c:v>57874.41</c:v>
                </c:pt>
                <c:pt idx="7826">
                  <c:v>33497.769999999997</c:v>
                </c:pt>
                <c:pt idx="7827">
                  <c:v>44385.52</c:v>
                </c:pt>
                <c:pt idx="7828">
                  <c:v>17828.41</c:v>
                </c:pt>
                <c:pt idx="7829">
                  <c:v>34345.919999999998</c:v>
                </c:pt>
                <c:pt idx="7830">
                  <c:v>8162.72</c:v>
                </c:pt>
                <c:pt idx="7831">
                  <c:v>24558.38</c:v>
                </c:pt>
                <c:pt idx="7832">
                  <c:v>72219.5</c:v>
                </c:pt>
                <c:pt idx="7833">
                  <c:v>13247.68</c:v>
                </c:pt>
                <c:pt idx="7834">
                  <c:v>46435.94</c:v>
                </c:pt>
                <c:pt idx="7835">
                  <c:v>32341.21</c:v>
                </c:pt>
                <c:pt idx="7836">
                  <c:v>48453.77</c:v>
                </c:pt>
                <c:pt idx="7837">
                  <c:v>27175.93</c:v>
                </c:pt>
                <c:pt idx="7838">
                  <c:v>74392.86</c:v>
                </c:pt>
                <c:pt idx="7839">
                  <c:v>10248.89</c:v>
                </c:pt>
                <c:pt idx="7840">
                  <c:v>62605.46</c:v>
                </c:pt>
                <c:pt idx="7841">
                  <c:v>36570.92</c:v>
                </c:pt>
                <c:pt idx="7842">
                  <c:v>8497.44</c:v>
                </c:pt>
                <c:pt idx="7843">
                  <c:v>41848.82</c:v>
                </c:pt>
                <c:pt idx="7844">
                  <c:v>69940.399999999994</c:v>
                </c:pt>
                <c:pt idx="7845">
                  <c:v>20289.34</c:v>
                </c:pt>
                <c:pt idx="7846">
                  <c:v>47097.120000000003</c:v>
                </c:pt>
                <c:pt idx="7847">
                  <c:v>13142.96</c:v>
                </c:pt>
                <c:pt idx="7848">
                  <c:v>51838.83</c:v>
                </c:pt>
                <c:pt idx="7849">
                  <c:v>20139.169999999998</c:v>
                </c:pt>
                <c:pt idx="7850">
                  <c:v>48973.56</c:v>
                </c:pt>
                <c:pt idx="7851">
                  <c:v>27253.3</c:v>
                </c:pt>
                <c:pt idx="7852">
                  <c:v>46919.38</c:v>
                </c:pt>
                <c:pt idx="7853">
                  <c:v>3074.16</c:v>
                </c:pt>
                <c:pt idx="7854">
                  <c:v>72537.52</c:v>
                </c:pt>
                <c:pt idx="7855">
                  <c:v>25239.19</c:v>
                </c:pt>
                <c:pt idx="7856">
                  <c:v>41726.980000000003</c:v>
                </c:pt>
                <c:pt idx="7857">
                  <c:v>23825.84</c:v>
                </c:pt>
                <c:pt idx="7858">
                  <c:v>53608.11</c:v>
                </c:pt>
                <c:pt idx="7859">
                  <c:v>39073.11</c:v>
                </c:pt>
                <c:pt idx="7860">
                  <c:v>3570.6</c:v>
                </c:pt>
                <c:pt idx="7861">
                  <c:v>34735.31</c:v>
                </c:pt>
                <c:pt idx="7862">
                  <c:v>22898.82</c:v>
                </c:pt>
                <c:pt idx="7863">
                  <c:v>9877.81</c:v>
                </c:pt>
                <c:pt idx="7864">
                  <c:v>28247.81</c:v>
                </c:pt>
                <c:pt idx="7865">
                  <c:v>6388.64</c:v>
                </c:pt>
                <c:pt idx="7866">
                  <c:v>6714.59</c:v>
                </c:pt>
                <c:pt idx="7867">
                  <c:v>14814.95</c:v>
                </c:pt>
                <c:pt idx="7868">
                  <c:v>40157.410000000003</c:v>
                </c:pt>
                <c:pt idx="7869">
                  <c:v>65992.42</c:v>
                </c:pt>
                <c:pt idx="7870">
                  <c:v>48034.82</c:v>
                </c:pt>
                <c:pt idx="7871">
                  <c:v>48658.239999999998</c:v>
                </c:pt>
                <c:pt idx="7872">
                  <c:v>70991.42</c:v>
                </c:pt>
                <c:pt idx="7873">
                  <c:v>45345.95</c:v>
                </c:pt>
                <c:pt idx="7874">
                  <c:v>15201.08</c:v>
                </c:pt>
                <c:pt idx="7875">
                  <c:v>5177.1499999999996</c:v>
                </c:pt>
                <c:pt idx="7876">
                  <c:v>7407.16</c:v>
                </c:pt>
                <c:pt idx="7877">
                  <c:v>16007.56</c:v>
                </c:pt>
                <c:pt idx="7878">
                  <c:v>55556.11</c:v>
                </c:pt>
                <c:pt idx="7879">
                  <c:v>63168.05</c:v>
                </c:pt>
                <c:pt idx="7880">
                  <c:v>27358.51</c:v>
                </c:pt>
                <c:pt idx="7881">
                  <c:v>18305.759999999998</c:v>
                </c:pt>
                <c:pt idx="7882">
                  <c:v>11041.06</c:v>
                </c:pt>
                <c:pt idx="7883">
                  <c:v>18742.91</c:v>
                </c:pt>
                <c:pt idx="7884">
                  <c:v>1975.74</c:v>
                </c:pt>
                <c:pt idx="7885">
                  <c:v>3653.84</c:v>
                </c:pt>
                <c:pt idx="7886">
                  <c:v>56922.26</c:v>
                </c:pt>
                <c:pt idx="7887">
                  <c:v>17754.09</c:v>
                </c:pt>
                <c:pt idx="7888">
                  <c:v>91858.06</c:v>
                </c:pt>
                <c:pt idx="7889">
                  <c:v>25985.74</c:v>
                </c:pt>
                <c:pt idx="7890">
                  <c:v>63782.34</c:v>
                </c:pt>
                <c:pt idx="7891">
                  <c:v>17911.29</c:v>
                </c:pt>
                <c:pt idx="7892">
                  <c:v>25839.91</c:v>
                </c:pt>
                <c:pt idx="7893">
                  <c:v>7704.55</c:v>
                </c:pt>
                <c:pt idx="7894">
                  <c:v>23282.97</c:v>
                </c:pt>
                <c:pt idx="7895">
                  <c:v>21341.16</c:v>
                </c:pt>
                <c:pt idx="7896">
                  <c:v>6738.11</c:v>
                </c:pt>
                <c:pt idx="7897">
                  <c:v>4762.99</c:v>
                </c:pt>
                <c:pt idx="7898">
                  <c:v>8408.07</c:v>
                </c:pt>
                <c:pt idx="7899">
                  <c:v>25028.7</c:v>
                </c:pt>
                <c:pt idx="7900">
                  <c:v>57484.35</c:v>
                </c:pt>
                <c:pt idx="7901">
                  <c:v>9476.42</c:v>
                </c:pt>
                <c:pt idx="7902">
                  <c:v>18878.66</c:v>
                </c:pt>
                <c:pt idx="7903">
                  <c:v>47032.76</c:v>
                </c:pt>
                <c:pt idx="7904">
                  <c:v>81614.990000000005</c:v>
                </c:pt>
                <c:pt idx="7905">
                  <c:v>92104.84</c:v>
                </c:pt>
                <c:pt idx="7906">
                  <c:v>13642.05</c:v>
                </c:pt>
                <c:pt idx="7907">
                  <c:v>28927.65</c:v>
                </c:pt>
                <c:pt idx="7908">
                  <c:v>9506</c:v>
                </c:pt>
                <c:pt idx="7909">
                  <c:v>31984.26</c:v>
                </c:pt>
                <c:pt idx="7910">
                  <c:v>4043.59</c:v>
                </c:pt>
                <c:pt idx="7911">
                  <c:v>93874.98</c:v>
                </c:pt>
                <c:pt idx="7912">
                  <c:v>37068.19</c:v>
                </c:pt>
                <c:pt idx="7913">
                  <c:v>16577.34</c:v>
                </c:pt>
                <c:pt idx="7914">
                  <c:v>58895.14</c:v>
                </c:pt>
                <c:pt idx="7915">
                  <c:v>5871.94</c:v>
                </c:pt>
                <c:pt idx="7916">
                  <c:v>85289.61</c:v>
                </c:pt>
                <c:pt idx="7917">
                  <c:v>13733.71</c:v>
                </c:pt>
                <c:pt idx="7918">
                  <c:v>59636.54</c:v>
                </c:pt>
                <c:pt idx="7919">
                  <c:v>92867.57</c:v>
                </c:pt>
                <c:pt idx="7920">
                  <c:v>12040.06</c:v>
                </c:pt>
                <c:pt idx="7921">
                  <c:v>14758.47</c:v>
                </c:pt>
                <c:pt idx="7922">
                  <c:v>17752.39</c:v>
                </c:pt>
                <c:pt idx="7923">
                  <c:v>65303.07</c:v>
                </c:pt>
                <c:pt idx="7924">
                  <c:v>64234.15</c:v>
                </c:pt>
                <c:pt idx="7925">
                  <c:v>6233.63</c:v>
                </c:pt>
                <c:pt idx="7926">
                  <c:v>28829.3</c:v>
                </c:pt>
                <c:pt idx="7927">
                  <c:v>78199.13</c:v>
                </c:pt>
                <c:pt idx="7928">
                  <c:v>28769.93</c:v>
                </c:pt>
                <c:pt idx="7929">
                  <c:v>72455.199999999997</c:v>
                </c:pt>
                <c:pt idx="7930">
                  <c:v>51593.69</c:v>
                </c:pt>
                <c:pt idx="7931">
                  <c:v>6814.03</c:v>
                </c:pt>
                <c:pt idx="7932">
                  <c:v>20378.3</c:v>
                </c:pt>
                <c:pt idx="7933">
                  <c:v>26609.35</c:v>
                </c:pt>
                <c:pt idx="7934">
                  <c:v>18076.84</c:v>
                </c:pt>
                <c:pt idx="7935">
                  <c:v>76913.02</c:v>
                </c:pt>
                <c:pt idx="7936">
                  <c:v>4088.6</c:v>
                </c:pt>
                <c:pt idx="7937">
                  <c:v>21035.8</c:v>
                </c:pt>
                <c:pt idx="7938">
                  <c:v>95591.06</c:v>
                </c:pt>
                <c:pt idx="7939">
                  <c:v>26625.75</c:v>
                </c:pt>
                <c:pt idx="7940">
                  <c:v>65681.94</c:v>
                </c:pt>
                <c:pt idx="7941">
                  <c:v>5055.9399999999996</c:v>
                </c:pt>
                <c:pt idx="7942">
                  <c:v>1302.96</c:v>
                </c:pt>
                <c:pt idx="7943">
                  <c:v>11290.25</c:v>
                </c:pt>
                <c:pt idx="7944">
                  <c:v>11000.4</c:v>
                </c:pt>
                <c:pt idx="7945">
                  <c:v>42172.46</c:v>
                </c:pt>
                <c:pt idx="7946">
                  <c:v>26820.68</c:v>
                </c:pt>
                <c:pt idx="7947">
                  <c:v>6536.14</c:v>
                </c:pt>
                <c:pt idx="7948">
                  <c:v>21197.48</c:v>
                </c:pt>
                <c:pt idx="7949">
                  <c:v>32450.76</c:v>
                </c:pt>
                <c:pt idx="7950">
                  <c:v>83727.94</c:v>
                </c:pt>
                <c:pt idx="7951">
                  <c:v>24897.98</c:v>
                </c:pt>
                <c:pt idx="7952">
                  <c:v>20045.759999999998</c:v>
                </c:pt>
                <c:pt idx="7953">
                  <c:v>12401.76</c:v>
                </c:pt>
                <c:pt idx="7954">
                  <c:v>20800.13</c:v>
                </c:pt>
                <c:pt idx="7955">
                  <c:v>23475.52</c:v>
                </c:pt>
                <c:pt idx="7956">
                  <c:v>86092.24</c:v>
                </c:pt>
                <c:pt idx="7957">
                  <c:v>37197.769999999997</c:v>
                </c:pt>
                <c:pt idx="7958">
                  <c:v>46916.45</c:v>
                </c:pt>
                <c:pt idx="7959">
                  <c:v>12791.77</c:v>
                </c:pt>
                <c:pt idx="7960">
                  <c:v>2120.2199999999998</c:v>
                </c:pt>
                <c:pt idx="7961">
                  <c:v>28136.06</c:v>
                </c:pt>
                <c:pt idx="7962">
                  <c:v>3305.78</c:v>
                </c:pt>
                <c:pt idx="7963">
                  <c:v>22154.03</c:v>
                </c:pt>
                <c:pt idx="7964">
                  <c:v>2024.32</c:v>
                </c:pt>
                <c:pt idx="7965">
                  <c:v>57941.35</c:v>
                </c:pt>
                <c:pt idx="7966">
                  <c:v>5815.11</c:v>
                </c:pt>
                <c:pt idx="7967">
                  <c:v>12543.61</c:v>
                </c:pt>
                <c:pt idx="7968">
                  <c:v>9772.0499999999993</c:v>
                </c:pt>
                <c:pt idx="7969">
                  <c:v>55095.16</c:v>
                </c:pt>
                <c:pt idx="7970">
                  <c:v>13992.72</c:v>
                </c:pt>
                <c:pt idx="7971">
                  <c:v>44848.19</c:v>
                </c:pt>
                <c:pt idx="7972">
                  <c:v>35757.33</c:v>
                </c:pt>
                <c:pt idx="7973">
                  <c:v>18311.75</c:v>
                </c:pt>
                <c:pt idx="7974">
                  <c:v>64366.6</c:v>
                </c:pt>
                <c:pt idx="7975">
                  <c:v>90036.56</c:v>
                </c:pt>
                <c:pt idx="7976">
                  <c:v>26501.14</c:v>
                </c:pt>
                <c:pt idx="7977">
                  <c:v>2684.75</c:v>
                </c:pt>
                <c:pt idx="7978">
                  <c:v>11093.63</c:v>
                </c:pt>
                <c:pt idx="7979">
                  <c:v>54542.75</c:v>
                </c:pt>
                <c:pt idx="7980">
                  <c:v>23596.39</c:v>
                </c:pt>
                <c:pt idx="7981">
                  <c:v>11942.07</c:v>
                </c:pt>
                <c:pt idx="7982">
                  <c:v>52731.92</c:v>
                </c:pt>
                <c:pt idx="7983">
                  <c:v>77763.17</c:v>
                </c:pt>
                <c:pt idx="7984">
                  <c:v>40416.230000000003</c:v>
                </c:pt>
                <c:pt idx="7985">
                  <c:v>16691.47</c:v>
                </c:pt>
                <c:pt idx="7986">
                  <c:v>71392.44</c:v>
                </c:pt>
                <c:pt idx="7987">
                  <c:v>23349.19</c:v>
                </c:pt>
                <c:pt idx="7988">
                  <c:v>40343</c:v>
                </c:pt>
                <c:pt idx="7989">
                  <c:v>28805.41</c:v>
                </c:pt>
                <c:pt idx="7990">
                  <c:v>57423.24</c:v>
                </c:pt>
                <c:pt idx="7991">
                  <c:v>13503.63</c:v>
                </c:pt>
                <c:pt idx="7992">
                  <c:v>77993.679999999993</c:v>
                </c:pt>
                <c:pt idx="7993">
                  <c:v>58330.63</c:v>
                </c:pt>
                <c:pt idx="7994">
                  <c:v>46271.82</c:v>
                </c:pt>
                <c:pt idx="7995">
                  <c:v>38369.86</c:v>
                </c:pt>
                <c:pt idx="7996">
                  <c:v>18750.61</c:v>
                </c:pt>
                <c:pt idx="7997">
                  <c:v>33221.29</c:v>
                </c:pt>
                <c:pt idx="7998">
                  <c:v>93375.66</c:v>
                </c:pt>
                <c:pt idx="7999">
                  <c:v>5432.7</c:v>
                </c:pt>
                <c:pt idx="8000">
                  <c:v>26396.75</c:v>
                </c:pt>
                <c:pt idx="8001">
                  <c:v>11701.62</c:v>
                </c:pt>
                <c:pt idx="8002">
                  <c:v>51247.3</c:v>
                </c:pt>
                <c:pt idx="8003">
                  <c:v>35395.629999999997</c:v>
                </c:pt>
                <c:pt idx="8004">
                  <c:v>45711.22</c:v>
                </c:pt>
                <c:pt idx="8005">
                  <c:v>87624.75</c:v>
                </c:pt>
                <c:pt idx="8006">
                  <c:v>16213.09</c:v>
                </c:pt>
                <c:pt idx="8007">
                  <c:v>11220.17</c:v>
                </c:pt>
                <c:pt idx="8008">
                  <c:v>61873.14</c:v>
                </c:pt>
                <c:pt idx="8009">
                  <c:v>2470.92</c:v>
                </c:pt>
                <c:pt idx="8010">
                  <c:v>98648.13</c:v>
                </c:pt>
                <c:pt idx="8011">
                  <c:v>44948.480000000003</c:v>
                </c:pt>
                <c:pt idx="8012">
                  <c:v>50645.11</c:v>
                </c:pt>
                <c:pt idx="8013">
                  <c:v>78133.23</c:v>
                </c:pt>
                <c:pt idx="8014">
                  <c:v>94911.6</c:v>
                </c:pt>
                <c:pt idx="8015">
                  <c:v>19708.98</c:v>
                </c:pt>
                <c:pt idx="8016">
                  <c:v>16582.7</c:v>
                </c:pt>
                <c:pt idx="8017">
                  <c:v>39448.080000000002</c:v>
                </c:pt>
                <c:pt idx="8018">
                  <c:v>8033.28</c:v>
                </c:pt>
                <c:pt idx="8019">
                  <c:v>20611.96</c:v>
                </c:pt>
                <c:pt idx="8020">
                  <c:v>19375.7</c:v>
                </c:pt>
                <c:pt idx="8021">
                  <c:v>33491.300000000003</c:v>
                </c:pt>
                <c:pt idx="8022">
                  <c:v>13105.34</c:v>
                </c:pt>
                <c:pt idx="8023">
                  <c:v>37524.269999999997</c:v>
                </c:pt>
                <c:pt idx="8024">
                  <c:v>48358.74</c:v>
                </c:pt>
                <c:pt idx="8025">
                  <c:v>6075.03</c:v>
                </c:pt>
                <c:pt idx="8026">
                  <c:v>40181.120000000003</c:v>
                </c:pt>
                <c:pt idx="8027">
                  <c:v>20686.36</c:v>
                </c:pt>
                <c:pt idx="8028">
                  <c:v>9174.26</c:v>
                </c:pt>
                <c:pt idx="8029">
                  <c:v>17053.259999999998</c:v>
                </c:pt>
                <c:pt idx="8030">
                  <c:v>15162.05</c:v>
                </c:pt>
                <c:pt idx="8031">
                  <c:v>36307.82</c:v>
                </c:pt>
                <c:pt idx="8032">
                  <c:v>83621.16</c:v>
                </c:pt>
                <c:pt idx="8033">
                  <c:v>32452.12</c:v>
                </c:pt>
                <c:pt idx="8034">
                  <c:v>29484.32</c:v>
                </c:pt>
                <c:pt idx="8035">
                  <c:v>21926.17</c:v>
                </c:pt>
                <c:pt idx="8036">
                  <c:v>72699.61</c:v>
                </c:pt>
                <c:pt idx="8037">
                  <c:v>34927.72</c:v>
                </c:pt>
                <c:pt idx="8038">
                  <c:v>8199.65</c:v>
                </c:pt>
                <c:pt idx="8039">
                  <c:v>20972.35</c:v>
                </c:pt>
                <c:pt idx="8040">
                  <c:v>29308.19</c:v>
                </c:pt>
                <c:pt idx="8041">
                  <c:v>24812.34</c:v>
                </c:pt>
                <c:pt idx="8042">
                  <c:v>9746.91</c:v>
                </c:pt>
                <c:pt idx="8043">
                  <c:v>23901.03</c:v>
                </c:pt>
                <c:pt idx="8044">
                  <c:v>84509.98</c:v>
                </c:pt>
                <c:pt idx="8045">
                  <c:v>74235.42</c:v>
                </c:pt>
                <c:pt idx="8046">
                  <c:v>17847.48</c:v>
                </c:pt>
                <c:pt idx="8047">
                  <c:v>19958.78</c:v>
                </c:pt>
                <c:pt idx="8048">
                  <c:v>57202.17</c:v>
                </c:pt>
                <c:pt idx="8049">
                  <c:v>48805.51</c:v>
                </c:pt>
                <c:pt idx="8050">
                  <c:v>6932.52</c:v>
                </c:pt>
                <c:pt idx="8051">
                  <c:v>55705.21</c:v>
                </c:pt>
                <c:pt idx="8052">
                  <c:v>8327.35</c:v>
                </c:pt>
                <c:pt idx="8053">
                  <c:v>19562.93</c:v>
                </c:pt>
                <c:pt idx="8054">
                  <c:v>62592.97</c:v>
                </c:pt>
                <c:pt idx="8055">
                  <c:v>10815.27</c:v>
                </c:pt>
                <c:pt idx="8056">
                  <c:v>53028.49</c:v>
                </c:pt>
                <c:pt idx="8057">
                  <c:v>4607.6499999999996</c:v>
                </c:pt>
                <c:pt idx="8058">
                  <c:v>26733.29</c:v>
                </c:pt>
                <c:pt idx="8059">
                  <c:v>20149.82</c:v>
                </c:pt>
                <c:pt idx="8060">
                  <c:v>4013.98</c:v>
                </c:pt>
                <c:pt idx="8061">
                  <c:v>2051.2199999999998</c:v>
                </c:pt>
                <c:pt idx="8062">
                  <c:v>25686.99</c:v>
                </c:pt>
                <c:pt idx="8063">
                  <c:v>102767.81</c:v>
                </c:pt>
                <c:pt idx="8064">
                  <c:v>37468.589999999997</c:v>
                </c:pt>
                <c:pt idx="8065">
                  <c:v>29998.46</c:v>
                </c:pt>
                <c:pt idx="8066">
                  <c:v>38317.17</c:v>
                </c:pt>
                <c:pt idx="8067">
                  <c:v>13291.17</c:v>
                </c:pt>
                <c:pt idx="8068">
                  <c:v>19487.62</c:v>
                </c:pt>
                <c:pt idx="8069">
                  <c:v>81451.02</c:v>
                </c:pt>
                <c:pt idx="8070">
                  <c:v>8421.5499999999993</c:v>
                </c:pt>
                <c:pt idx="8071">
                  <c:v>11383.83</c:v>
                </c:pt>
                <c:pt idx="8072">
                  <c:v>25097.97</c:v>
                </c:pt>
                <c:pt idx="8073">
                  <c:v>43091.83</c:v>
                </c:pt>
                <c:pt idx="8074">
                  <c:v>73549.22</c:v>
                </c:pt>
                <c:pt idx="8075">
                  <c:v>32441</c:v>
                </c:pt>
                <c:pt idx="8076">
                  <c:v>16437.330000000002</c:v>
                </c:pt>
                <c:pt idx="8077">
                  <c:v>9430.51</c:v>
                </c:pt>
                <c:pt idx="8078">
                  <c:v>62971.97</c:v>
                </c:pt>
                <c:pt idx="8079">
                  <c:v>24334.880000000001</c:v>
                </c:pt>
                <c:pt idx="8080">
                  <c:v>11441.7</c:v>
                </c:pt>
                <c:pt idx="8081">
                  <c:v>25609.75</c:v>
                </c:pt>
                <c:pt idx="8082">
                  <c:v>62861.06</c:v>
                </c:pt>
                <c:pt idx="8083">
                  <c:v>33560.6</c:v>
                </c:pt>
                <c:pt idx="8084">
                  <c:v>43182.53</c:v>
                </c:pt>
                <c:pt idx="8085">
                  <c:v>5515.3</c:v>
                </c:pt>
                <c:pt idx="8086">
                  <c:v>4879.28</c:v>
                </c:pt>
                <c:pt idx="8087">
                  <c:v>18841.07</c:v>
                </c:pt>
                <c:pt idx="8088">
                  <c:v>12071.85</c:v>
                </c:pt>
                <c:pt idx="8089">
                  <c:v>3958.4</c:v>
                </c:pt>
                <c:pt idx="8090">
                  <c:v>37968.17</c:v>
                </c:pt>
                <c:pt idx="8091">
                  <c:v>35385.550000000003</c:v>
                </c:pt>
                <c:pt idx="8092">
                  <c:v>49008.33</c:v>
                </c:pt>
                <c:pt idx="8093">
                  <c:v>13597</c:v>
                </c:pt>
                <c:pt idx="8094">
                  <c:v>15516.56</c:v>
                </c:pt>
                <c:pt idx="8095">
                  <c:v>15982.34</c:v>
                </c:pt>
                <c:pt idx="8096">
                  <c:v>54429.73</c:v>
                </c:pt>
                <c:pt idx="8097">
                  <c:v>27392.59</c:v>
                </c:pt>
                <c:pt idx="8098">
                  <c:v>5628.96</c:v>
                </c:pt>
                <c:pt idx="8099">
                  <c:v>58371.08</c:v>
                </c:pt>
                <c:pt idx="8100">
                  <c:v>2462.66</c:v>
                </c:pt>
                <c:pt idx="8101">
                  <c:v>9441.73</c:v>
                </c:pt>
                <c:pt idx="8102">
                  <c:v>22801.46</c:v>
                </c:pt>
                <c:pt idx="8103">
                  <c:v>33024.81</c:v>
                </c:pt>
                <c:pt idx="8104">
                  <c:v>28739.81</c:v>
                </c:pt>
                <c:pt idx="8105">
                  <c:v>9491.77</c:v>
                </c:pt>
                <c:pt idx="8106">
                  <c:v>28799.47</c:v>
                </c:pt>
                <c:pt idx="8107">
                  <c:v>1718.83</c:v>
                </c:pt>
                <c:pt idx="8108">
                  <c:v>28807.21</c:v>
                </c:pt>
                <c:pt idx="8109">
                  <c:v>46844.97</c:v>
                </c:pt>
                <c:pt idx="8110">
                  <c:v>12485.12</c:v>
                </c:pt>
                <c:pt idx="8111">
                  <c:v>31194.41</c:v>
                </c:pt>
                <c:pt idx="8112">
                  <c:v>30435.200000000001</c:v>
                </c:pt>
                <c:pt idx="8113">
                  <c:v>86728.23</c:v>
                </c:pt>
                <c:pt idx="8114">
                  <c:v>53804.43</c:v>
                </c:pt>
                <c:pt idx="8115">
                  <c:v>1429.22</c:v>
                </c:pt>
                <c:pt idx="8116">
                  <c:v>3407.4</c:v>
                </c:pt>
                <c:pt idx="8117">
                  <c:v>99662.54</c:v>
                </c:pt>
                <c:pt idx="8118">
                  <c:v>28000.29</c:v>
                </c:pt>
                <c:pt idx="8119">
                  <c:v>51066.07</c:v>
                </c:pt>
                <c:pt idx="8120">
                  <c:v>17034.509999999998</c:v>
                </c:pt>
                <c:pt idx="8121">
                  <c:v>46921.3</c:v>
                </c:pt>
                <c:pt idx="8122">
                  <c:v>42991.15</c:v>
                </c:pt>
                <c:pt idx="8123">
                  <c:v>20649.09</c:v>
                </c:pt>
                <c:pt idx="8124">
                  <c:v>2527.02</c:v>
                </c:pt>
                <c:pt idx="8125">
                  <c:v>42212.94</c:v>
                </c:pt>
                <c:pt idx="8126">
                  <c:v>86979.79</c:v>
                </c:pt>
                <c:pt idx="8127">
                  <c:v>42020.06</c:v>
                </c:pt>
                <c:pt idx="8128">
                  <c:v>7131.81</c:v>
                </c:pt>
                <c:pt idx="8129">
                  <c:v>2802.01</c:v>
                </c:pt>
                <c:pt idx="8130">
                  <c:v>92622.38</c:v>
                </c:pt>
                <c:pt idx="8131">
                  <c:v>87775.19</c:v>
                </c:pt>
                <c:pt idx="8132">
                  <c:v>52444.79</c:v>
                </c:pt>
                <c:pt idx="8133">
                  <c:v>28557.27</c:v>
                </c:pt>
                <c:pt idx="8134">
                  <c:v>20648.59</c:v>
                </c:pt>
                <c:pt idx="8135">
                  <c:v>51464.07</c:v>
                </c:pt>
                <c:pt idx="8136">
                  <c:v>32068.01</c:v>
                </c:pt>
                <c:pt idx="8137">
                  <c:v>50386.46</c:v>
                </c:pt>
                <c:pt idx="8138">
                  <c:v>23448.01</c:v>
                </c:pt>
                <c:pt idx="8139">
                  <c:v>50470.51</c:v>
                </c:pt>
                <c:pt idx="8140">
                  <c:v>22816.76</c:v>
                </c:pt>
                <c:pt idx="8141">
                  <c:v>37943.39</c:v>
                </c:pt>
                <c:pt idx="8142">
                  <c:v>40260.15</c:v>
                </c:pt>
                <c:pt idx="8143">
                  <c:v>30433.58</c:v>
                </c:pt>
                <c:pt idx="8144">
                  <c:v>12819.66</c:v>
                </c:pt>
                <c:pt idx="8145">
                  <c:v>82487.789999999994</c:v>
                </c:pt>
                <c:pt idx="8146">
                  <c:v>2643.96</c:v>
                </c:pt>
                <c:pt idx="8147">
                  <c:v>64646.26</c:v>
                </c:pt>
                <c:pt idx="8148">
                  <c:v>63527.89</c:v>
                </c:pt>
                <c:pt idx="8149">
                  <c:v>67664.94</c:v>
                </c:pt>
                <c:pt idx="8150">
                  <c:v>41662.32</c:v>
                </c:pt>
                <c:pt idx="8151">
                  <c:v>14604.72</c:v>
                </c:pt>
                <c:pt idx="8152">
                  <c:v>33539</c:v>
                </c:pt>
                <c:pt idx="8153">
                  <c:v>30912.78</c:v>
                </c:pt>
                <c:pt idx="8154">
                  <c:v>47274.47</c:v>
                </c:pt>
                <c:pt idx="8155">
                  <c:v>28172.34</c:v>
                </c:pt>
                <c:pt idx="8156">
                  <c:v>30084.85</c:v>
                </c:pt>
                <c:pt idx="8157">
                  <c:v>2220.29</c:v>
                </c:pt>
                <c:pt idx="8158">
                  <c:v>65887.92</c:v>
                </c:pt>
                <c:pt idx="8159">
                  <c:v>59349.02</c:v>
                </c:pt>
                <c:pt idx="8160">
                  <c:v>16137.95</c:v>
                </c:pt>
                <c:pt idx="8161">
                  <c:v>41538.36</c:v>
                </c:pt>
                <c:pt idx="8162">
                  <c:v>30873.43</c:v>
                </c:pt>
                <c:pt idx="8163">
                  <c:v>18251.77</c:v>
                </c:pt>
                <c:pt idx="8164">
                  <c:v>16850.150000000001</c:v>
                </c:pt>
                <c:pt idx="8165">
                  <c:v>66825.679999999993</c:v>
                </c:pt>
                <c:pt idx="8166">
                  <c:v>53948.83</c:v>
                </c:pt>
                <c:pt idx="8167">
                  <c:v>2601.46</c:v>
                </c:pt>
                <c:pt idx="8168">
                  <c:v>51946.02</c:v>
                </c:pt>
                <c:pt idx="8169">
                  <c:v>12230.66</c:v>
                </c:pt>
                <c:pt idx="8170">
                  <c:v>46494.57</c:v>
                </c:pt>
                <c:pt idx="8171">
                  <c:v>16465.55</c:v>
                </c:pt>
                <c:pt idx="8172">
                  <c:v>34457.089999999997</c:v>
                </c:pt>
                <c:pt idx="8173">
                  <c:v>8845.07</c:v>
                </c:pt>
                <c:pt idx="8174">
                  <c:v>38675.54</c:v>
                </c:pt>
                <c:pt idx="8175">
                  <c:v>23441.46</c:v>
                </c:pt>
                <c:pt idx="8176">
                  <c:v>19334.830000000002</c:v>
                </c:pt>
                <c:pt idx="8177">
                  <c:v>7660.28</c:v>
                </c:pt>
                <c:pt idx="8178">
                  <c:v>64866.23</c:v>
                </c:pt>
                <c:pt idx="8179">
                  <c:v>26694.61</c:v>
                </c:pt>
                <c:pt idx="8180">
                  <c:v>29292.86</c:v>
                </c:pt>
                <c:pt idx="8181">
                  <c:v>2149.37</c:v>
                </c:pt>
                <c:pt idx="8182">
                  <c:v>59573.49</c:v>
                </c:pt>
                <c:pt idx="8183">
                  <c:v>64015.41</c:v>
                </c:pt>
                <c:pt idx="8184">
                  <c:v>18905.560000000001</c:v>
                </c:pt>
                <c:pt idx="8185">
                  <c:v>44581.65</c:v>
                </c:pt>
                <c:pt idx="8186">
                  <c:v>53337.41</c:v>
                </c:pt>
                <c:pt idx="8187">
                  <c:v>14440.08</c:v>
                </c:pt>
                <c:pt idx="8188">
                  <c:v>8028.34</c:v>
                </c:pt>
                <c:pt idx="8189">
                  <c:v>79009.31</c:v>
                </c:pt>
                <c:pt idx="8190">
                  <c:v>20407.72</c:v>
                </c:pt>
                <c:pt idx="8191">
                  <c:v>37533.72</c:v>
                </c:pt>
                <c:pt idx="8192">
                  <c:v>29529.7</c:v>
                </c:pt>
                <c:pt idx="8193">
                  <c:v>21606.45</c:v>
                </c:pt>
                <c:pt idx="8194">
                  <c:v>12379.31</c:v>
                </c:pt>
                <c:pt idx="8195">
                  <c:v>10882.89</c:v>
                </c:pt>
                <c:pt idx="8196">
                  <c:v>9840.75</c:v>
                </c:pt>
                <c:pt idx="8197">
                  <c:v>25071.73</c:v>
                </c:pt>
                <c:pt idx="8198">
                  <c:v>47377.51</c:v>
                </c:pt>
                <c:pt idx="8199">
                  <c:v>18670.009999999998</c:v>
                </c:pt>
                <c:pt idx="8200">
                  <c:v>15085.73</c:v>
                </c:pt>
                <c:pt idx="8201">
                  <c:v>24958.03</c:v>
                </c:pt>
                <c:pt idx="8202">
                  <c:v>32041.11</c:v>
                </c:pt>
                <c:pt idx="8203">
                  <c:v>66682.509999999995</c:v>
                </c:pt>
                <c:pt idx="8204">
                  <c:v>24453.759999999998</c:v>
                </c:pt>
                <c:pt idx="8205">
                  <c:v>60139.8</c:v>
                </c:pt>
                <c:pt idx="8206">
                  <c:v>32219.21</c:v>
                </c:pt>
                <c:pt idx="8207">
                  <c:v>41305.57</c:v>
                </c:pt>
                <c:pt idx="8208">
                  <c:v>7145.66</c:v>
                </c:pt>
                <c:pt idx="8209">
                  <c:v>8704.7199999999993</c:v>
                </c:pt>
                <c:pt idx="8210">
                  <c:v>31467.74</c:v>
                </c:pt>
                <c:pt idx="8211">
                  <c:v>36249.050000000003</c:v>
                </c:pt>
                <c:pt idx="8212">
                  <c:v>7988.34</c:v>
                </c:pt>
                <c:pt idx="8213">
                  <c:v>93572.39</c:v>
                </c:pt>
                <c:pt idx="8214">
                  <c:v>14513.15</c:v>
                </c:pt>
                <c:pt idx="8215">
                  <c:v>3884.31</c:v>
                </c:pt>
                <c:pt idx="8216">
                  <c:v>72412.7</c:v>
                </c:pt>
                <c:pt idx="8217">
                  <c:v>34377.370000000003</c:v>
                </c:pt>
                <c:pt idx="8218">
                  <c:v>19314.259999999998</c:v>
                </c:pt>
                <c:pt idx="8219">
                  <c:v>12567.29</c:v>
                </c:pt>
                <c:pt idx="8220">
                  <c:v>51083.55</c:v>
                </c:pt>
                <c:pt idx="8221">
                  <c:v>52401.83</c:v>
                </c:pt>
                <c:pt idx="8222">
                  <c:v>7535.02</c:v>
                </c:pt>
                <c:pt idx="8223">
                  <c:v>52458.74</c:v>
                </c:pt>
                <c:pt idx="8224">
                  <c:v>28037.96</c:v>
                </c:pt>
                <c:pt idx="8225">
                  <c:v>10803.37</c:v>
                </c:pt>
                <c:pt idx="8226">
                  <c:v>2847.61</c:v>
                </c:pt>
                <c:pt idx="8227">
                  <c:v>31738.93</c:v>
                </c:pt>
                <c:pt idx="8228">
                  <c:v>13894.34</c:v>
                </c:pt>
                <c:pt idx="8229">
                  <c:v>5217.45</c:v>
                </c:pt>
                <c:pt idx="8230">
                  <c:v>14704.28</c:v>
                </c:pt>
                <c:pt idx="8231">
                  <c:v>10962.25</c:v>
                </c:pt>
                <c:pt idx="8232">
                  <c:v>18300.560000000001</c:v>
                </c:pt>
                <c:pt idx="8233">
                  <c:v>38584.879999999997</c:v>
                </c:pt>
                <c:pt idx="8234">
                  <c:v>23362.35</c:v>
                </c:pt>
                <c:pt idx="8235">
                  <c:v>18619.38</c:v>
                </c:pt>
                <c:pt idx="8236">
                  <c:v>5295.62</c:v>
                </c:pt>
                <c:pt idx="8237">
                  <c:v>39880.89</c:v>
                </c:pt>
                <c:pt idx="8238">
                  <c:v>7584.73</c:v>
                </c:pt>
                <c:pt idx="8239">
                  <c:v>28217.45</c:v>
                </c:pt>
                <c:pt idx="8240">
                  <c:v>46910.22</c:v>
                </c:pt>
                <c:pt idx="8241">
                  <c:v>15600.77</c:v>
                </c:pt>
                <c:pt idx="8242">
                  <c:v>25775.13</c:v>
                </c:pt>
                <c:pt idx="8243">
                  <c:v>16105.61</c:v>
                </c:pt>
                <c:pt idx="8244">
                  <c:v>7296.58</c:v>
                </c:pt>
                <c:pt idx="8245">
                  <c:v>49591.41</c:v>
                </c:pt>
                <c:pt idx="8246">
                  <c:v>15294.66</c:v>
                </c:pt>
                <c:pt idx="8247">
                  <c:v>2123.16</c:v>
                </c:pt>
                <c:pt idx="8248">
                  <c:v>28016.32</c:v>
                </c:pt>
                <c:pt idx="8249">
                  <c:v>28456.85</c:v>
                </c:pt>
                <c:pt idx="8250">
                  <c:v>21759.62</c:v>
                </c:pt>
                <c:pt idx="8251">
                  <c:v>7096.77</c:v>
                </c:pt>
                <c:pt idx="8252">
                  <c:v>31798.62</c:v>
                </c:pt>
                <c:pt idx="8253">
                  <c:v>32456.38</c:v>
                </c:pt>
                <c:pt idx="8254">
                  <c:v>31811.64</c:v>
                </c:pt>
                <c:pt idx="8255">
                  <c:v>7464.56</c:v>
                </c:pt>
                <c:pt idx="8256">
                  <c:v>44080.47</c:v>
                </c:pt>
                <c:pt idx="8257">
                  <c:v>44711.67</c:v>
                </c:pt>
                <c:pt idx="8258">
                  <c:v>5086.03</c:v>
                </c:pt>
                <c:pt idx="8259">
                  <c:v>90465.98</c:v>
                </c:pt>
                <c:pt idx="8260">
                  <c:v>97936.02</c:v>
                </c:pt>
                <c:pt idx="8261">
                  <c:v>11085.86</c:v>
                </c:pt>
                <c:pt idx="8262">
                  <c:v>39940.32</c:v>
                </c:pt>
                <c:pt idx="8263">
                  <c:v>14786.62</c:v>
                </c:pt>
                <c:pt idx="8264">
                  <c:v>33821.599999999999</c:v>
                </c:pt>
                <c:pt idx="8265">
                  <c:v>36165.31</c:v>
                </c:pt>
                <c:pt idx="8266">
                  <c:v>4429.97</c:v>
                </c:pt>
                <c:pt idx="8267">
                  <c:v>29001.67</c:v>
                </c:pt>
                <c:pt idx="8268">
                  <c:v>43725.57</c:v>
                </c:pt>
                <c:pt idx="8269">
                  <c:v>18448.02</c:v>
                </c:pt>
                <c:pt idx="8270">
                  <c:v>42314.52</c:v>
                </c:pt>
                <c:pt idx="8271">
                  <c:v>86562.94</c:v>
                </c:pt>
                <c:pt idx="8272">
                  <c:v>34124.959999999999</c:v>
                </c:pt>
                <c:pt idx="8273">
                  <c:v>17069.59</c:v>
                </c:pt>
                <c:pt idx="8274">
                  <c:v>20809.88</c:v>
                </c:pt>
                <c:pt idx="8275">
                  <c:v>4786.28</c:v>
                </c:pt>
                <c:pt idx="8276">
                  <c:v>36433.15</c:v>
                </c:pt>
                <c:pt idx="8277">
                  <c:v>22974.05</c:v>
                </c:pt>
                <c:pt idx="8278">
                  <c:v>5078.26</c:v>
                </c:pt>
                <c:pt idx="8279">
                  <c:v>21782.28</c:v>
                </c:pt>
                <c:pt idx="8280">
                  <c:v>69293.45</c:v>
                </c:pt>
                <c:pt idx="8281">
                  <c:v>73333.23</c:v>
                </c:pt>
                <c:pt idx="8282">
                  <c:v>70746.899999999994</c:v>
                </c:pt>
                <c:pt idx="8283">
                  <c:v>87305.72</c:v>
                </c:pt>
                <c:pt idx="8284">
                  <c:v>7390.37</c:v>
                </c:pt>
                <c:pt idx="8285">
                  <c:v>26553.49</c:v>
                </c:pt>
                <c:pt idx="8286">
                  <c:v>14114.77</c:v>
                </c:pt>
                <c:pt idx="8287">
                  <c:v>32842.47</c:v>
                </c:pt>
                <c:pt idx="8288">
                  <c:v>33054.32</c:v>
                </c:pt>
                <c:pt idx="8289">
                  <c:v>83523.16</c:v>
                </c:pt>
                <c:pt idx="8290">
                  <c:v>6051.36</c:v>
                </c:pt>
                <c:pt idx="8291">
                  <c:v>23426.93</c:v>
                </c:pt>
                <c:pt idx="8292">
                  <c:v>36130.69</c:v>
                </c:pt>
                <c:pt idx="8293">
                  <c:v>29195</c:v>
                </c:pt>
                <c:pt idx="8294">
                  <c:v>51383.49</c:v>
                </c:pt>
                <c:pt idx="8295">
                  <c:v>20273.12</c:v>
                </c:pt>
                <c:pt idx="8296">
                  <c:v>13687.97</c:v>
                </c:pt>
                <c:pt idx="8297">
                  <c:v>15787.38</c:v>
                </c:pt>
                <c:pt idx="8298">
                  <c:v>79806.720000000001</c:v>
                </c:pt>
                <c:pt idx="8299">
                  <c:v>25973.8</c:v>
                </c:pt>
                <c:pt idx="8300">
                  <c:v>41205.32</c:v>
                </c:pt>
                <c:pt idx="8301">
                  <c:v>28810.240000000002</c:v>
                </c:pt>
                <c:pt idx="8302">
                  <c:v>79510.98</c:v>
                </c:pt>
                <c:pt idx="8303">
                  <c:v>40636.61</c:v>
                </c:pt>
                <c:pt idx="8304">
                  <c:v>19017.43</c:v>
                </c:pt>
                <c:pt idx="8305">
                  <c:v>53739.67</c:v>
                </c:pt>
                <c:pt idx="8306">
                  <c:v>92379.53</c:v>
                </c:pt>
                <c:pt idx="8307">
                  <c:v>12436.72</c:v>
                </c:pt>
                <c:pt idx="8308">
                  <c:v>17109.64</c:v>
                </c:pt>
                <c:pt idx="8309">
                  <c:v>51054.02</c:v>
                </c:pt>
                <c:pt idx="8310">
                  <c:v>32591.73</c:v>
                </c:pt>
                <c:pt idx="8311">
                  <c:v>53739</c:v>
                </c:pt>
                <c:pt idx="8312">
                  <c:v>11268.22</c:v>
                </c:pt>
                <c:pt idx="8313">
                  <c:v>8363.3799999999992</c:v>
                </c:pt>
                <c:pt idx="8314">
                  <c:v>5236.34</c:v>
                </c:pt>
                <c:pt idx="8315">
                  <c:v>4629.41</c:v>
                </c:pt>
                <c:pt idx="8316">
                  <c:v>1963.1</c:v>
                </c:pt>
                <c:pt idx="8317">
                  <c:v>2990.24</c:v>
                </c:pt>
                <c:pt idx="8318">
                  <c:v>15293.63</c:v>
                </c:pt>
                <c:pt idx="8319">
                  <c:v>33770.33</c:v>
                </c:pt>
                <c:pt idx="8320">
                  <c:v>4273.42</c:v>
                </c:pt>
                <c:pt idx="8321">
                  <c:v>12348.35</c:v>
                </c:pt>
                <c:pt idx="8322">
                  <c:v>90143.360000000001</c:v>
                </c:pt>
                <c:pt idx="8323">
                  <c:v>77198.52</c:v>
                </c:pt>
                <c:pt idx="8324">
                  <c:v>51663.02</c:v>
                </c:pt>
                <c:pt idx="8325">
                  <c:v>8554.51</c:v>
                </c:pt>
                <c:pt idx="8326">
                  <c:v>88400.03</c:v>
                </c:pt>
                <c:pt idx="8327">
                  <c:v>6825.53</c:v>
                </c:pt>
                <c:pt idx="8328">
                  <c:v>55332.02</c:v>
                </c:pt>
                <c:pt idx="8329">
                  <c:v>36974.199999999997</c:v>
                </c:pt>
                <c:pt idx="8330">
                  <c:v>14913.8</c:v>
                </c:pt>
                <c:pt idx="8331">
                  <c:v>30706.41</c:v>
                </c:pt>
                <c:pt idx="8332">
                  <c:v>7121.17</c:v>
                </c:pt>
                <c:pt idx="8333">
                  <c:v>16401.14</c:v>
                </c:pt>
                <c:pt idx="8334">
                  <c:v>33327.18</c:v>
                </c:pt>
                <c:pt idx="8335">
                  <c:v>33015.19</c:v>
                </c:pt>
                <c:pt idx="8336">
                  <c:v>60683.28</c:v>
                </c:pt>
                <c:pt idx="8337">
                  <c:v>55185.61</c:v>
                </c:pt>
                <c:pt idx="8338">
                  <c:v>53017.34</c:v>
                </c:pt>
                <c:pt idx="8339">
                  <c:v>62703.77</c:v>
                </c:pt>
                <c:pt idx="8340">
                  <c:v>49760.76</c:v>
                </c:pt>
                <c:pt idx="8341">
                  <c:v>43156.09</c:v>
                </c:pt>
                <c:pt idx="8342">
                  <c:v>57943.1</c:v>
                </c:pt>
                <c:pt idx="8343">
                  <c:v>44816.36</c:v>
                </c:pt>
                <c:pt idx="8344">
                  <c:v>44494.03</c:v>
                </c:pt>
                <c:pt idx="8345">
                  <c:v>24417.54</c:v>
                </c:pt>
                <c:pt idx="8346">
                  <c:v>66472.98</c:v>
                </c:pt>
                <c:pt idx="8347">
                  <c:v>18947.54</c:v>
                </c:pt>
                <c:pt idx="8348">
                  <c:v>27107.040000000001</c:v>
                </c:pt>
                <c:pt idx="8349">
                  <c:v>37135.1</c:v>
                </c:pt>
                <c:pt idx="8350">
                  <c:v>20099.46</c:v>
                </c:pt>
                <c:pt idx="8351">
                  <c:v>17632.060000000001</c:v>
                </c:pt>
                <c:pt idx="8352">
                  <c:v>17839.669999999998</c:v>
                </c:pt>
                <c:pt idx="8353">
                  <c:v>12515.95</c:v>
                </c:pt>
                <c:pt idx="8354">
                  <c:v>28219.93</c:v>
                </c:pt>
                <c:pt idx="8355">
                  <c:v>24790.31</c:v>
                </c:pt>
                <c:pt idx="8356">
                  <c:v>76960.070000000007</c:v>
                </c:pt>
                <c:pt idx="8357">
                  <c:v>9160.33</c:v>
                </c:pt>
                <c:pt idx="8358">
                  <c:v>11497.91</c:v>
                </c:pt>
                <c:pt idx="8359">
                  <c:v>9676.4699999999993</c:v>
                </c:pt>
                <c:pt idx="8360">
                  <c:v>32203.29</c:v>
                </c:pt>
                <c:pt idx="8361">
                  <c:v>76741.899999999994</c:v>
                </c:pt>
                <c:pt idx="8362">
                  <c:v>5972.11</c:v>
                </c:pt>
                <c:pt idx="8363">
                  <c:v>41235.81</c:v>
                </c:pt>
                <c:pt idx="8364">
                  <c:v>1872.65</c:v>
                </c:pt>
                <c:pt idx="8365">
                  <c:v>40254.800000000003</c:v>
                </c:pt>
                <c:pt idx="8366">
                  <c:v>29368.69</c:v>
                </c:pt>
                <c:pt idx="8367">
                  <c:v>18016.66</c:v>
                </c:pt>
                <c:pt idx="8368">
                  <c:v>52573.89</c:v>
                </c:pt>
                <c:pt idx="8369">
                  <c:v>8583.6200000000008</c:v>
                </c:pt>
                <c:pt idx="8370">
                  <c:v>2488.94</c:v>
                </c:pt>
                <c:pt idx="8371">
                  <c:v>6170.85</c:v>
                </c:pt>
                <c:pt idx="8372">
                  <c:v>12378.47</c:v>
                </c:pt>
                <c:pt idx="8373">
                  <c:v>20706.04</c:v>
                </c:pt>
                <c:pt idx="8374">
                  <c:v>18803.89</c:v>
                </c:pt>
                <c:pt idx="8375">
                  <c:v>27923.23</c:v>
                </c:pt>
                <c:pt idx="8376">
                  <c:v>5147.3100000000004</c:v>
                </c:pt>
                <c:pt idx="8377">
                  <c:v>14317.01</c:v>
                </c:pt>
                <c:pt idx="8378">
                  <c:v>5247.74</c:v>
                </c:pt>
                <c:pt idx="8379">
                  <c:v>13756.49</c:v>
                </c:pt>
                <c:pt idx="8380">
                  <c:v>15100.95</c:v>
                </c:pt>
                <c:pt idx="8381">
                  <c:v>32841.85</c:v>
                </c:pt>
                <c:pt idx="8382">
                  <c:v>15847.1</c:v>
                </c:pt>
                <c:pt idx="8383">
                  <c:v>11847.23</c:v>
                </c:pt>
                <c:pt idx="8384">
                  <c:v>30574.09</c:v>
                </c:pt>
                <c:pt idx="8385">
                  <c:v>94435.32</c:v>
                </c:pt>
                <c:pt idx="8386">
                  <c:v>15070.17</c:v>
                </c:pt>
                <c:pt idx="8387">
                  <c:v>42807.08</c:v>
                </c:pt>
                <c:pt idx="8388">
                  <c:v>32236.52</c:v>
                </c:pt>
                <c:pt idx="8389">
                  <c:v>8789.51</c:v>
                </c:pt>
                <c:pt idx="8390">
                  <c:v>8408.4</c:v>
                </c:pt>
                <c:pt idx="8391">
                  <c:v>3378.36</c:v>
                </c:pt>
                <c:pt idx="8392">
                  <c:v>83612.42</c:v>
                </c:pt>
                <c:pt idx="8393">
                  <c:v>38808.370000000003</c:v>
                </c:pt>
                <c:pt idx="8394">
                  <c:v>20861.189999999999</c:v>
                </c:pt>
                <c:pt idx="8395">
                  <c:v>5563.73</c:v>
                </c:pt>
                <c:pt idx="8396">
                  <c:v>99788.32</c:v>
                </c:pt>
                <c:pt idx="8397">
                  <c:v>6713.65</c:v>
                </c:pt>
                <c:pt idx="8398">
                  <c:v>32052.720000000001</c:v>
                </c:pt>
                <c:pt idx="8399">
                  <c:v>89738.14</c:v>
                </c:pt>
                <c:pt idx="8400">
                  <c:v>18596.09</c:v>
                </c:pt>
                <c:pt idx="8401">
                  <c:v>9866.35</c:v>
                </c:pt>
                <c:pt idx="8402">
                  <c:v>19934.38</c:v>
                </c:pt>
                <c:pt idx="8403">
                  <c:v>8072.77</c:v>
                </c:pt>
                <c:pt idx="8404">
                  <c:v>9452.5400000000009</c:v>
                </c:pt>
                <c:pt idx="8405">
                  <c:v>8343</c:v>
                </c:pt>
                <c:pt idx="8406">
                  <c:v>6854.43</c:v>
                </c:pt>
                <c:pt idx="8407">
                  <c:v>3243.15</c:v>
                </c:pt>
                <c:pt idx="8408">
                  <c:v>88212.6</c:v>
                </c:pt>
                <c:pt idx="8409">
                  <c:v>16910.330000000002</c:v>
                </c:pt>
                <c:pt idx="8410">
                  <c:v>12792.57</c:v>
                </c:pt>
                <c:pt idx="8411">
                  <c:v>39863.67</c:v>
                </c:pt>
                <c:pt idx="8412">
                  <c:v>49652.56</c:v>
                </c:pt>
                <c:pt idx="8413">
                  <c:v>23835.23</c:v>
                </c:pt>
                <c:pt idx="8414">
                  <c:v>33155.96</c:v>
                </c:pt>
                <c:pt idx="8415">
                  <c:v>24929.35</c:v>
                </c:pt>
                <c:pt idx="8416">
                  <c:v>68350.070000000007</c:v>
                </c:pt>
                <c:pt idx="8417">
                  <c:v>54709.03</c:v>
                </c:pt>
                <c:pt idx="8418">
                  <c:v>11926.92</c:v>
                </c:pt>
                <c:pt idx="8419">
                  <c:v>7066.71</c:v>
                </c:pt>
                <c:pt idx="8420">
                  <c:v>51094.42</c:v>
                </c:pt>
                <c:pt idx="8421">
                  <c:v>11996.33</c:v>
                </c:pt>
                <c:pt idx="8422">
                  <c:v>49155.040000000001</c:v>
                </c:pt>
                <c:pt idx="8423">
                  <c:v>77997.02</c:v>
                </c:pt>
                <c:pt idx="8424">
                  <c:v>20229.169999999998</c:v>
                </c:pt>
                <c:pt idx="8425">
                  <c:v>18479.88</c:v>
                </c:pt>
                <c:pt idx="8426">
                  <c:v>23356.67</c:v>
                </c:pt>
                <c:pt idx="8427">
                  <c:v>70424.69</c:v>
                </c:pt>
                <c:pt idx="8428">
                  <c:v>40692.120000000003</c:v>
                </c:pt>
                <c:pt idx="8429">
                  <c:v>20766.77</c:v>
                </c:pt>
                <c:pt idx="8430">
                  <c:v>41068.6</c:v>
                </c:pt>
                <c:pt idx="8431">
                  <c:v>26109.89</c:v>
                </c:pt>
                <c:pt idx="8432">
                  <c:v>13446.13</c:v>
                </c:pt>
                <c:pt idx="8433">
                  <c:v>1746.83</c:v>
                </c:pt>
                <c:pt idx="8434">
                  <c:v>12265.45</c:v>
                </c:pt>
                <c:pt idx="8435">
                  <c:v>22837.33</c:v>
                </c:pt>
                <c:pt idx="8436">
                  <c:v>42006.09</c:v>
                </c:pt>
                <c:pt idx="8437">
                  <c:v>80064.09</c:v>
                </c:pt>
                <c:pt idx="8438">
                  <c:v>13033.27</c:v>
                </c:pt>
                <c:pt idx="8439">
                  <c:v>69927.14</c:v>
                </c:pt>
                <c:pt idx="8440">
                  <c:v>39403.72</c:v>
                </c:pt>
                <c:pt idx="8441">
                  <c:v>30440.720000000001</c:v>
                </c:pt>
                <c:pt idx="8442">
                  <c:v>14729.37</c:v>
                </c:pt>
                <c:pt idx="8443">
                  <c:v>25733.06</c:v>
                </c:pt>
                <c:pt idx="8444">
                  <c:v>31513.19</c:v>
                </c:pt>
                <c:pt idx="8445">
                  <c:v>53375.85</c:v>
                </c:pt>
                <c:pt idx="8446">
                  <c:v>51775.29</c:v>
                </c:pt>
                <c:pt idx="8447">
                  <c:v>16567.87</c:v>
                </c:pt>
                <c:pt idx="8448">
                  <c:v>62176.81</c:v>
                </c:pt>
                <c:pt idx="8449">
                  <c:v>19186.7</c:v>
                </c:pt>
                <c:pt idx="8450">
                  <c:v>50422.080000000002</c:v>
                </c:pt>
                <c:pt idx="8451">
                  <c:v>28285.48</c:v>
                </c:pt>
                <c:pt idx="8452">
                  <c:v>35709.980000000003</c:v>
                </c:pt>
                <c:pt idx="8453">
                  <c:v>60803.68</c:v>
                </c:pt>
                <c:pt idx="8454">
                  <c:v>74013.740000000005</c:v>
                </c:pt>
                <c:pt idx="8455">
                  <c:v>49515.23</c:v>
                </c:pt>
                <c:pt idx="8456">
                  <c:v>45436.76</c:v>
                </c:pt>
                <c:pt idx="8457">
                  <c:v>3045.82</c:v>
                </c:pt>
                <c:pt idx="8458">
                  <c:v>77622.11</c:v>
                </c:pt>
                <c:pt idx="8459">
                  <c:v>2185.2199999999998</c:v>
                </c:pt>
                <c:pt idx="8460">
                  <c:v>65007.18</c:v>
                </c:pt>
                <c:pt idx="8461">
                  <c:v>9456.99</c:v>
                </c:pt>
                <c:pt idx="8462">
                  <c:v>27445.71</c:v>
                </c:pt>
                <c:pt idx="8463">
                  <c:v>77026.53</c:v>
                </c:pt>
                <c:pt idx="8464">
                  <c:v>6555.71</c:v>
                </c:pt>
                <c:pt idx="8465">
                  <c:v>37904.29</c:v>
                </c:pt>
                <c:pt idx="8466">
                  <c:v>5218.13</c:v>
                </c:pt>
                <c:pt idx="8467">
                  <c:v>16202.38</c:v>
                </c:pt>
                <c:pt idx="8468">
                  <c:v>16146.96</c:v>
                </c:pt>
                <c:pt idx="8469">
                  <c:v>96837.62</c:v>
                </c:pt>
                <c:pt idx="8470">
                  <c:v>25581.15</c:v>
                </c:pt>
                <c:pt idx="8471">
                  <c:v>4777.2700000000004</c:v>
                </c:pt>
                <c:pt idx="8472">
                  <c:v>12430.15</c:v>
                </c:pt>
                <c:pt idx="8473">
                  <c:v>22372.5</c:v>
                </c:pt>
                <c:pt idx="8474">
                  <c:v>46048.3</c:v>
                </c:pt>
                <c:pt idx="8475">
                  <c:v>69481.440000000002</c:v>
                </c:pt>
                <c:pt idx="8476">
                  <c:v>19943.36</c:v>
                </c:pt>
                <c:pt idx="8477">
                  <c:v>21482.58</c:v>
                </c:pt>
                <c:pt idx="8478">
                  <c:v>3403.14</c:v>
                </c:pt>
                <c:pt idx="8479">
                  <c:v>5515.52</c:v>
                </c:pt>
                <c:pt idx="8480">
                  <c:v>24360.02</c:v>
                </c:pt>
                <c:pt idx="8481">
                  <c:v>46161.36</c:v>
                </c:pt>
                <c:pt idx="8482">
                  <c:v>12530.62</c:v>
                </c:pt>
                <c:pt idx="8483">
                  <c:v>76132.600000000006</c:v>
                </c:pt>
                <c:pt idx="8484">
                  <c:v>69360.31</c:v>
                </c:pt>
                <c:pt idx="8485">
                  <c:v>62287.37</c:v>
                </c:pt>
                <c:pt idx="8486">
                  <c:v>70465.77</c:v>
                </c:pt>
                <c:pt idx="8487">
                  <c:v>89524.78</c:v>
                </c:pt>
                <c:pt idx="8488">
                  <c:v>31814.92</c:v>
                </c:pt>
                <c:pt idx="8489">
                  <c:v>23920.31</c:v>
                </c:pt>
                <c:pt idx="8490">
                  <c:v>41526.74</c:v>
                </c:pt>
                <c:pt idx="8491">
                  <c:v>51973.58</c:v>
                </c:pt>
                <c:pt idx="8492">
                  <c:v>12725.15</c:v>
                </c:pt>
                <c:pt idx="8493">
                  <c:v>16802.77</c:v>
                </c:pt>
                <c:pt idx="8494">
                  <c:v>80813.039999999994</c:v>
                </c:pt>
                <c:pt idx="8495">
                  <c:v>9653.27</c:v>
                </c:pt>
                <c:pt idx="8496">
                  <c:v>34933.46</c:v>
                </c:pt>
                <c:pt idx="8497">
                  <c:v>7322.7</c:v>
                </c:pt>
                <c:pt idx="8498">
                  <c:v>10623.62</c:v>
                </c:pt>
                <c:pt idx="8499">
                  <c:v>72664.31</c:v>
                </c:pt>
                <c:pt idx="8500">
                  <c:v>38149.86</c:v>
                </c:pt>
                <c:pt idx="8501">
                  <c:v>31528.1</c:v>
                </c:pt>
                <c:pt idx="8502">
                  <c:v>12532.09</c:v>
                </c:pt>
                <c:pt idx="8503">
                  <c:v>47526.76</c:v>
                </c:pt>
                <c:pt idx="8504">
                  <c:v>73527.33</c:v>
                </c:pt>
                <c:pt idx="8505">
                  <c:v>46590.52</c:v>
                </c:pt>
                <c:pt idx="8506">
                  <c:v>13732.53</c:v>
                </c:pt>
                <c:pt idx="8507">
                  <c:v>18553.53</c:v>
                </c:pt>
                <c:pt idx="8508">
                  <c:v>4783.28</c:v>
                </c:pt>
                <c:pt idx="8509">
                  <c:v>68556.539999999994</c:v>
                </c:pt>
                <c:pt idx="8510">
                  <c:v>7295.27</c:v>
                </c:pt>
                <c:pt idx="8511">
                  <c:v>15332.08</c:v>
                </c:pt>
                <c:pt idx="8512">
                  <c:v>7635.1</c:v>
                </c:pt>
                <c:pt idx="8513">
                  <c:v>24387.93</c:v>
                </c:pt>
                <c:pt idx="8514">
                  <c:v>54507.97</c:v>
                </c:pt>
                <c:pt idx="8515">
                  <c:v>62012.98</c:v>
                </c:pt>
                <c:pt idx="8516">
                  <c:v>27160.639999999999</c:v>
                </c:pt>
                <c:pt idx="8517">
                  <c:v>43412.17</c:v>
                </c:pt>
                <c:pt idx="8518">
                  <c:v>42873.35</c:v>
                </c:pt>
                <c:pt idx="8519">
                  <c:v>10574.26</c:v>
                </c:pt>
                <c:pt idx="8520">
                  <c:v>24382.81</c:v>
                </c:pt>
                <c:pt idx="8521">
                  <c:v>38769.74</c:v>
                </c:pt>
                <c:pt idx="8522">
                  <c:v>15381.79</c:v>
                </c:pt>
                <c:pt idx="8523">
                  <c:v>102942.74</c:v>
                </c:pt>
                <c:pt idx="8524">
                  <c:v>71445.23</c:v>
                </c:pt>
                <c:pt idx="8525">
                  <c:v>68945.31</c:v>
                </c:pt>
                <c:pt idx="8526">
                  <c:v>20028.14</c:v>
                </c:pt>
                <c:pt idx="8527">
                  <c:v>51027.27</c:v>
                </c:pt>
                <c:pt idx="8528">
                  <c:v>46894.73</c:v>
                </c:pt>
                <c:pt idx="8529">
                  <c:v>22588.76</c:v>
                </c:pt>
                <c:pt idx="8530">
                  <c:v>12960.3</c:v>
                </c:pt>
                <c:pt idx="8531">
                  <c:v>8457.5</c:v>
                </c:pt>
                <c:pt idx="8532">
                  <c:v>1879.73</c:v>
                </c:pt>
                <c:pt idx="8533">
                  <c:v>54764.639999999999</c:v>
                </c:pt>
                <c:pt idx="8534">
                  <c:v>11143.73</c:v>
                </c:pt>
                <c:pt idx="8535">
                  <c:v>67496.100000000006</c:v>
                </c:pt>
                <c:pt idx="8536">
                  <c:v>17110.87</c:v>
                </c:pt>
                <c:pt idx="8537">
                  <c:v>9615.0400000000009</c:v>
                </c:pt>
                <c:pt idx="8538">
                  <c:v>45834.81</c:v>
                </c:pt>
                <c:pt idx="8539">
                  <c:v>7962.95</c:v>
                </c:pt>
                <c:pt idx="8540">
                  <c:v>20454.18</c:v>
                </c:pt>
                <c:pt idx="8541">
                  <c:v>16566.689999999999</c:v>
                </c:pt>
                <c:pt idx="8542">
                  <c:v>11764.12</c:v>
                </c:pt>
                <c:pt idx="8543">
                  <c:v>25428.01</c:v>
                </c:pt>
                <c:pt idx="8544">
                  <c:v>69064.039999999994</c:v>
                </c:pt>
                <c:pt idx="8545">
                  <c:v>63027.51</c:v>
                </c:pt>
                <c:pt idx="8546">
                  <c:v>7344.05</c:v>
                </c:pt>
                <c:pt idx="8547">
                  <c:v>37064.870000000003</c:v>
                </c:pt>
                <c:pt idx="8548">
                  <c:v>34356.519999999997</c:v>
                </c:pt>
                <c:pt idx="8549">
                  <c:v>3866.54</c:v>
                </c:pt>
                <c:pt idx="8550">
                  <c:v>3811.38</c:v>
                </c:pt>
                <c:pt idx="8551">
                  <c:v>16665.18</c:v>
                </c:pt>
                <c:pt idx="8552">
                  <c:v>23562.5</c:v>
                </c:pt>
                <c:pt idx="8553">
                  <c:v>8878.76</c:v>
                </c:pt>
                <c:pt idx="8554">
                  <c:v>8695.2199999999993</c:v>
                </c:pt>
                <c:pt idx="8555">
                  <c:v>70872.070000000007</c:v>
                </c:pt>
                <c:pt idx="8556">
                  <c:v>27754.65</c:v>
                </c:pt>
                <c:pt idx="8557">
                  <c:v>76717.08</c:v>
                </c:pt>
                <c:pt idx="8558">
                  <c:v>25334.22</c:v>
                </c:pt>
                <c:pt idx="8559">
                  <c:v>45905.26</c:v>
                </c:pt>
                <c:pt idx="8560">
                  <c:v>37881.33</c:v>
                </c:pt>
                <c:pt idx="8561">
                  <c:v>61502.11</c:v>
                </c:pt>
                <c:pt idx="8562">
                  <c:v>5080.8</c:v>
                </c:pt>
                <c:pt idx="8563">
                  <c:v>11870.56</c:v>
                </c:pt>
                <c:pt idx="8564">
                  <c:v>40641.68</c:v>
                </c:pt>
                <c:pt idx="8565">
                  <c:v>15958.51</c:v>
                </c:pt>
                <c:pt idx="8566">
                  <c:v>9641.2900000000009</c:v>
                </c:pt>
                <c:pt idx="8567">
                  <c:v>59772.72</c:v>
                </c:pt>
                <c:pt idx="8568">
                  <c:v>70104.22</c:v>
                </c:pt>
                <c:pt idx="8569">
                  <c:v>20764.3</c:v>
                </c:pt>
                <c:pt idx="8570">
                  <c:v>16157.92</c:v>
                </c:pt>
                <c:pt idx="8571">
                  <c:v>46460.42</c:v>
                </c:pt>
                <c:pt idx="8572">
                  <c:v>78435.34</c:v>
                </c:pt>
                <c:pt idx="8573">
                  <c:v>17606.009999999998</c:v>
                </c:pt>
                <c:pt idx="8574">
                  <c:v>24194.959999999999</c:v>
                </c:pt>
                <c:pt idx="8575">
                  <c:v>32453.26</c:v>
                </c:pt>
                <c:pt idx="8576">
                  <c:v>24700.94</c:v>
                </c:pt>
                <c:pt idx="8577">
                  <c:v>54922.39</c:v>
                </c:pt>
                <c:pt idx="8578">
                  <c:v>14006.35</c:v>
                </c:pt>
                <c:pt idx="8579">
                  <c:v>34727.33</c:v>
                </c:pt>
                <c:pt idx="8580">
                  <c:v>46841.34</c:v>
                </c:pt>
                <c:pt idx="8581">
                  <c:v>41713.9</c:v>
                </c:pt>
                <c:pt idx="8582">
                  <c:v>41982.28</c:v>
                </c:pt>
                <c:pt idx="8583">
                  <c:v>101137.26</c:v>
                </c:pt>
                <c:pt idx="8584">
                  <c:v>28776.720000000001</c:v>
                </c:pt>
                <c:pt idx="8585">
                  <c:v>30527.22</c:v>
                </c:pt>
                <c:pt idx="8586">
                  <c:v>8956.66</c:v>
                </c:pt>
                <c:pt idx="8587">
                  <c:v>74759.5</c:v>
                </c:pt>
                <c:pt idx="8588">
                  <c:v>5948.04</c:v>
                </c:pt>
                <c:pt idx="8589">
                  <c:v>90053.04</c:v>
                </c:pt>
                <c:pt idx="8590">
                  <c:v>70158.31</c:v>
                </c:pt>
                <c:pt idx="8591">
                  <c:v>7815.77</c:v>
                </c:pt>
                <c:pt idx="8592">
                  <c:v>5671.35</c:v>
                </c:pt>
                <c:pt idx="8593">
                  <c:v>30899.48</c:v>
                </c:pt>
                <c:pt idx="8594">
                  <c:v>37605.33</c:v>
                </c:pt>
                <c:pt idx="8595">
                  <c:v>14770.29</c:v>
                </c:pt>
                <c:pt idx="8596">
                  <c:v>17960.900000000001</c:v>
                </c:pt>
                <c:pt idx="8597">
                  <c:v>2477</c:v>
                </c:pt>
                <c:pt idx="8598">
                  <c:v>70981.23</c:v>
                </c:pt>
                <c:pt idx="8599">
                  <c:v>13235.76</c:v>
                </c:pt>
                <c:pt idx="8600">
                  <c:v>47321.3</c:v>
                </c:pt>
                <c:pt idx="8601">
                  <c:v>14303.68</c:v>
                </c:pt>
                <c:pt idx="8602">
                  <c:v>13641.89</c:v>
                </c:pt>
                <c:pt idx="8603">
                  <c:v>36781.480000000003</c:v>
                </c:pt>
                <c:pt idx="8604">
                  <c:v>17903.349999999999</c:v>
                </c:pt>
                <c:pt idx="8605">
                  <c:v>16344.22</c:v>
                </c:pt>
                <c:pt idx="8606">
                  <c:v>5093.68</c:v>
                </c:pt>
                <c:pt idx="8607">
                  <c:v>57967.73</c:v>
                </c:pt>
                <c:pt idx="8608">
                  <c:v>24295.85</c:v>
                </c:pt>
                <c:pt idx="8609">
                  <c:v>30269.72</c:v>
                </c:pt>
                <c:pt idx="8610">
                  <c:v>92583.43</c:v>
                </c:pt>
                <c:pt idx="8611">
                  <c:v>63785.08</c:v>
                </c:pt>
                <c:pt idx="8612">
                  <c:v>20929.7</c:v>
                </c:pt>
                <c:pt idx="8613">
                  <c:v>57949.29</c:v>
                </c:pt>
                <c:pt idx="8614">
                  <c:v>20666.3</c:v>
                </c:pt>
                <c:pt idx="8615">
                  <c:v>48715.17</c:v>
                </c:pt>
                <c:pt idx="8616">
                  <c:v>23460.73</c:v>
                </c:pt>
                <c:pt idx="8617">
                  <c:v>38990.51</c:v>
                </c:pt>
                <c:pt idx="8618">
                  <c:v>23656.41</c:v>
                </c:pt>
                <c:pt idx="8619">
                  <c:v>10578.02</c:v>
                </c:pt>
                <c:pt idx="8620">
                  <c:v>18967.2</c:v>
                </c:pt>
                <c:pt idx="8621">
                  <c:v>91286.06</c:v>
                </c:pt>
                <c:pt idx="8622">
                  <c:v>7598.45</c:v>
                </c:pt>
                <c:pt idx="8623">
                  <c:v>10220.85</c:v>
                </c:pt>
                <c:pt idx="8624">
                  <c:v>23458.09</c:v>
                </c:pt>
                <c:pt idx="8625">
                  <c:v>9091.39</c:v>
                </c:pt>
                <c:pt idx="8626">
                  <c:v>38317.58</c:v>
                </c:pt>
                <c:pt idx="8627">
                  <c:v>3499.94</c:v>
                </c:pt>
                <c:pt idx="8628">
                  <c:v>7488.69</c:v>
                </c:pt>
                <c:pt idx="8629">
                  <c:v>67567.23</c:v>
                </c:pt>
                <c:pt idx="8630">
                  <c:v>29889.46</c:v>
                </c:pt>
                <c:pt idx="8631">
                  <c:v>27884.12</c:v>
                </c:pt>
                <c:pt idx="8632">
                  <c:v>21598.25</c:v>
                </c:pt>
                <c:pt idx="8633">
                  <c:v>6710.07</c:v>
                </c:pt>
                <c:pt idx="8634">
                  <c:v>47521.79</c:v>
                </c:pt>
                <c:pt idx="8635">
                  <c:v>19412.189999999999</c:v>
                </c:pt>
                <c:pt idx="8636">
                  <c:v>20256.3</c:v>
                </c:pt>
                <c:pt idx="8637">
                  <c:v>1491.1</c:v>
                </c:pt>
                <c:pt idx="8638">
                  <c:v>9259.65</c:v>
                </c:pt>
                <c:pt idx="8639">
                  <c:v>1093.1199999999999</c:v>
                </c:pt>
                <c:pt idx="8640">
                  <c:v>61966.75</c:v>
                </c:pt>
                <c:pt idx="8641">
                  <c:v>5907.43</c:v>
                </c:pt>
                <c:pt idx="8642">
                  <c:v>15538.74</c:v>
                </c:pt>
                <c:pt idx="8643">
                  <c:v>30971.89</c:v>
                </c:pt>
                <c:pt idx="8644">
                  <c:v>13671</c:v>
                </c:pt>
                <c:pt idx="8645">
                  <c:v>12635.86</c:v>
                </c:pt>
                <c:pt idx="8646">
                  <c:v>41659.879999999997</c:v>
                </c:pt>
                <c:pt idx="8647">
                  <c:v>8821.83</c:v>
                </c:pt>
                <c:pt idx="8648">
                  <c:v>63319.16</c:v>
                </c:pt>
                <c:pt idx="8649">
                  <c:v>20616.900000000001</c:v>
                </c:pt>
                <c:pt idx="8650">
                  <c:v>57541.26</c:v>
                </c:pt>
                <c:pt idx="8651">
                  <c:v>26319.95</c:v>
                </c:pt>
                <c:pt idx="8652">
                  <c:v>9004.91</c:v>
                </c:pt>
                <c:pt idx="8653">
                  <c:v>61187.9</c:v>
                </c:pt>
                <c:pt idx="8654">
                  <c:v>11127.56</c:v>
                </c:pt>
                <c:pt idx="8655">
                  <c:v>16015.44</c:v>
                </c:pt>
                <c:pt idx="8656">
                  <c:v>24486.45</c:v>
                </c:pt>
                <c:pt idx="8657">
                  <c:v>24364.37</c:v>
                </c:pt>
                <c:pt idx="8658">
                  <c:v>13519.26</c:v>
                </c:pt>
                <c:pt idx="8659">
                  <c:v>32271.58</c:v>
                </c:pt>
                <c:pt idx="8660">
                  <c:v>6824.7</c:v>
                </c:pt>
                <c:pt idx="8661">
                  <c:v>32222.84</c:v>
                </c:pt>
                <c:pt idx="8662">
                  <c:v>17911.689999999999</c:v>
                </c:pt>
                <c:pt idx="8663">
                  <c:v>39606.720000000001</c:v>
                </c:pt>
                <c:pt idx="8664">
                  <c:v>35324.480000000003</c:v>
                </c:pt>
                <c:pt idx="8665">
                  <c:v>12697.12</c:v>
                </c:pt>
                <c:pt idx="8666">
                  <c:v>16664.419999999998</c:v>
                </c:pt>
                <c:pt idx="8667">
                  <c:v>9587.51</c:v>
                </c:pt>
                <c:pt idx="8668">
                  <c:v>23344.02</c:v>
                </c:pt>
                <c:pt idx="8669">
                  <c:v>29136.3</c:v>
                </c:pt>
                <c:pt idx="8670">
                  <c:v>16292.84</c:v>
                </c:pt>
                <c:pt idx="8671">
                  <c:v>18181.330000000002</c:v>
                </c:pt>
                <c:pt idx="8672">
                  <c:v>1476.37</c:v>
                </c:pt>
                <c:pt idx="8673">
                  <c:v>3570.97</c:v>
                </c:pt>
                <c:pt idx="8674">
                  <c:v>10378.27</c:v>
                </c:pt>
                <c:pt idx="8675">
                  <c:v>71559.56</c:v>
                </c:pt>
                <c:pt idx="8676">
                  <c:v>7095.91</c:v>
                </c:pt>
                <c:pt idx="8677">
                  <c:v>1682.24</c:v>
                </c:pt>
                <c:pt idx="8678">
                  <c:v>23638.799999999999</c:v>
                </c:pt>
                <c:pt idx="8679">
                  <c:v>13039.79</c:v>
                </c:pt>
                <c:pt idx="8680">
                  <c:v>2957.03</c:v>
                </c:pt>
                <c:pt idx="8681">
                  <c:v>16096.4</c:v>
                </c:pt>
                <c:pt idx="8682">
                  <c:v>63596.14</c:v>
                </c:pt>
                <c:pt idx="8683">
                  <c:v>27098.42</c:v>
                </c:pt>
                <c:pt idx="8684">
                  <c:v>21940.67</c:v>
                </c:pt>
                <c:pt idx="8685">
                  <c:v>22947.54</c:v>
                </c:pt>
                <c:pt idx="8686">
                  <c:v>32607.040000000001</c:v>
                </c:pt>
                <c:pt idx="8687">
                  <c:v>55491.53</c:v>
                </c:pt>
                <c:pt idx="8688">
                  <c:v>30249.83</c:v>
                </c:pt>
                <c:pt idx="8689">
                  <c:v>31934.75</c:v>
                </c:pt>
                <c:pt idx="8690">
                  <c:v>26206.17</c:v>
                </c:pt>
                <c:pt idx="8691">
                  <c:v>47744.5</c:v>
                </c:pt>
                <c:pt idx="8692">
                  <c:v>11026.68</c:v>
                </c:pt>
                <c:pt idx="8693">
                  <c:v>17061.87</c:v>
                </c:pt>
                <c:pt idx="8694">
                  <c:v>4234.76</c:v>
                </c:pt>
                <c:pt idx="8695">
                  <c:v>29417.85</c:v>
                </c:pt>
                <c:pt idx="8696">
                  <c:v>28882.14</c:v>
                </c:pt>
                <c:pt idx="8697">
                  <c:v>4311.59</c:v>
                </c:pt>
                <c:pt idx="8698">
                  <c:v>29722.31</c:v>
                </c:pt>
                <c:pt idx="8699">
                  <c:v>63590.52</c:v>
                </c:pt>
                <c:pt idx="8700">
                  <c:v>84314.68</c:v>
                </c:pt>
                <c:pt idx="8701">
                  <c:v>4256.57</c:v>
                </c:pt>
                <c:pt idx="8702">
                  <c:v>43759.55</c:v>
                </c:pt>
                <c:pt idx="8703">
                  <c:v>66295.91</c:v>
                </c:pt>
                <c:pt idx="8704">
                  <c:v>28602.5</c:v>
                </c:pt>
                <c:pt idx="8705">
                  <c:v>46526.39</c:v>
                </c:pt>
                <c:pt idx="8706">
                  <c:v>19648.099999999999</c:v>
                </c:pt>
                <c:pt idx="8707">
                  <c:v>48992.42</c:v>
                </c:pt>
                <c:pt idx="8708">
                  <c:v>28128.33</c:v>
                </c:pt>
                <c:pt idx="8709">
                  <c:v>5280.51</c:v>
                </c:pt>
                <c:pt idx="8710">
                  <c:v>93893.4</c:v>
                </c:pt>
                <c:pt idx="8711">
                  <c:v>21120.959999999999</c:v>
                </c:pt>
                <c:pt idx="8712">
                  <c:v>54283.85</c:v>
                </c:pt>
                <c:pt idx="8713">
                  <c:v>16734.849999999999</c:v>
                </c:pt>
                <c:pt idx="8714">
                  <c:v>21776.2</c:v>
                </c:pt>
                <c:pt idx="8715">
                  <c:v>35822.58</c:v>
                </c:pt>
                <c:pt idx="8716">
                  <c:v>16088.37</c:v>
                </c:pt>
                <c:pt idx="8717">
                  <c:v>83150.460000000006</c:v>
                </c:pt>
                <c:pt idx="8718">
                  <c:v>30956.44</c:v>
                </c:pt>
                <c:pt idx="8719">
                  <c:v>38230.92</c:v>
                </c:pt>
                <c:pt idx="8720">
                  <c:v>13349.28</c:v>
                </c:pt>
                <c:pt idx="8721">
                  <c:v>9240.65</c:v>
                </c:pt>
                <c:pt idx="8722">
                  <c:v>20648.88</c:v>
                </c:pt>
                <c:pt idx="8723">
                  <c:v>80213.87</c:v>
                </c:pt>
                <c:pt idx="8724">
                  <c:v>31833.98</c:v>
                </c:pt>
                <c:pt idx="8725">
                  <c:v>36164.42</c:v>
                </c:pt>
                <c:pt idx="8726">
                  <c:v>26662.71</c:v>
                </c:pt>
                <c:pt idx="8727">
                  <c:v>52224.47</c:v>
                </c:pt>
                <c:pt idx="8728">
                  <c:v>57727.34</c:v>
                </c:pt>
                <c:pt idx="8729">
                  <c:v>61497.82</c:v>
                </c:pt>
                <c:pt idx="8730">
                  <c:v>8958.77</c:v>
                </c:pt>
                <c:pt idx="8731">
                  <c:v>13245.4</c:v>
                </c:pt>
                <c:pt idx="8732">
                  <c:v>32488.26</c:v>
                </c:pt>
                <c:pt idx="8733">
                  <c:v>46773.27</c:v>
                </c:pt>
                <c:pt idx="8734">
                  <c:v>30798.02</c:v>
                </c:pt>
                <c:pt idx="8735">
                  <c:v>70268.94</c:v>
                </c:pt>
                <c:pt idx="8736">
                  <c:v>18696.09</c:v>
                </c:pt>
                <c:pt idx="8737">
                  <c:v>34693.54</c:v>
                </c:pt>
                <c:pt idx="8738">
                  <c:v>8411.36</c:v>
                </c:pt>
                <c:pt idx="8739">
                  <c:v>20406.990000000002</c:v>
                </c:pt>
                <c:pt idx="8740">
                  <c:v>37917.43</c:v>
                </c:pt>
                <c:pt idx="8741">
                  <c:v>27449.07</c:v>
                </c:pt>
                <c:pt idx="8742">
                  <c:v>26652.44</c:v>
                </c:pt>
                <c:pt idx="8743">
                  <c:v>8247.4599999999991</c:v>
                </c:pt>
                <c:pt idx="8744">
                  <c:v>6146.65</c:v>
                </c:pt>
                <c:pt idx="8745">
                  <c:v>38564.080000000002</c:v>
                </c:pt>
                <c:pt idx="8746">
                  <c:v>8293.74</c:v>
                </c:pt>
                <c:pt idx="8747">
                  <c:v>32016.7</c:v>
                </c:pt>
                <c:pt idx="8748">
                  <c:v>16206.79</c:v>
                </c:pt>
                <c:pt idx="8749">
                  <c:v>10192.74</c:v>
                </c:pt>
                <c:pt idx="8750">
                  <c:v>39495.910000000003</c:v>
                </c:pt>
                <c:pt idx="8751">
                  <c:v>43667.82</c:v>
                </c:pt>
                <c:pt idx="8752">
                  <c:v>2698.02</c:v>
                </c:pt>
                <c:pt idx="8753">
                  <c:v>5399.54</c:v>
                </c:pt>
                <c:pt idx="8754">
                  <c:v>29148.21</c:v>
                </c:pt>
                <c:pt idx="8755">
                  <c:v>71875.23</c:v>
                </c:pt>
                <c:pt idx="8756">
                  <c:v>5391.38</c:v>
                </c:pt>
                <c:pt idx="8757">
                  <c:v>17996.48</c:v>
                </c:pt>
                <c:pt idx="8758">
                  <c:v>18413.39</c:v>
                </c:pt>
                <c:pt idx="8759">
                  <c:v>41983.62</c:v>
                </c:pt>
                <c:pt idx="8760">
                  <c:v>31957.17</c:v>
                </c:pt>
                <c:pt idx="8761">
                  <c:v>80246.25</c:v>
                </c:pt>
                <c:pt idx="8762">
                  <c:v>85534.47</c:v>
                </c:pt>
                <c:pt idx="8763">
                  <c:v>2434.5300000000002</c:v>
                </c:pt>
                <c:pt idx="8764">
                  <c:v>11202.6</c:v>
                </c:pt>
                <c:pt idx="8765">
                  <c:v>8673.51</c:v>
                </c:pt>
                <c:pt idx="8766">
                  <c:v>41298.230000000003</c:v>
                </c:pt>
                <c:pt idx="8767">
                  <c:v>73089.42</c:v>
                </c:pt>
                <c:pt idx="8768">
                  <c:v>10371.459999999999</c:v>
                </c:pt>
                <c:pt idx="8769">
                  <c:v>29379.86</c:v>
                </c:pt>
                <c:pt idx="8770">
                  <c:v>41525.4</c:v>
                </c:pt>
                <c:pt idx="8771">
                  <c:v>38532.080000000002</c:v>
                </c:pt>
                <c:pt idx="8772">
                  <c:v>56407.51</c:v>
                </c:pt>
                <c:pt idx="8773">
                  <c:v>4845.96</c:v>
                </c:pt>
                <c:pt idx="8774">
                  <c:v>25494</c:v>
                </c:pt>
                <c:pt idx="8775">
                  <c:v>59624.3</c:v>
                </c:pt>
                <c:pt idx="8776">
                  <c:v>15083.82</c:v>
                </c:pt>
                <c:pt idx="8777">
                  <c:v>26534.31</c:v>
                </c:pt>
                <c:pt idx="8778">
                  <c:v>22776.77</c:v>
                </c:pt>
                <c:pt idx="8779">
                  <c:v>28975.46</c:v>
                </c:pt>
                <c:pt idx="8780">
                  <c:v>33642.42</c:v>
                </c:pt>
                <c:pt idx="8781">
                  <c:v>4568.49</c:v>
                </c:pt>
                <c:pt idx="8782">
                  <c:v>28730.560000000001</c:v>
                </c:pt>
                <c:pt idx="8783">
                  <c:v>50356.95</c:v>
                </c:pt>
                <c:pt idx="8784">
                  <c:v>25174.26</c:v>
                </c:pt>
                <c:pt idx="8785">
                  <c:v>15397.47</c:v>
                </c:pt>
                <c:pt idx="8786">
                  <c:v>10713.09</c:v>
                </c:pt>
                <c:pt idx="8787">
                  <c:v>32725.66</c:v>
                </c:pt>
                <c:pt idx="8788">
                  <c:v>20770.810000000001</c:v>
                </c:pt>
                <c:pt idx="8789">
                  <c:v>48108.62</c:v>
                </c:pt>
                <c:pt idx="8790">
                  <c:v>9976.36</c:v>
                </c:pt>
                <c:pt idx="8791">
                  <c:v>1777.08</c:v>
                </c:pt>
                <c:pt idx="8792">
                  <c:v>16274.48</c:v>
                </c:pt>
                <c:pt idx="8793">
                  <c:v>57596.7</c:v>
                </c:pt>
                <c:pt idx="8794">
                  <c:v>14853.8</c:v>
                </c:pt>
                <c:pt idx="8795">
                  <c:v>30895.16</c:v>
                </c:pt>
                <c:pt idx="8796">
                  <c:v>9797.5499999999993</c:v>
                </c:pt>
                <c:pt idx="8797">
                  <c:v>39569.879999999997</c:v>
                </c:pt>
                <c:pt idx="8798">
                  <c:v>6561.64</c:v>
                </c:pt>
                <c:pt idx="8799">
                  <c:v>16833.349999999999</c:v>
                </c:pt>
                <c:pt idx="8800">
                  <c:v>46028.57</c:v>
                </c:pt>
                <c:pt idx="8801">
                  <c:v>54256.36</c:v>
                </c:pt>
                <c:pt idx="8802">
                  <c:v>61720.160000000003</c:v>
                </c:pt>
                <c:pt idx="8803">
                  <c:v>11291.18</c:v>
                </c:pt>
                <c:pt idx="8804">
                  <c:v>28652.95</c:v>
                </c:pt>
                <c:pt idx="8805">
                  <c:v>8142.48</c:v>
                </c:pt>
                <c:pt idx="8806">
                  <c:v>9924.39</c:v>
                </c:pt>
                <c:pt idx="8807">
                  <c:v>8087.81</c:v>
                </c:pt>
                <c:pt idx="8808">
                  <c:v>46598.78</c:v>
                </c:pt>
                <c:pt idx="8809">
                  <c:v>23039.77</c:v>
                </c:pt>
                <c:pt idx="8810">
                  <c:v>89834.82</c:v>
                </c:pt>
                <c:pt idx="8811">
                  <c:v>15998.47</c:v>
                </c:pt>
                <c:pt idx="8812">
                  <c:v>80424.509999999995</c:v>
                </c:pt>
                <c:pt idx="8813">
                  <c:v>82276.61</c:v>
                </c:pt>
                <c:pt idx="8814">
                  <c:v>31364.36</c:v>
                </c:pt>
                <c:pt idx="8815">
                  <c:v>10082.36</c:v>
                </c:pt>
                <c:pt idx="8816">
                  <c:v>2323.4699999999998</c:v>
                </c:pt>
                <c:pt idx="8817">
                  <c:v>17951.810000000001</c:v>
                </c:pt>
                <c:pt idx="8818">
                  <c:v>29248.59</c:v>
                </c:pt>
                <c:pt idx="8819">
                  <c:v>7698.95</c:v>
                </c:pt>
                <c:pt idx="8820">
                  <c:v>16126.49</c:v>
                </c:pt>
                <c:pt idx="8821">
                  <c:v>9477.68</c:v>
                </c:pt>
                <c:pt idx="8822">
                  <c:v>51798.18</c:v>
                </c:pt>
                <c:pt idx="8823">
                  <c:v>56926.34</c:v>
                </c:pt>
                <c:pt idx="8824">
                  <c:v>65836.009999999995</c:v>
                </c:pt>
                <c:pt idx="8825">
                  <c:v>56240.35</c:v>
                </c:pt>
                <c:pt idx="8826">
                  <c:v>24546.720000000001</c:v>
                </c:pt>
                <c:pt idx="8827">
                  <c:v>14754.37</c:v>
                </c:pt>
                <c:pt idx="8828">
                  <c:v>35764.160000000003</c:v>
                </c:pt>
                <c:pt idx="8829">
                  <c:v>34339.199999999997</c:v>
                </c:pt>
                <c:pt idx="8830">
                  <c:v>90614.37</c:v>
                </c:pt>
                <c:pt idx="8831">
                  <c:v>80683.679999999993</c:v>
                </c:pt>
                <c:pt idx="8832">
                  <c:v>10946.42</c:v>
                </c:pt>
                <c:pt idx="8833">
                  <c:v>54468.06</c:v>
                </c:pt>
                <c:pt idx="8834">
                  <c:v>51984.07</c:v>
                </c:pt>
                <c:pt idx="8835">
                  <c:v>15799.71</c:v>
                </c:pt>
                <c:pt idx="8836">
                  <c:v>4875.99</c:v>
                </c:pt>
                <c:pt idx="8837">
                  <c:v>14573.85</c:v>
                </c:pt>
                <c:pt idx="8838">
                  <c:v>15379.88</c:v>
                </c:pt>
                <c:pt idx="8839">
                  <c:v>9774.4</c:v>
                </c:pt>
                <c:pt idx="8840">
                  <c:v>35007.74</c:v>
                </c:pt>
                <c:pt idx="8841">
                  <c:v>29344.27</c:v>
                </c:pt>
                <c:pt idx="8842">
                  <c:v>8063.87</c:v>
                </c:pt>
                <c:pt idx="8843">
                  <c:v>7243.03</c:v>
                </c:pt>
                <c:pt idx="8844">
                  <c:v>6539.23</c:v>
                </c:pt>
                <c:pt idx="8845">
                  <c:v>7365.89</c:v>
                </c:pt>
                <c:pt idx="8846">
                  <c:v>45124</c:v>
                </c:pt>
                <c:pt idx="8847">
                  <c:v>12237.86</c:v>
                </c:pt>
                <c:pt idx="8848">
                  <c:v>5242.3500000000004</c:v>
                </c:pt>
                <c:pt idx="8849">
                  <c:v>24813.59</c:v>
                </c:pt>
                <c:pt idx="8850">
                  <c:v>5384.3</c:v>
                </c:pt>
                <c:pt idx="8851">
                  <c:v>27670.99</c:v>
                </c:pt>
                <c:pt idx="8852">
                  <c:v>64183.21</c:v>
                </c:pt>
                <c:pt idx="8853">
                  <c:v>25557.84</c:v>
                </c:pt>
                <c:pt idx="8854">
                  <c:v>60054.29</c:v>
                </c:pt>
                <c:pt idx="8855">
                  <c:v>24778.560000000001</c:v>
                </c:pt>
                <c:pt idx="8856">
                  <c:v>25428.73</c:v>
                </c:pt>
                <c:pt idx="8857">
                  <c:v>45917.64</c:v>
                </c:pt>
                <c:pt idx="8858">
                  <c:v>17041.48</c:v>
                </c:pt>
                <c:pt idx="8859">
                  <c:v>84384.81</c:v>
                </c:pt>
                <c:pt idx="8860">
                  <c:v>5415.61</c:v>
                </c:pt>
                <c:pt idx="8861">
                  <c:v>87002.65</c:v>
                </c:pt>
                <c:pt idx="8862">
                  <c:v>40417.339999999997</c:v>
                </c:pt>
                <c:pt idx="8863">
                  <c:v>7077.64</c:v>
                </c:pt>
                <c:pt idx="8864">
                  <c:v>17028.900000000001</c:v>
                </c:pt>
                <c:pt idx="8865">
                  <c:v>66953.960000000006</c:v>
                </c:pt>
                <c:pt idx="8866">
                  <c:v>20617.93</c:v>
                </c:pt>
                <c:pt idx="8867">
                  <c:v>39834.730000000003</c:v>
                </c:pt>
                <c:pt idx="8868">
                  <c:v>11631.38</c:v>
                </c:pt>
                <c:pt idx="8869">
                  <c:v>73843.77</c:v>
                </c:pt>
                <c:pt idx="8870">
                  <c:v>38442.019999999997</c:v>
                </c:pt>
                <c:pt idx="8871">
                  <c:v>20855.54</c:v>
                </c:pt>
                <c:pt idx="8872">
                  <c:v>60513.85</c:v>
                </c:pt>
                <c:pt idx="8873">
                  <c:v>40462.85</c:v>
                </c:pt>
                <c:pt idx="8874">
                  <c:v>12968.68</c:v>
                </c:pt>
                <c:pt idx="8875">
                  <c:v>54054.76</c:v>
                </c:pt>
                <c:pt idx="8876">
                  <c:v>35266.959999999999</c:v>
                </c:pt>
                <c:pt idx="8877">
                  <c:v>16996.560000000001</c:v>
                </c:pt>
                <c:pt idx="8878">
                  <c:v>12836.04</c:v>
                </c:pt>
                <c:pt idx="8879">
                  <c:v>30854</c:v>
                </c:pt>
                <c:pt idx="8880">
                  <c:v>17850.45</c:v>
                </c:pt>
                <c:pt idx="8881">
                  <c:v>12049.22</c:v>
                </c:pt>
                <c:pt idx="8882">
                  <c:v>37992.78</c:v>
                </c:pt>
                <c:pt idx="8883">
                  <c:v>14763.17</c:v>
                </c:pt>
                <c:pt idx="8884">
                  <c:v>14422.42</c:v>
                </c:pt>
                <c:pt idx="8885">
                  <c:v>13379.69</c:v>
                </c:pt>
                <c:pt idx="8886">
                  <c:v>35790.26</c:v>
                </c:pt>
                <c:pt idx="8887">
                  <c:v>52404.66</c:v>
                </c:pt>
                <c:pt idx="8888">
                  <c:v>14468.69</c:v>
                </c:pt>
                <c:pt idx="8889">
                  <c:v>23724.73</c:v>
                </c:pt>
                <c:pt idx="8890">
                  <c:v>45606.58</c:v>
                </c:pt>
                <c:pt idx="8891">
                  <c:v>24264.67</c:v>
                </c:pt>
                <c:pt idx="8892">
                  <c:v>38659.53</c:v>
                </c:pt>
                <c:pt idx="8893">
                  <c:v>20835.53</c:v>
                </c:pt>
                <c:pt idx="8894">
                  <c:v>101201.84</c:v>
                </c:pt>
                <c:pt idx="8895">
                  <c:v>33003.56</c:v>
                </c:pt>
                <c:pt idx="8896">
                  <c:v>79779.360000000001</c:v>
                </c:pt>
                <c:pt idx="8897">
                  <c:v>80344.070000000007</c:v>
                </c:pt>
                <c:pt idx="8898">
                  <c:v>60635.07</c:v>
                </c:pt>
                <c:pt idx="8899">
                  <c:v>55864.1</c:v>
                </c:pt>
                <c:pt idx="8900">
                  <c:v>62835.98</c:v>
                </c:pt>
                <c:pt idx="8901">
                  <c:v>35927.35</c:v>
                </c:pt>
                <c:pt idx="8902">
                  <c:v>60193.73</c:v>
                </c:pt>
                <c:pt idx="8903">
                  <c:v>2445.52</c:v>
                </c:pt>
                <c:pt idx="8904">
                  <c:v>9361.84</c:v>
                </c:pt>
                <c:pt idx="8905">
                  <c:v>20235.66</c:v>
                </c:pt>
                <c:pt idx="8906">
                  <c:v>19003.400000000001</c:v>
                </c:pt>
                <c:pt idx="8907">
                  <c:v>63392.79</c:v>
                </c:pt>
                <c:pt idx="8908">
                  <c:v>6320.33</c:v>
                </c:pt>
                <c:pt idx="8909">
                  <c:v>8711.67</c:v>
                </c:pt>
                <c:pt idx="8910">
                  <c:v>51937.54</c:v>
                </c:pt>
                <c:pt idx="8911">
                  <c:v>1720.75</c:v>
                </c:pt>
                <c:pt idx="8912">
                  <c:v>19523.13</c:v>
                </c:pt>
                <c:pt idx="8913">
                  <c:v>9508.2900000000009</c:v>
                </c:pt>
                <c:pt idx="8914">
                  <c:v>19298.73</c:v>
                </c:pt>
                <c:pt idx="8915">
                  <c:v>6124.01</c:v>
                </c:pt>
                <c:pt idx="8916">
                  <c:v>18988.89</c:v>
                </c:pt>
                <c:pt idx="8917">
                  <c:v>14483.36</c:v>
                </c:pt>
                <c:pt idx="8918">
                  <c:v>94597.34</c:v>
                </c:pt>
                <c:pt idx="8919">
                  <c:v>31335.62</c:v>
                </c:pt>
                <c:pt idx="8920">
                  <c:v>6346.75</c:v>
                </c:pt>
                <c:pt idx="8921">
                  <c:v>42763.22</c:v>
                </c:pt>
                <c:pt idx="8922">
                  <c:v>11457.11</c:v>
                </c:pt>
                <c:pt idx="8923">
                  <c:v>4950.1400000000003</c:v>
                </c:pt>
                <c:pt idx="8924">
                  <c:v>51933.84</c:v>
                </c:pt>
                <c:pt idx="8925">
                  <c:v>4902.05</c:v>
                </c:pt>
                <c:pt idx="8926">
                  <c:v>9787.76</c:v>
                </c:pt>
                <c:pt idx="8927">
                  <c:v>22776.99</c:v>
                </c:pt>
                <c:pt idx="8928">
                  <c:v>65368.9</c:v>
                </c:pt>
                <c:pt idx="8929">
                  <c:v>6972.61</c:v>
                </c:pt>
                <c:pt idx="8930">
                  <c:v>86091.77</c:v>
                </c:pt>
                <c:pt idx="8931">
                  <c:v>34071.79</c:v>
                </c:pt>
                <c:pt idx="8932">
                  <c:v>30444.959999999999</c:v>
                </c:pt>
                <c:pt idx="8933">
                  <c:v>31634.32</c:v>
                </c:pt>
                <c:pt idx="8934">
                  <c:v>59556.08</c:v>
                </c:pt>
                <c:pt idx="8935">
                  <c:v>6916.22</c:v>
                </c:pt>
                <c:pt idx="8936">
                  <c:v>25775.15</c:v>
                </c:pt>
                <c:pt idx="8937">
                  <c:v>4584.1000000000004</c:v>
                </c:pt>
                <c:pt idx="8938">
                  <c:v>33163.699999999997</c:v>
                </c:pt>
                <c:pt idx="8939">
                  <c:v>4374.28</c:v>
                </c:pt>
                <c:pt idx="8940">
                  <c:v>50735.9</c:v>
                </c:pt>
                <c:pt idx="8941">
                  <c:v>82838.490000000005</c:v>
                </c:pt>
                <c:pt idx="8942">
                  <c:v>13445.36</c:v>
                </c:pt>
                <c:pt idx="8943">
                  <c:v>37273.79</c:v>
                </c:pt>
                <c:pt idx="8944">
                  <c:v>43846.720000000001</c:v>
                </c:pt>
                <c:pt idx="8945">
                  <c:v>9685.68</c:v>
                </c:pt>
                <c:pt idx="8946">
                  <c:v>22117.16</c:v>
                </c:pt>
                <c:pt idx="8947">
                  <c:v>15368.54</c:v>
                </c:pt>
                <c:pt idx="8948">
                  <c:v>22571.86</c:v>
                </c:pt>
                <c:pt idx="8949">
                  <c:v>2581.9299999999998</c:v>
                </c:pt>
                <c:pt idx="8950">
                  <c:v>8907.7000000000007</c:v>
                </c:pt>
                <c:pt idx="8951">
                  <c:v>2337.2800000000002</c:v>
                </c:pt>
                <c:pt idx="8952">
                  <c:v>4507.3100000000004</c:v>
                </c:pt>
                <c:pt idx="8953">
                  <c:v>26580.9</c:v>
                </c:pt>
                <c:pt idx="8954">
                  <c:v>33782.800000000003</c:v>
                </c:pt>
                <c:pt idx="8955">
                  <c:v>2270.33</c:v>
                </c:pt>
                <c:pt idx="8956">
                  <c:v>21900.38</c:v>
                </c:pt>
                <c:pt idx="8957">
                  <c:v>13623.67</c:v>
                </c:pt>
                <c:pt idx="8958">
                  <c:v>16034.48</c:v>
                </c:pt>
                <c:pt idx="8959">
                  <c:v>16361.04</c:v>
                </c:pt>
                <c:pt idx="8960">
                  <c:v>62720.34</c:v>
                </c:pt>
                <c:pt idx="8961">
                  <c:v>33136.15</c:v>
                </c:pt>
                <c:pt idx="8962">
                  <c:v>13075.28</c:v>
                </c:pt>
                <c:pt idx="8963">
                  <c:v>15082.72</c:v>
                </c:pt>
                <c:pt idx="8964">
                  <c:v>58297.81</c:v>
                </c:pt>
                <c:pt idx="8965">
                  <c:v>6382.19</c:v>
                </c:pt>
                <c:pt idx="8966">
                  <c:v>18210.61</c:v>
                </c:pt>
                <c:pt idx="8967">
                  <c:v>22367.58</c:v>
                </c:pt>
                <c:pt idx="8968">
                  <c:v>18816.59</c:v>
                </c:pt>
                <c:pt idx="8969">
                  <c:v>32897.06</c:v>
                </c:pt>
                <c:pt idx="8970">
                  <c:v>45651.22</c:v>
                </c:pt>
                <c:pt idx="8971">
                  <c:v>30367.26</c:v>
                </c:pt>
                <c:pt idx="8972">
                  <c:v>51188.480000000003</c:v>
                </c:pt>
                <c:pt idx="8973">
                  <c:v>28852.46</c:v>
                </c:pt>
                <c:pt idx="8974">
                  <c:v>25138.32</c:v>
                </c:pt>
                <c:pt idx="8975">
                  <c:v>54613.19</c:v>
                </c:pt>
                <c:pt idx="8976">
                  <c:v>61451.22</c:v>
                </c:pt>
                <c:pt idx="8977">
                  <c:v>23075.84</c:v>
                </c:pt>
                <c:pt idx="8978">
                  <c:v>19337.68</c:v>
                </c:pt>
                <c:pt idx="8979">
                  <c:v>18879.21</c:v>
                </c:pt>
                <c:pt idx="8980">
                  <c:v>18227.32</c:v>
                </c:pt>
                <c:pt idx="8981">
                  <c:v>41186.17</c:v>
                </c:pt>
                <c:pt idx="8982">
                  <c:v>69827</c:v>
                </c:pt>
                <c:pt idx="8983">
                  <c:v>51218.06</c:v>
                </c:pt>
                <c:pt idx="8984">
                  <c:v>46796.84</c:v>
                </c:pt>
                <c:pt idx="8985">
                  <c:v>47236.06</c:v>
                </c:pt>
                <c:pt idx="8986">
                  <c:v>5281.76</c:v>
                </c:pt>
                <c:pt idx="8987">
                  <c:v>20608.18</c:v>
                </c:pt>
                <c:pt idx="8988">
                  <c:v>32138.87</c:v>
                </c:pt>
                <c:pt idx="8989">
                  <c:v>50906.83</c:v>
                </c:pt>
                <c:pt idx="8990">
                  <c:v>69844.820000000007</c:v>
                </c:pt>
                <c:pt idx="8991">
                  <c:v>1326.27</c:v>
                </c:pt>
                <c:pt idx="8992">
                  <c:v>14049.59</c:v>
                </c:pt>
                <c:pt idx="8993">
                  <c:v>49985.71</c:v>
                </c:pt>
                <c:pt idx="8994">
                  <c:v>31314.57</c:v>
                </c:pt>
                <c:pt idx="8995">
                  <c:v>44270.52</c:v>
                </c:pt>
                <c:pt idx="8996">
                  <c:v>16376.09</c:v>
                </c:pt>
                <c:pt idx="8997">
                  <c:v>61612.42</c:v>
                </c:pt>
                <c:pt idx="8998">
                  <c:v>38311.730000000003</c:v>
                </c:pt>
                <c:pt idx="8999">
                  <c:v>26496.959999999999</c:v>
                </c:pt>
                <c:pt idx="9000">
                  <c:v>10015.42</c:v>
                </c:pt>
                <c:pt idx="9001">
                  <c:v>75891.91</c:v>
                </c:pt>
                <c:pt idx="9002">
                  <c:v>61081.87</c:v>
                </c:pt>
                <c:pt idx="9003">
                  <c:v>35793.67</c:v>
                </c:pt>
                <c:pt idx="9004">
                  <c:v>27193.599999999999</c:v>
                </c:pt>
                <c:pt idx="9005">
                  <c:v>78233.649999999994</c:v>
                </c:pt>
                <c:pt idx="9006">
                  <c:v>6959.82</c:v>
                </c:pt>
                <c:pt idx="9007">
                  <c:v>18669.8</c:v>
                </c:pt>
                <c:pt idx="9008">
                  <c:v>2669.67</c:v>
                </c:pt>
                <c:pt idx="9009">
                  <c:v>73885.2</c:v>
                </c:pt>
                <c:pt idx="9010">
                  <c:v>18621.18</c:v>
                </c:pt>
                <c:pt idx="9011">
                  <c:v>19360.5</c:v>
                </c:pt>
                <c:pt idx="9012">
                  <c:v>32560.87</c:v>
                </c:pt>
                <c:pt idx="9013">
                  <c:v>42152.1</c:v>
                </c:pt>
                <c:pt idx="9014">
                  <c:v>4948.6099999999997</c:v>
                </c:pt>
                <c:pt idx="9015">
                  <c:v>18202.09</c:v>
                </c:pt>
                <c:pt idx="9016">
                  <c:v>46743.31</c:v>
                </c:pt>
                <c:pt idx="9017">
                  <c:v>11928.67</c:v>
                </c:pt>
                <c:pt idx="9018">
                  <c:v>88077.15</c:v>
                </c:pt>
                <c:pt idx="9019">
                  <c:v>21275.82</c:v>
                </c:pt>
                <c:pt idx="9020">
                  <c:v>6543.86</c:v>
                </c:pt>
                <c:pt idx="9021">
                  <c:v>4346.41</c:v>
                </c:pt>
                <c:pt idx="9022">
                  <c:v>89335.01</c:v>
                </c:pt>
                <c:pt idx="9023">
                  <c:v>24730.15</c:v>
                </c:pt>
                <c:pt idx="9024">
                  <c:v>48890.14</c:v>
                </c:pt>
                <c:pt idx="9025">
                  <c:v>7374.62</c:v>
                </c:pt>
                <c:pt idx="9026">
                  <c:v>4976.8</c:v>
                </c:pt>
                <c:pt idx="9027">
                  <c:v>21774.5</c:v>
                </c:pt>
                <c:pt idx="9028">
                  <c:v>81975.5</c:v>
                </c:pt>
                <c:pt idx="9029">
                  <c:v>20788.57</c:v>
                </c:pt>
                <c:pt idx="9030">
                  <c:v>24545.78</c:v>
                </c:pt>
                <c:pt idx="9031">
                  <c:v>10287.01</c:v>
                </c:pt>
                <c:pt idx="9032">
                  <c:v>68926.62</c:v>
                </c:pt>
                <c:pt idx="9033">
                  <c:v>57108.05</c:v>
                </c:pt>
                <c:pt idx="9034">
                  <c:v>45845.54</c:v>
                </c:pt>
                <c:pt idx="9035">
                  <c:v>12429.98</c:v>
                </c:pt>
                <c:pt idx="9036">
                  <c:v>37785.17</c:v>
                </c:pt>
                <c:pt idx="9037">
                  <c:v>24574.87</c:v>
                </c:pt>
                <c:pt idx="9038">
                  <c:v>6234.14</c:v>
                </c:pt>
                <c:pt idx="9039">
                  <c:v>7695.09</c:v>
                </c:pt>
                <c:pt idx="9040">
                  <c:v>9137.1200000000008</c:v>
                </c:pt>
                <c:pt idx="9041">
                  <c:v>54336.07</c:v>
                </c:pt>
                <c:pt idx="9042">
                  <c:v>10263.459999999999</c:v>
                </c:pt>
                <c:pt idx="9043">
                  <c:v>100943.01</c:v>
                </c:pt>
                <c:pt idx="9044">
                  <c:v>20569.78</c:v>
                </c:pt>
                <c:pt idx="9045">
                  <c:v>14406.37</c:v>
                </c:pt>
                <c:pt idx="9046">
                  <c:v>42149.77</c:v>
                </c:pt>
                <c:pt idx="9047">
                  <c:v>10999.59</c:v>
                </c:pt>
                <c:pt idx="9048">
                  <c:v>7156.29</c:v>
                </c:pt>
                <c:pt idx="9049">
                  <c:v>5165.43</c:v>
                </c:pt>
                <c:pt idx="9050">
                  <c:v>19654.240000000002</c:v>
                </c:pt>
                <c:pt idx="9051">
                  <c:v>16800.87</c:v>
                </c:pt>
                <c:pt idx="9052">
                  <c:v>35196.129999999997</c:v>
                </c:pt>
                <c:pt idx="9053">
                  <c:v>19512.93</c:v>
                </c:pt>
                <c:pt idx="9054">
                  <c:v>14126.03</c:v>
                </c:pt>
                <c:pt idx="9055">
                  <c:v>54114.06</c:v>
                </c:pt>
                <c:pt idx="9056">
                  <c:v>50390.93</c:v>
                </c:pt>
                <c:pt idx="9057">
                  <c:v>41660.449999999997</c:v>
                </c:pt>
                <c:pt idx="9058">
                  <c:v>27534.34</c:v>
                </c:pt>
                <c:pt idx="9059">
                  <c:v>25407.9</c:v>
                </c:pt>
                <c:pt idx="9060">
                  <c:v>13777.05</c:v>
                </c:pt>
                <c:pt idx="9061">
                  <c:v>21410.86</c:v>
                </c:pt>
                <c:pt idx="9062">
                  <c:v>29136.62</c:v>
                </c:pt>
                <c:pt idx="9063">
                  <c:v>51552.68</c:v>
                </c:pt>
                <c:pt idx="9064">
                  <c:v>19624.5</c:v>
                </c:pt>
                <c:pt idx="9065">
                  <c:v>13665.71</c:v>
                </c:pt>
                <c:pt idx="9066">
                  <c:v>23561.75</c:v>
                </c:pt>
                <c:pt idx="9067">
                  <c:v>27132.34</c:v>
                </c:pt>
                <c:pt idx="9068">
                  <c:v>11717.28</c:v>
                </c:pt>
                <c:pt idx="9069">
                  <c:v>37756.160000000003</c:v>
                </c:pt>
                <c:pt idx="9070">
                  <c:v>21421.3</c:v>
                </c:pt>
                <c:pt idx="9071">
                  <c:v>35156.230000000003</c:v>
                </c:pt>
                <c:pt idx="9072">
                  <c:v>22496.46</c:v>
                </c:pt>
                <c:pt idx="9073">
                  <c:v>70388.3</c:v>
                </c:pt>
                <c:pt idx="9074">
                  <c:v>11901.35</c:v>
                </c:pt>
                <c:pt idx="9075">
                  <c:v>26269.64</c:v>
                </c:pt>
                <c:pt idx="9076">
                  <c:v>3965.7</c:v>
                </c:pt>
                <c:pt idx="9077">
                  <c:v>53072.59</c:v>
                </c:pt>
                <c:pt idx="9078">
                  <c:v>9881.34</c:v>
                </c:pt>
                <c:pt idx="9079">
                  <c:v>9814.9599999999991</c:v>
                </c:pt>
                <c:pt idx="9080">
                  <c:v>6472.48</c:v>
                </c:pt>
                <c:pt idx="9081">
                  <c:v>90916.94</c:v>
                </c:pt>
                <c:pt idx="9082">
                  <c:v>3754.99</c:v>
                </c:pt>
                <c:pt idx="9083">
                  <c:v>41954.09</c:v>
                </c:pt>
                <c:pt idx="9084">
                  <c:v>12729.8</c:v>
                </c:pt>
                <c:pt idx="9085">
                  <c:v>13341.72</c:v>
                </c:pt>
                <c:pt idx="9086">
                  <c:v>87983.47</c:v>
                </c:pt>
                <c:pt idx="9087">
                  <c:v>27120.66</c:v>
                </c:pt>
                <c:pt idx="9088">
                  <c:v>7279.86</c:v>
                </c:pt>
                <c:pt idx="9089">
                  <c:v>24913.79</c:v>
                </c:pt>
                <c:pt idx="9090">
                  <c:v>18446.37</c:v>
                </c:pt>
                <c:pt idx="9091">
                  <c:v>22021.78</c:v>
                </c:pt>
                <c:pt idx="9092">
                  <c:v>8125.52</c:v>
                </c:pt>
                <c:pt idx="9093">
                  <c:v>3794.72</c:v>
                </c:pt>
                <c:pt idx="9094">
                  <c:v>10106.209999999999</c:v>
                </c:pt>
                <c:pt idx="9095">
                  <c:v>13713.56</c:v>
                </c:pt>
                <c:pt idx="9096">
                  <c:v>24053.03</c:v>
                </c:pt>
                <c:pt idx="9097">
                  <c:v>33054.46</c:v>
                </c:pt>
                <c:pt idx="9098">
                  <c:v>19794.05</c:v>
                </c:pt>
                <c:pt idx="9099">
                  <c:v>14529.25</c:v>
                </c:pt>
                <c:pt idx="9100">
                  <c:v>19608.88</c:v>
                </c:pt>
                <c:pt idx="9101">
                  <c:v>18601.599999999999</c:v>
                </c:pt>
                <c:pt idx="9102">
                  <c:v>12994.42</c:v>
                </c:pt>
                <c:pt idx="9103">
                  <c:v>70200.14</c:v>
                </c:pt>
                <c:pt idx="9104">
                  <c:v>7648.62</c:v>
                </c:pt>
                <c:pt idx="9105">
                  <c:v>34638.58</c:v>
                </c:pt>
                <c:pt idx="9106">
                  <c:v>16363.41</c:v>
                </c:pt>
                <c:pt idx="9107">
                  <c:v>58495.88</c:v>
                </c:pt>
                <c:pt idx="9108">
                  <c:v>40497.49</c:v>
                </c:pt>
                <c:pt idx="9109">
                  <c:v>17631.18</c:v>
                </c:pt>
                <c:pt idx="9110">
                  <c:v>9064.4699999999993</c:v>
                </c:pt>
                <c:pt idx="9111">
                  <c:v>8725.08</c:v>
                </c:pt>
                <c:pt idx="9112">
                  <c:v>50754.54</c:v>
                </c:pt>
                <c:pt idx="9113">
                  <c:v>10209.59</c:v>
                </c:pt>
                <c:pt idx="9114">
                  <c:v>104678.49</c:v>
                </c:pt>
                <c:pt idx="9115">
                  <c:v>15371.94</c:v>
                </c:pt>
                <c:pt idx="9116">
                  <c:v>81026.19</c:v>
                </c:pt>
                <c:pt idx="9117">
                  <c:v>10359.67</c:v>
                </c:pt>
                <c:pt idx="9118">
                  <c:v>65058.45</c:v>
                </c:pt>
                <c:pt idx="9119">
                  <c:v>71396.81</c:v>
                </c:pt>
                <c:pt idx="9120">
                  <c:v>40158.04</c:v>
                </c:pt>
                <c:pt idx="9121">
                  <c:v>7972.67</c:v>
                </c:pt>
                <c:pt idx="9122">
                  <c:v>24844.62</c:v>
                </c:pt>
                <c:pt idx="9123">
                  <c:v>55294.41</c:v>
                </c:pt>
                <c:pt idx="9124">
                  <c:v>13261.19</c:v>
                </c:pt>
                <c:pt idx="9125">
                  <c:v>18408.810000000001</c:v>
                </c:pt>
                <c:pt idx="9126">
                  <c:v>13196.58</c:v>
                </c:pt>
                <c:pt idx="9127">
                  <c:v>13808.8</c:v>
                </c:pt>
                <c:pt idx="9128">
                  <c:v>62795.54</c:v>
                </c:pt>
                <c:pt idx="9129">
                  <c:v>72857.899999999994</c:v>
                </c:pt>
                <c:pt idx="9130">
                  <c:v>68711.7</c:v>
                </c:pt>
                <c:pt idx="9131">
                  <c:v>51955.66</c:v>
                </c:pt>
                <c:pt idx="9132">
                  <c:v>52349.43</c:v>
                </c:pt>
                <c:pt idx="9133">
                  <c:v>40803.300000000003</c:v>
                </c:pt>
                <c:pt idx="9134">
                  <c:v>35966.339999999997</c:v>
                </c:pt>
                <c:pt idx="9135">
                  <c:v>10481.23</c:v>
                </c:pt>
                <c:pt idx="9136">
                  <c:v>3399.55</c:v>
                </c:pt>
                <c:pt idx="9137">
                  <c:v>65830.720000000001</c:v>
                </c:pt>
                <c:pt idx="9138">
                  <c:v>12937.13</c:v>
                </c:pt>
                <c:pt idx="9139">
                  <c:v>10468.549999999999</c:v>
                </c:pt>
                <c:pt idx="9140">
                  <c:v>65321.14</c:v>
                </c:pt>
                <c:pt idx="9141">
                  <c:v>24665.439999999999</c:v>
                </c:pt>
                <c:pt idx="9142">
                  <c:v>38025.199999999997</c:v>
                </c:pt>
                <c:pt idx="9143">
                  <c:v>5931.94</c:v>
                </c:pt>
                <c:pt idx="9144">
                  <c:v>10191.17</c:v>
                </c:pt>
                <c:pt idx="9145">
                  <c:v>26934.58</c:v>
                </c:pt>
                <c:pt idx="9146">
                  <c:v>27968.22</c:v>
                </c:pt>
                <c:pt idx="9147">
                  <c:v>44890.44</c:v>
                </c:pt>
                <c:pt idx="9148">
                  <c:v>28329.08</c:v>
                </c:pt>
                <c:pt idx="9149">
                  <c:v>23025.4</c:v>
                </c:pt>
                <c:pt idx="9150">
                  <c:v>60391.72</c:v>
                </c:pt>
                <c:pt idx="9151">
                  <c:v>86620.9</c:v>
                </c:pt>
                <c:pt idx="9152">
                  <c:v>39006.870000000003</c:v>
                </c:pt>
                <c:pt idx="9153">
                  <c:v>52604.5</c:v>
                </c:pt>
                <c:pt idx="9154">
                  <c:v>13302.29</c:v>
                </c:pt>
                <c:pt idx="9155">
                  <c:v>33066.47</c:v>
                </c:pt>
                <c:pt idx="9156">
                  <c:v>47523.96</c:v>
                </c:pt>
                <c:pt idx="9157">
                  <c:v>9621.58</c:v>
                </c:pt>
                <c:pt idx="9158">
                  <c:v>45130.18</c:v>
                </c:pt>
                <c:pt idx="9159">
                  <c:v>77490.59</c:v>
                </c:pt>
                <c:pt idx="9160">
                  <c:v>32899.230000000003</c:v>
                </c:pt>
                <c:pt idx="9161">
                  <c:v>6314.43</c:v>
                </c:pt>
                <c:pt idx="9162">
                  <c:v>7508.5</c:v>
                </c:pt>
                <c:pt idx="9163">
                  <c:v>33762.75</c:v>
                </c:pt>
                <c:pt idx="9164">
                  <c:v>14256.65</c:v>
                </c:pt>
                <c:pt idx="9165">
                  <c:v>55101.04</c:v>
                </c:pt>
                <c:pt idx="9166">
                  <c:v>30941.599999999999</c:v>
                </c:pt>
                <c:pt idx="9167">
                  <c:v>7669.49</c:v>
                </c:pt>
                <c:pt idx="9168">
                  <c:v>21677.43</c:v>
                </c:pt>
                <c:pt idx="9169">
                  <c:v>6927.47</c:v>
                </c:pt>
                <c:pt idx="9170">
                  <c:v>9388.89</c:v>
                </c:pt>
                <c:pt idx="9171">
                  <c:v>81565.47</c:v>
                </c:pt>
                <c:pt idx="9172">
                  <c:v>80230.75</c:v>
                </c:pt>
                <c:pt idx="9173">
                  <c:v>32188.84</c:v>
                </c:pt>
                <c:pt idx="9174">
                  <c:v>27235.64</c:v>
                </c:pt>
                <c:pt idx="9175">
                  <c:v>64097.93</c:v>
                </c:pt>
                <c:pt idx="9176">
                  <c:v>24444.32</c:v>
                </c:pt>
                <c:pt idx="9177">
                  <c:v>3846.51</c:v>
                </c:pt>
                <c:pt idx="9178">
                  <c:v>14877.66</c:v>
                </c:pt>
                <c:pt idx="9179">
                  <c:v>100357.53</c:v>
                </c:pt>
                <c:pt idx="9180">
                  <c:v>61811.72</c:v>
                </c:pt>
                <c:pt idx="9181">
                  <c:v>9973.0400000000009</c:v>
                </c:pt>
                <c:pt idx="9182">
                  <c:v>49197.46</c:v>
                </c:pt>
                <c:pt idx="9183">
                  <c:v>101237.74</c:v>
                </c:pt>
                <c:pt idx="9184">
                  <c:v>33398.11</c:v>
                </c:pt>
                <c:pt idx="9185">
                  <c:v>61817.7</c:v>
                </c:pt>
                <c:pt idx="9186">
                  <c:v>6262.33</c:v>
                </c:pt>
                <c:pt idx="9187">
                  <c:v>61504.73</c:v>
                </c:pt>
                <c:pt idx="9188">
                  <c:v>46158.59</c:v>
                </c:pt>
                <c:pt idx="9189">
                  <c:v>15049.88</c:v>
                </c:pt>
                <c:pt idx="9190">
                  <c:v>11459.49</c:v>
                </c:pt>
                <c:pt idx="9191">
                  <c:v>29273.83</c:v>
                </c:pt>
                <c:pt idx="9192">
                  <c:v>24588.33</c:v>
                </c:pt>
                <c:pt idx="9193">
                  <c:v>16524.689999999999</c:v>
                </c:pt>
                <c:pt idx="9194">
                  <c:v>60560.32</c:v>
                </c:pt>
                <c:pt idx="9195">
                  <c:v>22941.85</c:v>
                </c:pt>
                <c:pt idx="9196">
                  <c:v>3146.06</c:v>
                </c:pt>
                <c:pt idx="9197">
                  <c:v>25728.44</c:v>
                </c:pt>
                <c:pt idx="9198">
                  <c:v>19073.25</c:v>
                </c:pt>
                <c:pt idx="9199">
                  <c:v>8727.98</c:v>
                </c:pt>
                <c:pt idx="9200">
                  <c:v>51138.99</c:v>
                </c:pt>
                <c:pt idx="9201">
                  <c:v>5824.7</c:v>
                </c:pt>
                <c:pt idx="9202">
                  <c:v>25771.13</c:v>
                </c:pt>
                <c:pt idx="9203">
                  <c:v>17165.41</c:v>
                </c:pt>
                <c:pt idx="9204">
                  <c:v>31155.11</c:v>
                </c:pt>
                <c:pt idx="9205">
                  <c:v>7436.08</c:v>
                </c:pt>
                <c:pt idx="9206">
                  <c:v>14302.8</c:v>
                </c:pt>
                <c:pt idx="9207">
                  <c:v>22681.43</c:v>
                </c:pt>
                <c:pt idx="9208">
                  <c:v>36765.79</c:v>
                </c:pt>
                <c:pt idx="9209">
                  <c:v>97898.74</c:v>
                </c:pt>
                <c:pt idx="9210">
                  <c:v>15664.91</c:v>
                </c:pt>
                <c:pt idx="9211">
                  <c:v>8838.9</c:v>
                </c:pt>
                <c:pt idx="9212">
                  <c:v>20082.95</c:v>
                </c:pt>
                <c:pt idx="9213">
                  <c:v>35452.5</c:v>
                </c:pt>
                <c:pt idx="9214">
                  <c:v>15986.82</c:v>
                </c:pt>
                <c:pt idx="9215">
                  <c:v>75323.89</c:v>
                </c:pt>
                <c:pt idx="9216">
                  <c:v>62332.77</c:v>
                </c:pt>
                <c:pt idx="9217">
                  <c:v>56674.38</c:v>
                </c:pt>
                <c:pt idx="9218">
                  <c:v>8461.5499999999993</c:v>
                </c:pt>
                <c:pt idx="9219">
                  <c:v>27065.72</c:v>
                </c:pt>
                <c:pt idx="9220">
                  <c:v>53430.21</c:v>
                </c:pt>
                <c:pt idx="9221">
                  <c:v>36588.550000000003</c:v>
                </c:pt>
                <c:pt idx="9222">
                  <c:v>61332.959999999999</c:v>
                </c:pt>
                <c:pt idx="9223">
                  <c:v>18445.27</c:v>
                </c:pt>
                <c:pt idx="9224">
                  <c:v>17530</c:v>
                </c:pt>
                <c:pt idx="9225">
                  <c:v>19316.52</c:v>
                </c:pt>
                <c:pt idx="9226">
                  <c:v>42975.16</c:v>
                </c:pt>
                <c:pt idx="9227">
                  <c:v>10897.14</c:v>
                </c:pt>
                <c:pt idx="9228">
                  <c:v>53741.02</c:v>
                </c:pt>
                <c:pt idx="9229">
                  <c:v>11694.16</c:v>
                </c:pt>
                <c:pt idx="9230">
                  <c:v>36441.68</c:v>
                </c:pt>
                <c:pt idx="9231">
                  <c:v>8329.89</c:v>
                </c:pt>
                <c:pt idx="9232">
                  <c:v>26926.7</c:v>
                </c:pt>
                <c:pt idx="9233">
                  <c:v>9322.32</c:v>
                </c:pt>
                <c:pt idx="9234">
                  <c:v>10426.75</c:v>
                </c:pt>
                <c:pt idx="9235">
                  <c:v>25014.46</c:v>
                </c:pt>
                <c:pt idx="9236">
                  <c:v>15201.3</c:v>
                </c:pt>
                <c:pt idx="9237">
                  <c:v>9501.7199999999993</c:v>
                </c:pt>
                <c:pt idx="9238">
                  <c:v>37259.9</c:v>
                </c:pt>
                <c:pt idx="9239">
                  <c:v>7337.95</c:v>
                </c:pt>
                <c:pt idx="9240">
                  <c:v>21718.46</c:v>
                </c:pt>
                <c:pt idx="9241">
                  <c:v>3663.51</c:v>
                </c:pt>
                <c:pt idx="9242">
                  <c:v>15320.28</c:v>
                </c:pt>
                <c:pt idx="9243">
                  <c:v>14132.38</c:v>
                </c:pt>
                <c:pt idx="9244">
                  <c:v>11185.44</c:v>
                </c:pt>
                <c:pt idx="9245">
                  <c:v>35795.75</c:v>
                </c:pt>
                <c:pt idx="9246">
                  <c:v>7710.51</c:v>
                </c:pt>
                <c:pt idx="9247">
                  <c:v>21967.19</c:v>
                </c:pt>
                <c:pt idx="9248">
                  <c:v>34143.35</c:v>
                </c:pt>
                <c:pt idx="9249">
                  <c:v>7015.77</c:v>
                </c:pt>
                <c:pt idx="9250">
                  <c:v>2973.56</c:v>
                </c:pt>
                <c:pt idx="9251">
                  <c:v>42093.89</c:v>
                </c:pt>
                <c:pt idx="9252">
                  <c:v>16173.15</c:v>
                </c:pt>
                <c:pt idx="9253">
                  <c:v>9246.51</c:v>
                </c:pt>
                <c:pt idx="9254">
                  <c:v>18212.669999999998</c:v>
                </c:pt>
                <c:pt idx="9255">
                  <c:v>23014.22</c:v>
                </c:pt>
                <c:pt idx="9256">
                  <c:v>34665.03</c:v>
                </c:pt>
                <c:pt idx="9257">
                  <c:v>69889.429999999993</c:v>
                </c:pt>
                <c:pt idx="9258">
                  <c:v>66735.210000000006</c:v>
                </c:pt>
                <c:pt idx="9259">
                  <c:v>61372.5</c:v>
                </c:pt>
                <c:pt idx="9260">
                  <c:v>14446.34</c:v>
                </c:pt>
                <c:pt idx="9261">
                  <c:v>71855.44</c:v>
                </c:pt>
                <c:pt idx="9262">
                  <c:v>33157.49</c:v>
                </c:pt>
                <c:pt idx="9263">
                  <c:v>6851.38</c:v>
                </c:pt>
                <c:pt idx="9264">
                  <c:v>20608.080000000002</c:v>
                </c:pt>
                <c:pt idx="9265">
                  <c:v>86989.77</c:v>
                </c:pt>
                <c:pt idx="9266">
                  <c:v>6829.53</c:v>
                </c:pt>
                <c:pt idx="9267">
                  <c:v>79466.179999999993</c:v>
                </c:pt>
                <c:pt idx="9268">
                  <c:v>5452.81</c:v>
                </c:pt>
                <c:pt idx="9269">
                  <c:v>10715.19</c:v>
                </c:pt>
                <c:pt idx="9270">
                  <c:v>89821.49</c:v>
                </c:pt>
                <c:pt idx="9271">
                  <c:v>9537.14</c:v>
                </c:pt>
                <c:pt idx="9272">
                  <c:v>20532.37</c:v>
                </c:pt>
                <c:pt idx="9273">
                  <c:v>44948.32</c:v>
                </c:pt>
                <c:pt idx="9274">
                  <c:v>39009.919999999998</c:v>
                </c:pt>
                <c:pt idx="9275">
                  <c:v>9926.9</c:v>
                </c:pt>
                <c:pt idx="9276">
                  <c:v>9590.5</c:v>
                </c:pt>
                <c:pt idx="9277">
                  <c:v>7293.29</c:v>
                </c:pt>
                <c:pt idx="9278">
                  <c:v>31410.12</c:v>
                </c:pt>
                <c:pt idx="9279">
                  <c:v>6164.42</c:v>
                </c:pt>
                <c:pt idx="9280">
                  <c:v>13045.99</c:v>
                </c:pt>
                <c:pt idx="9281">
                  <c:v>7057.35</c:v>
                </c:pt>
                <c:pt idx="9282">
                  <c:v>49500.74</c:v>
                </c:pt>
                <c:pt idx="9283">
                  <c:v>29090.21</c:v>
                </c:pt>
                <c:pt idx="9284">
                  <c:v>54604.37</c:v>
                </c:pt>
                <c:pt idx="9285">
                  <c:v>59830.25</c:v>
                </c:pt>
                <c:pt idx="9286">
                  <c:v>36311.480000000003</c:v>
                </c:pt>
                <c:pt idx="9287">
                  <c:v>67308.86</c:v>
                </c:pt>
                <c:pt idx="9288">
                  <c:v>51636.65</c:v>
                </c:pt>
                <c:pt idx="9289">
                  <c:v>7973.03</c:v>
                </c:pt>
                <c:pt idx="9290">
                  <c:v>49568.74</c:v>
                </c:pt>
                <c:pt idx="9291">
                  <c:v>37421.79</c:v>
                </c:pt>
                <c:pt idx="9292">
                  <c:v>37064.699999999997</c:v>
                </c:pt>
                <c:pt idx="9293">
                  <c:v>29175.17</c:v>
                </c:pt>
                <c:pt idx="9294">
                  <c:v>63427.360000000001</c:v>
                </c:pt>
                <c:pt idx="9295">
                  <c:v>41392.129999999997</c:v>
                </c:pt>
                <c:pt idx="9296">
                  <c:v>18754.78</c:v>
                </c:pt>
                <c:pt idx="9297">
                  <c:v>5553.03</c:v>
                </c:pt>
                <c:pt idx="9298">
                  <c:v>17317.439999999999</c:v>
                </c:pt>
                <c:pt idx="9299">
                  <c:v>5367.65</c:v>
                </c:pt>
                <c:pt idx="9300">
                  <c:v>15957.59</c:v>
                </c:pt>
                <c:pt idx="9301">
                  <c:v>1819.49</c:v>
                </c:pt>
                <c:pt idx="9302">
                  <c:v>44288.33</c:v>
                </c:pt>
                <c:pt idx="9303">
                  <c:v>73996.539999999994</c:v>
                </c:pt>
                <c:pt idx="9304">
                  <c:v>8582.7099999999991</c:v>
                </c:pt>
                <c:pt idx="9305">
                  <c:v>76734.47</c:v>
                </c:pt>
                <c:pt idx="9306">
                  <c:v>5237.32</c:v>
                </c:pt>
                <c:pt idx="9307">
                  <c:v>44180.72</c:v>
                </c:pt>
                <c:pt idx="9308">
                  <c:v>5096.5600000000004</c:v>
                </c:pt>
                <c:pt idx="9309">
                  <c:v>6242.48</c:v>
                </c:pt>
                <c:pt idx="9310">
                  <c:v>52498.720000000001</c:v>
                </c:pt>
                <c:pt idx="9311">
                  <c:v>33831.839999999997</c:v>
                </c:pt>
                <c:pt idx="9312">
                  <c:v>34697.51</c:v>
                </c:pt>
                <c:pt idx="9313">
                  <c:v>3416.09</c:v>
                </c:pt>
                <c:pt idx="9314">
                  <c:v>24119.55</c:v>
                </c:pt>
                <c:pt idx="9315">
                  <c:v>37188.730000000003</c:v>
                </c:pt>
                <c:pt idx="9316">
                  <c:v>3405.2</c:v>
                </c:pt>
                <c:pt idx="9317">
                  <c:v>18785.38</c:v>
                </c:pt>
                <c:pt idx="9318">
                  <c:v>46365.54</c:v>
                </c:pt>
                <c:pt idx="9319">
                  <c:v>41970.64</c:v>
                </c:pt>
                <c:pt idx="9320">
                  <c:v>26308.21</c:v>
                </c:pt>
                <c:pt idx="9321">
                  <c:v>73718.820000000007</c:v>
                </c:pt>
                <c:pt idx="9322">
                  <c:v>34131.199999999997</c:v>
                </c:pt>
                <c:pt idx="9323">
                  <c:v>46333.35</c:v>
                </c:pt>
                <c:pt idx="9324">
                  <c:v>24578.87</c:v>
                </c:pt>
                <c:pt idx="9325">
                  <c:v>77533.89</c:v>
                </c:pt>
                <c:pt idx="9326">
                  <c:v>14360.85</c:v>
                </c:pt>
                <c:pt idx="9327">
                  <c:v>17030.03</c:v>
                </c:pt>
                <c:pt idx="9328">
                  <c:v>18321.03</c:v>
                </c:pt>
                <c:pt idx="9329">
                  <c:v>31395.42</c:v>
                </c:pt>
                <c:pt idx="9330">
                  <c:v>6549.9</c:v>
                </c:pt>
                <c:pt idx="9331">
                  <c:v>93966.93</c:v>
                </c:pt>
                <c:pt idx="9332">
                  <c:v>46339.18</c:v>
                </c:pt>
                <c:pt idx="9333">
                  <c:v>30166.16</c:v>
                </c:pt>
                <c:pt idx="9334">
                  <c:v>70684.84</c:v>
                </c:pt>
                <c:pt idx="9335">
                  <c:v>50969.05</c:v>
                </c:pt>
                <c:pt idx="9336">
                  <c:v>8938.0300000000007</c:v>
                </c:pt>
                <c:pt idx="9337">
                  <c:v>4324.53</c:v>
                </c:pt>
                <c:pt idx="9338">
                  <c:v>62366.15</c:v>
                </c:pt>
                <c:pt idx="9339">
                  <c:v>32154.560000000001</c:v>
                </c:pt>
                <c:pt idx="9340">
                  <c:v>38180.980000000003</c:v>
                </c:pt>
                <c:pt idx="9341">
                  <c:v>62612.05</c:v>
                </c:pt>
                <c:pt idx="9342">
                  <c:v>19751.189999999999</c:v>
                </c:pt>
                <c:pt idx="9343">
                  <c:v>34244.959999999999</c:v>
                </c:pt>
                <c:pt idx="9344">
                  <c:v>30474.23</c:v>
                </c:pt>
                <c:pt idx="9345">
                  <c:v>3497.44</c:v>
                </c:pt>
                <c:pt idx="9346">
                  <c:v>12674.66</c:v>
                </c:pt>
                <c:pt idx="9347">
                  <c:v>70355.98</c:v>
                </c:pt>
                <c:pt idx="9348">
                  <c:v>24001.07</c:v>
                </c:pt>
                <c:pt idx="9349">
                  <c:v>16923.8</c:v>
                </c:pt>
                <c:pt idx="9350">
                  <c:v>15165.4</c:v>
                </c:pt>
                <c:pt idx="9351">
                  <c:v>27567.599999999999</c:v>
                </c:pt>
                <c:pt idx="9352">
                  <c:v>21375.65</c:v>
                </c:pt>
                <c:pt idx="9353">
                  <c:v>89134.399999999994</c:v>
                </c:pt>
                <c:pt idx="9354">
                  <c:v>13563.96</c:v>
                </c:pt>
                <c:pt idx="9355">
                  <c:v>10371.06</c:v>
                </c:pt>
                <c:pt idx="9356">
                  <c:v>2450.5100000000002</c:v>
                </c:pt>
                <c:pt idx="9357">
                  <c:v>7353.44</c:v>
                </c:pt>
                <c:pt idx="9358">
                  <c:v>23784.26</c:v>
                </c:pt>
                <c:pt idx="9359">
                  <c:v>16489.05</c:v>
                </c:pt>
                <c:pt idx="9360">
                  <c:v>19833.53</c:v>
                </c:pt>
                <c:pt idx="9361">
                  <c:v>9730.2199999999993</c:v>
                </c:pt>
                <c:pt idx="9362">
                  <c:v>42017.75</c:v>
                </c:pt>
                <c:pt idx="9363">
                  <c:v>3058.78</c:v>
                </c:pt>
                <c:pt idx="9364">
                  <c:v>1062.72</c:v>
                </c:pt>
                <c:pt idx="9365">
                  <c:v>40690.19</c:v>
                </c:pt>
                <c:pt idx="9366">
                  <c:v>45291.58</c:v>
                </c:pt>
                <c:pt idx="9367">
                  <c:v>27636.52</c:v>
                </c:pt>
                <c:pt idx="9368">
                  <c:v>25976.58</c:v>
                </c:pt>
                <c:pt idx="9369">
                  <c:v>16539.669999999998</c:v>
                </c:pt>
                <c:pt idx="9370">
                  <c:v>10555.52</c:v>
                </c:pt>
                <c:pt idx="9371">
                  <c:v>25801.49</c:v>
                </c:pt>
                <c:pt idx="9372">
                  <c:v>25054.18</c:v>
                </c:pt>
                <c:pt idx="9373">
                  <c:v>39769.760000000002</c:v>
                </c:pt>
                <c:pt idx="9374">
                  <c:v>57276.01</c:v>
                </c:pt>
                <c:pt idx="9375">
                  <c:v>6560.45</c:v>
                </c:pt>
                <c:pt idx="9376">
                  <c:v>19984.990000000002</c:v>
                </c:pt>
                <c:pt idx="9377">
                  <c:v>12874.55</c:v>
                </c:pt>
                <c:pt idx="9378">
                  <c:v>33536.36</c:v>
                </c:pt>
                <c:pt idx="9379">
                  <c:v>9425.58</c:v>
                </c:pt>
                <c:pt idx="9380">
                  <c:v>15747.52</c:v>
                </c:pt>
                <c:pt idx="9381">
                  <c:v>15183.94</c:v>
                </c:pt>
                <c:pt idx="9382">
                  <c:v>68277.3</c:v>
                </c:pt>
                <c:pt idx="9383">
                  <c:v>65744.88</c:v>
                </c:pt>
                <c:pt idx="9384">
                  <c:v>36634.910000000003</c:v>
                </c:pt>
                <c:pt idx="9385">
                  <c:v>94476.75</c:v>
                </c:pt>
                <c:pt idx="9386">
                  <c:v>61857.01</c:v>
                </c:pt>
                <c:pt idx="9387">
                  <c:v>26948.12</c:v>
                </c:pt>
                <c:pt idx="9388">
                  <c:v>41035.300000000003</c:v>
                </c:pt>
                <c:pt idx="9389">
                  <c:v>48804.08</c:v>
                </c:pt>
                <c:pt idx="9390">
                  <c:v>16148.03</c:v>
                </c:pt>
                <c:pt idx="9391">
                  <c:v>22067.55</c:v>
                </c:pt>
                <c:pt idx="9392">
                  <c:v>6991.19</c:v>
                </c:pt>
                <c:pt idx="9393">
                  <c:v>16081.55</c:v>
                </c:pt>
                <c:pt idx="9394">
                  <c:v>16981.650000000001</c:v>
                </c:pt>
                <c:pt idx="9395">
                  <c:v>37394.53</c:v>
                </c:pt>
                <c:pt idx="9396">
                  <c:v>31834.06</c:v>
                </c:pt>
                <c:pt idx="9397">
                  <c:v>27081.52</c:v>
                </c:pt>
                <c:pt idx="9398">
                  <c:v>6566.22</c:v>
                </c:pt>
                <c:pt idx="9399">
                  <c:v>69527.39</c:v>
                </c:pt>
                <c:pt idx="9400">
                  <c:v>52729.71</c:v>
                </c:pt>
                <c:pt idx="9401">
                  <c:v>46179.5</c:v>
                </c:pt>
                <c:pt idx="9402">
                  <c:v>7272.43</c:v>
                </c:pt>
                <c:pt idx="9403">
                  <c:v>25319.62</c:v>
                </c:pt>
                <c:pt idx="9404">
                  <c:v>37281.300000000003</c:v>
                </c:pt>
                <c:pt idx="9405">
                  <c:v>41184.519999999997</c:v>
                </c:pt>
                <c:pt idx="9406">
                  <c:v>27290.76</c:v>
                </c:pt>
                <c:pt idx="9407">
                  <c:v>37171.47</c:v>
                </c:pt>
                <c:pt idx="9408">
                  <c:v>84788.42</c:v>
                </c:pt>
                <c:pt idx="9409">
                  <c:v>6192.5</c:v>
                </c:pt>
                <c:pt idx="9410">
                  <c:v>7532.53</c:v>
                </c:pt>
                <c:pt idx="9411">
                  <c:v>95378.85</c:v>
                </c:pt>
                <c:pt idx="9412">
                  <c:v>68966.59</c:v>
                </c:pt>
                <c:pt idx="9413">
                  <c:v>5858.73</c:v>
                </c:pt>
                <c:pt idx="9414">
                  <c:v>57358.48</c:v>
                </c:pt>
                <c:pt idx="9415">
                  <c:v>12189.37</c:v>
                </c:pt>
                <c:pt idx="9416">
                  <c:v>88346.73</c:v>
                </c:pt>
                <c:pt idx="9417">
                  <c:v>73257.740000000005</c:v>
                </c:pt>
                <c:pt idx="9418">
                  <c:v>18227.5</c:v>
                </c:pt>
                <c:pt idx="9419">
                  <c:v>43002.46</c:v>
                </c:pt>
                <c:pt idx="9420">
                  <c:v>50189.53</c:v>
                </c:pt>
                <c:pt idx="9421">
                  <c:v>16090.05</c:v>
                </c:pt>
                <c:pt idx="9422">
                  <c:v>29651.3</c:v>
                </c:pt>
                <c:pt idx="9423">
                  <c:v>97867.14</c:v>
                </c:pt>
                <c:pt idx="9424">
                  <c:v>82758.14</c:v>
                </c:pt>
                <c:pt idx="9425">
                  <c:v>27507.34</c:v>
                </c:pt>
                <c:pt idx="9426">
                  <c:v>99155.39</c:v>
                </c:pt>
                <c:pt idx="9427">
                  <c:v>1147.8599999999999</c:v>
                </c:pt>
                <c:pt idx="9428">
                  <c:v>8610.15</c:v>
                </c:pt>
                <c:pt idx="9429">
                  <c:v>19002.22</c:v>
                </c:pt>
                <c:pt idx="9430">
                  <c:v>27260.1</c:v>
                </c:pt>
                <c:pt idx="9431">
                  <c:v>3476.32</c:v>
                </c:pt>
                <c:pt idx="9432">
                  <c:v>16520.78</c:v>
                </c:pt>
                <c:pt idx="9433">
                  <c:v>8145.54</c:v>
                </c:pt>
                <c:pt idx="9434">
                  <c:v>10475.290000000001</c:v>
                </c:pt>
                <c:pt idx="9435">
                  <c:v>73556.2</c:v>
                </c:pt>
                <c:pt idx="9436">
                  <c:v>5883.15</c:v>
                </c:pt>
                <c:pt idx="9437">
                  <c:v>18993.03</c:v>
                </c:pt>
                <c:pt idx="9438">
                  <c:v>52629.32</c:v>
                </c:pt>
                <c:pt idx="9439">
                  <c:v>5732.79</c:v>
                </c:pt>
                <c:pt idx="9440">
                  <c:v>22509.65</c:v>
                </c:pt>
                <c:pt idx="9441">
                  <c:v>38767.01</c:v>
                </c:pt>
                <c:pt idx="9442">
                  <c:v>36938.160000000003</c:v>
                </c:pt>
                <c:pt idx="9443">
                  <c:v>3876.01</c:v>
                </c:pt>
                <c:pt idx="9444">
                  <c:v>9374.65</c:v>
                </c:pt>
                <c:pt idx="9445">
                  <c:v>18663.71</c:v>
                </c:pt>
                <c:pt idx="9446">
                  <c:v>4886.5</c:v>
                </c:pt>
                <c:pt idx="9447">
                  <c:v>14165.3</c:v>
                </c:pt>
                <c:pt idx="9448">
                  <c:v>18656.32</c:v>
                </c:pt>
                <c:pt idx="9449">
                  <c:v>28841.95</c:v>
                </c:pt>
                <c:pt idx="9450">
                  <c:v>20943.72</c:v>
                </c:pt>
                <c:pt idx="9451">
                  <c:v>29261.15</c:v>
                </c:pt>
                <c:pt idx="9452">
                  <c:v>5391.18</c:v>
                </c:pt>
                <c:pt idx="9453">
                  <c:v>49871.48</c:v>
                </c:pt>
                <c:pt idx="9454">
                  <c:v>31126.3</c:v>
                </c:pt>
                <c:pt idx="9455">
                  <c:v>75282.009999999995</c:v>
                </c:pt>
                <c:pt idx="9456">
                  <c:v>55238.46</c:v>
                </c:pt>
                <c:pt idx="9457">
                  <c:v>21199.29</c:v>
                </c:pt>
                <c:pt idx="9458">
                  <c:v>44904.62</c:v>
                </c:pt>
                <c:pt idx="9459">
                  <c:v>28528.73</c:v>
                </c:pt>
                <c:pt idx="9460">
                  <c:v>70703.77</c:v>
                </c:pt>
                <c:pt idx="9461">
                  <c:v>58147.05</c:v>
                </c:pt>
                <c:pt idx="9462">
                  <c:v>11960.99</c:v>
                </c:pt>
                <c:pt idx="9463">
                  <c:v>86631.72</c:v>
                </c:pt>
                <c:pt idx="9464">
                  <c:v>28684.95</c:v>
                </c:pt>
                <c:pt idx="9465">
                  <c:v>49526.8</c:v>
                </c:pt>
                <c:pt idx="9466">
                  <c:v>2991.7</c:v>
                </c:pt>
                <c:pt idx="9467">
                  <c:v>22484.68</c:v>
                </c:pt>
                <c:pt idx="9468">
                  <c:v>29825.59</c:v>
                </c:pt>
                <c:pt idx="9469">
                  <c:v>19190.32</c:v>
                </c:pt>
                <c:pt idx="9470">
                  <c:v>14835.49</c:v>
                </c:pt>
                <c:pt idx="9471">
                  <c:v>19059.28</c:v>
                </c:pt>
                <c:pt idx="9472">
                  <c:v>16874.64</c:v>
                </c:pt>
                <c:pt idx="9473">
                  <c:v>11706.94</c:v>
                </c:pt>
                <c:pt idx="9474">
                  <c:v>7020.26</c:v>
                </c:pt>
                <c:pt idx="9475">
                  <c:v>18590.669999999998</c:v>
                </c:pt>
                <c:pt idx="9476">
                  <c:v>21958.12</c:v>
                </c:pt>
                <c:pt idx="9477">
                  <c:v>42338.84</c:v>
                </c:pt>
                <c:pt idx="9478">
                  <c:v>88594.880000000005</c:v>
                </c:pt>
                <c:pt idx="9479">
                  <c:v>34238.199999999997</c:v>
                </c:pt>
                <c:pt idx="9480">
                  <c:v>3072.08</c:v>
                </c:pt>
                <c:pt idx="9481">
                  <c:v>8309.1299999999992</c:v>
                </c:pt>
                <c:pt idx="9482">
                  <c:v>98769.82</c:v>
                </c:pt>
                <c:pt idx="9483">
                  <c:v>56129.67</c:v>
                </c:pt>
                <c:pt idx="9484">
                  <c:v>17436.32</c:v>
                </c:pt>
                <c:pt idx="9485">
                  <c:v>53148.800000000003</c:v>
                </c:pt>
                <c:pt idx="9486">
                  <c:v>73493.97</c:v>
                </c:pt>
                <c:pt idx="9487">
                  <c:v>36526.39</c:v>
                </c:pt>
                <c:pt idx="9488">
                  <c:v>21701.1</c:v>
                </c:pt>
                <c:pt idx="9489">
                  <c:v>34854.33</c:v>
                </c:pt>
                <c:pt idx="9490">
                  <c:v>20713.689999999999</c:v>
                </c:pt>
                <c:pt idx="9491">
                  <c:v>60478.96</c:v>
                </c:pt>
                <c:pt idx="9492">
                  <c:v>17177.689999999999</c:v>
                </c:pt>
                <c:pt idx="9493">
                  <c:v>44910.1</c:v>
                </c:pt>
                <c:pt idx="9494">
                  <c:v>8329.1</c:v>
                </c:pt>
                <c:pt idx="9495">
                  <c:v>56511.74</c:v>
                </c:pt>
                <c:pt idx="9496">
                  <c:v>77711.13</c:v>
                </c:pt>
                <c:pt idx="9497">
                  <c:v>87796.08</c:v>
                </c:pt>
                <c:pt idx="9498">
                  <c:v>14088.91</c:v>
                </c:pt>
                <c:pt idx="9499">
                  <c:v>19354.439999999999</c:v>
                </c:pt>
                <c:pt idx="9500">
                  <c:v>61560.51</c:v>
                </c:pt>
                <c:pt idx="9501">
                  <c:v>8147.75</c:v>
                </c:pt>
                <c:pt idx="9502">
                  <c:v>47509.120000000003</c:v>
                </c:pt>
                <c:pt idx="9503">
                  <c:v>79129.86</c:v>
                </c:pt>
                <c:pt idx="9504">
                  <c:v>68544.84</c:v>
                </c:pt>
                <c:pt idx="9505">
                  <c:v>61038.7</c:v>
                </c:pt>
                <c:pt idx="9506">
                  <c:v>66923.64</c:v>
                </c:pt>
                <c:pt idx="9507">
                  <c:v>11781.34</c:v>
                </c:pt>
                <c:pt idx="9508">
                  <c:v>64689.760000000002</c:v>
                </c:pt>
                <c:pt idx="9509">
                  <c:v>7175.3</c:v>
                </c:pt>
                <c:pt idx="9510">
                  <c:v>44645.41</c:v>
                </c:pt>
                <c:pt idx="9511">
                  <c:v>41115.46</c:v>
                </c:pt>
                <c:pt idx="9512">
                  <c:v>31184.75</c:v>
                </c:pt>
                <c:pt idx="9513">
                  <c:v>24493.11</c:v>
                </c:pt>
                <c:pt idx="9514">
                  <c:v>16205.77</c:v>
                </c:pt>
                <c:pt idx="9515">
                  <c:v>12891.46</c:v>
                </c:pt>
                <c:pt idx="9516">
                  <c:v>30205.41</c:v>
                </c:pt>
                <c:pt idx="9517">
                  <c:v>16938.75</c:v>
                </c:pt>
                <c:pt idx="9518">
                  <c:v>57400.14</c:v>
                </c:pt>
                <c:pt idx="9519">
                  <c:v>28923.47</c:v>
                </c:pt>
                <c:pt idx="9520">
                  <c:v>30072.63</c:v>
                </c:pt>
                <c:pt idx="9521">
                  <c:v>9603.91</c:v>
                </c:pt>
                <c:pt idx="9522">
                  <c:v>2536.66</c:v>
                </c:pt>
                <c:pt idx="9523">
                  <c:v>8890.2900000000009</c:v>
                </c:pt>
                <c:pt idx="9524">
                  <c:v>40543.82</c:v>
                </c:pt>
                <c:pt idx="9525">
                  <c:v>26899.05</c:v>
                </c:pt>
                <c:pt idx="9526">
                  <c:v>14573.37</c:v>
                </c:pt>
                <c:pt idx="9527">
                  <c:v>39138.44</c:v>
                </c:pt>
                <c:pt idx="9528">
                  <c:v>65660.490000000005</c:v>
                </c:pt>
                <c:pt idx="9529">
                  <c:v>53782.97</c:v>
                </c:pt>
                <c:pt idx="9530">
                  <c:v>76303.92</c:v>
                </c:pt>
                <c:pt idx="9531">
                  <c:v>2194.89</c:v>
                </c:pt>
                <c:pt idx="9532">
                  <c:v>44245.22</c:v>
                </c:pt>
                <c:pt idx="9533">
                  <c:v>12687.86</c:v>
                </c:pt>
                <c:pt idx="9534">
                  <c:v>37632.839999999997</c:v>
                </c:pt>
                <c:pt idx="9535">
                  <c:v>10660.48</c:v>
                </c:pt>
                <c:pt idx="9536">
                  <c:v>80756.34</c:v>
                </c:pt>
                <c:pt idx="9537">
                  <c:v>60433.98</c:v>
                </c:pt>
                <c:pt idx="9538">
                  <c:v>6127.64</c:v>
                </c:pt>
                <c:pt idx="9539">
                  <c:v>6266.87</c:v>
                </c:pt>
                <c:pt idx="9540">
                  <c:v>63542.64</c:v>
                </c:pt>
                <c:pt idx="9541">
                  <c:v>3264.32</c:v>
                </c:pt>
                <c:pt idx="9542">
                  <c:v>88105.66</c:v>
                </c:pt>
                <c:pt idx="9543">
                  <c:v>14400.96</c:v>
                </c:pt>
                <c:pt idx="9544">
                  <c:v>6210.6</c:v>
                </c:pt>
                <c:pt idx="9545">
                  <c:v>42293.79</c:v>
                </c:pt>
                <c:pt idx="9546">
                  <c:v>7158.12</c:v>
                </c:pt>
                <c:pt idx="9547">
                  <c:v>69196.679999999993</c:v>
                </c:pt>
                <c:pt idx="9548">
                  <c:v>15900</c:v>
                </c:pt>
                <c:pt idx="9549">
                  <c:v>39525.49</c:v>
                </c:pt>
                <c:pt idx="9550">
                  <c:v>43338.33</c:v>
                </c:pt>
                <c:pt idx="9551">
                  <c:v>31045.33</c:v>
                </c:pt>
                <c:pt idx="9552">
                  <c:v>56263.81</c:v>
                </c:pt>
                <c:pt idx="9553">
                  <c:v>3544.25</c:v>
                </c:pt>
                <c:pt idx="9554">
                  <c:v>11143.11</c:v>
                </c:pt>
                <c:pt idx="9555">
                  <c:v>6792.98</c:v>
                </c:pt>
                <c:pt idx="9556">
                  <c:v>6481.67</c:v>
                </c:pt>
                <c:pt idx="9557">
                  <c:v>16180.82</c:v>
                </c:pt>
                <c:pt idx="9558">
                  <c:v>14110.14</c:v>
                </c:pt>
                <c:pt idx="9559">
                  <c:v>34318.67</c:v>
                </c:pt>
                <c:pt idx="9560">
                  <c:v>91853.68</c:v>
                </c:pt>
                <c:pt idx="9561">
                  <c:v>41849.300000000003</c:v>
                </c:pt>
                <c:pt idx="9562">
                  <c:v>36040.21</c:v>
                </c:pt>
                <c:pt idx="9563">
                  <c:v>20346.830000000002</c:v>
                </c:pt>
                <c:pt idx="9564">
                  <c:v>35904.46</c:v>
                </c:pt>
                <c:pt idx="9565">
                  <c:v>30539.119999999999</c:v>
                </c:pt>
                <c:pt idx="9566">
                  <c:v>62265.61</c:v>
                </c:pt>
                <c:pt idx="9567">
                  <c:v>4665.99</c:v>
                </c:pt>
                <c:pt idx="9568">
                  <c:v>14721.34</c:v>
                </c:pt>
                <c:pt idx="9569">
                  <c:v>45971.68</c:v>
                </c:pt>
                <c:pt idx="9570">
                  <c:v>72613.17</c:v>
                </c:pt>
                <c:pt idx="9571">
                  <c:v>37721.54</c:v>
                </c:pt>
                <c:pt idx="9572">
                  <c:v>76051.08</c:v>
                </c:pt>
                <c:pt idx="9573">
                  <c:v>14365.32</c:v>
                </c:pt>
                <c:pt idx="9574">
                  <c:v>46934.87</c:v>
                </c:pt>
                <c:pt idx="9575">
                  <c:v>23408.6</c:v>
                </c:pt>
                <c:pt idx="9576">
                  <c:v>23104.12</c:v>
                </c:pt>
                <c:pt idx="9577">
                  <c:v>15745.49</c:v>
                </c:pt>
                <c:pt idx="9578">
                  <c:v>18910.37</c:v>
                </c:pt>
                <c:pt idx="9579">
                  <c:v>5407.1</c:v>
                </c:pt>
                <c:pt idx="9580">
                  <c:v>42109.62</c:v>
                </c:pt>
                <c:pt idx="9581">
                  <c:v>75815.649999999994</c:v>
                </c:pt>
                <c:pt idx="9582">
                  <c:v>42837.35</c:v>
                </c:pt>
                <c:pt idx="9583">
                  <c:v>101605.98</c:v>
                </c:pt>
                <c:pt idx="9584">
                  <c:v>31439.040000000001</c:v>
                </c:pt>
                <c:pt idx="9585">
                  <c:v>9422.19</c:v>
                </c:pt>
                <c:pt idx="9586">
                  <c:v>22274.19</c:v>
                </c:pt>
                <c:pt idx="9587">
                  <c:v>18881.419999999998</c:v>
                </c:pt>
                <c:pt idx="9588">
                  <c:v>7197.04</c:v>
                </c:pt>
                <c:pt idx="9589">
                  <c:v>7090.87</c:v>
                </c:pt>
                <c:pt idx="9590">
                  <c:v>1150.5</c:v>
                </c:pt>
                <c:pt idx="9591">
                  <c:v>62232.3</c:v>
                </c:pt>
                <c:pt idx="9592">
                  <c:v>3470.58</c:v>
                </c:pt>
                <c:pt idx="9593">
                  <c:v>22475.06</c:v>
                </c:pt>
                <c:pt idx="9594">
                  <c:v>8274.2900000000009</c:v>
                </c:pt>
                <c:pt idx="9595">
                  <c:v>28821.79</c:v>
                </c:pt>
                <c:pt idx="9596">
                  <c:v>25983.47</c:v>
                </c:pt>
                <c:pt idx="9597">
                  <c:v>39821.54</c:v>
                </c:pt>
                <c:pt idx="9598">
                  <c:v>4386.08</c:v>
                </c:pt>
                <c:pt idx="9599">
                  <c:v>9231.64</c:v>
                </c:pt>
                <c:pt idx="9600">
                  <c:v>78360.72</c:v>
                </c:pt>
                <c:pt idx="9601">
                  <c:v>45083.87</c:v>
                </c:pt>
                <c:pt idx="9602">
                  <c:v>54960.54</c:v>
                </c:pt>
                <c:pt idx="9603">
                  <c:v>2095.06</c:v>
                </c:pt>
                <c:pt idx="9604">
                  <c:v>3719.87</c:v>
                </c:pt>
                <c:pt idx="9605">
                  <c:v>7460.14</c:v>
                </c:pt>
                <c:pt idx="9606">
                  <c:v>14067.23</c:v>
                </c:pt>
                <c:pt idx="9607">
                  <c:v>17005.150000000001</c:v>
                </c:pt>
                <c:pt idx="9608">
                  <c:v>14354.51</c:v>
                </c:pt>
                <c:pt idx="9609">
                  <c:v>14972.33</c:v>
                </c:pt>
                <c:pt idx="9610">
                  <c:v>22417.54</c:v>
                </c:pt>
                <c:pt idx="9611">
                  <c:v>93724.37</c:v>
                </c:pt>
                <c:pt idx="9612">
                  <c:v>21233.27</c:v>
                </c:pt>
                <c:pt idx="9613">
                  <c:v>40907.449999999997</c:v>
                </c:pt>
                <c:pt idx="9614">
                  <c:v>26422.48</c:v>
                </c:pt>
                <c:pt idx="9615">
                  <c:v>31158.78</c:v>
                </c:pt>
                <c:pt idx="9616">
                  <c:v>42833.83</c:v>
                </c:pt>
                <c:pt idx="9617">
                  <c:v>35199.370000000003</c:v>
                </c:pt>
                <c:pt idx="9618">
                  <c:v>21299.63</c:v>
                </c:pt>
                <c:pt idx="9619">
                  <c:v>2973.54</c:v>
                </c:pt>
                <c:pt idx="9620">
                  <c:v>2692.31</c:v>
                </c:pt>
                <c:pt idx="9621">
                  <c:v>104531.28</c:v>
                </c:pt>
                <c:pt idx="9622">
                  <c:v>14018</c:v>
                </c:pt>
                <c:pt idx="9623">
                  <c:v>4827.62</c:v>
                </c:pt>
                <c:pt idx="9624">
                  <c:v>26906.42</c:v>
                </c:pt>
                <c:pt idx="9625">
                  <c:v>24790.33</c:v>
                </c:pt>
                <c:pt idx="9626">
                  <c:v>70602.929999999993</c:v>
                </c:pt>
                <c:pt idx="9627">
                  <c:v>55740.05</c:v>
                </c:pt>
                <c:pt idx="9628">
                  <c:v>43079.93</c:v>
                </c:pt>
                <c:pt idx="9629">
                  <c:v>58090.73</c:v>
                </c:pt>
                <c:pt idx="9630">
                  <c:v>54663.65</c:v>
                </c:pt>
                <c:pt idx="9631">
                  <c:v>25588.05</c:v>
                </c:pt>
                <c:pt idx="9632">
                  <c:v>5739.29</c:v>
                </c:pt>
                <c:pt idx="9633">
                  <c:v>78278.759999999995</c:v>
                </c:pt>
                <c:pt idx="9634">
                  <c:v>30630.26</c:v>
                </c:pt>
                <c:pt idx="9635">
                  <c:v>30259.95</c:v>
                </c:pt>
                <c:pt idx="9636">
                  <c:v>26387.8</c:v>
                </c:pt>
                <c:pt idx="9637">
                  <c:v>72381.119999999995</c:v>
                </c:pt>
                <c:pt idx="9638">
                  <c:v>20106.830000000002</c:v>
                </c:pt>
                <c:pt idx="9639">
                  <c:v>26230.36</c:v>
                </c:pt>
                <c:pt idx="9640">
                  <c:v>58259.06</c:v>
                </c:pt>
                <c:pt idx="9641">
                  <c:v>3322.24</c:v>
                </c:pt>
                <c:pt idx="9642">
                  <c:v>18481.3</c:v>
                </c:pt>
                <c:pt idx="9643">
                  <c:v>21178</c:v>
                </c:pt>
                <c:pt idx="9644">
                  <c:v>25495.93</c:v>
                </c:pt>
                <c:pt idx="9645">
                  <c:v>10111.92</c:v>
                </c:pt>
                <c:pt idx="9646">
                  <c:v>82662.27</c:v>
                </c:pt>
                <c:pt idx="9647">
                  <c:v>41272.519999999997</c:v>
                </c:pt>
                <c:pt idx="9648">
                  <c:v>41320.61</c:v>
                </c:pt>
                <c:pt idx="9649">
                  <c:v>54496.5</c:v>
                </c:pt>
                <c:pt idx="9650">
                  <c:v>19883.3</c:v>
                </c:pt>
                <c:pt idx="9651">
                  <c:v>17998.7</c:v>
                </c:pt>
                <c:pt idx="9652">
                  <c:v>38561.19</c:v>
                </c:pt>
                <c:pt idx="9653">
                  <c:v>52653.64</c:v>
                </c:pt>
                <c:pt idx="9654">
                  <c:v>32379.48</c:v>
                </c:pt>
                <c:pt idx="9655">
                  <c:v>56152.78</c:v>
                </c:pt>
                <c:pt idx="9656">
                  <c:v>21680.06</c:v>
                </c:pt>
                <c:pt idx="9657">
                  <c:v>7309.39</c:v>
                </c:pt>
                <c:pt idx="9658">
                  <c:v>101662.89</c:v>
                </c:pt>
                <c:pt idx="9659">
                  <c:v>48303.19</c:v>
                </c:pt>
                <c:pt idx="9660">
                  <c:v>38879.82</c:v>
                </c:pt>
                <c:pt idx="9661">
                  <c:v>72706.789999999994</c:v>
                </c:pt>
                <c:pt idx="9662">
                  <c:v>67667.360000000001</c:v>
                </c:pt>
                <c:pt idx="9663">
                  <c:v>27624.91</c:v>
                </c:pt>
                <c:pt idx="9664">
                  <c:v>3313.74</c:v>
                </c:pt>
                <c:pt idx="9665">
                  <c:v>52256.86</c:v>
                </c:pt>
                <c:pt idx="9666">
                  <c:v>17601.63</c:v>
                </c:pt>
                <c:pt idx="9667">
                  <c:v>11384.23</c:v>
                </c:pt>
                <c:pt idx="9668">
                  <c:v>10471.36</c:v>
                </c:pt>
                <c:pt idx="9669">
                  <c:v>20977.49</c:v>
                </c:pt>
                <c:pt idx="9670">
                  <c:v>27120.18</c:v>
                </c:pt>
                <c:pt idx="9671">
                  <c:v>39128.21</c:v>
                </c:pt>
                <c:pt idx="9672">
                  <c:v>39523.94</c:v>
                </c:pt>
                <c:pt idx="9673">
                  <c:v>79139.34</c:v>
                </c:pt>
                <c:pt idx="9674">
                  <c:v>32680.66</c:v>
                </c:pt>
                <c:pt idx="9675">
                  <c:v>84862.8</c:v>
                </c:pt>
                <c:pt idx="9676">
                  <c:v>66447.97</c:v>
                </c:pt>
                <c:pt idx="9677">
                  <c:v>35053.39</c:v>
                </c:pt>
                <c:pt idx="9678">
                  <c:v>81481.960000000006</c:v>
                </c:pt>
                <c:pt idx="9679">
                  <c:v>19305.240000000002</c:v>
                </c:pt>
                <c:pt idx="9680">
                  <c:v>30873.15</c:v>
                </c:pt>
                <c:pt idx="9681">
                  <c:v>20711.419999999998</c:v>
                </c:pt>
                <c:pt idx="9682">
                  <c:v>24149.03</c:v>
                </c:pt>
                <c:pt idx="9683">
                  <c:v>24939.119999999999</c:v>
                </c:pt>
                <c:pt idx="9684">
                  <c:v>49742.03</c:v>
                </c:pt>
                <c:pt idx="9685">
                  <c:v>23998.720000000001</c:v>
                </c:pt>
                <c:pt idx="9686">
                  <c:v>50227.38</c:v>
                </c:pt>
                <c:pt idx="9687">
                  <c:v>8474.68</c:v>
                </c:pt>
                <c:pt idx="9688">
                  <c:v>16965.650000000001</c:v>
                </c:pt>
                <c:pt idx="9689">
                  <c:v>45502.31</c:v>
                </c:pt>
                <c:pt idx="9690">
                  <c:v>57967.15</c:v>
                </c:pt>
                <c:pt idx="9691">
                  <c:v>6648.64</c:v>
                </c:pt>
                <c:pt idx="9692">
                  <c:v>17468.89</c:v>
                </c:pt>
                <c:pt idx="9693">
                  <c:v>8752.4500000000007</c:v>
                </c:pt>
                <c:pt idx="9694">
                  <c:v>18511.5</c:v>
                </c:pt>
                <c:pt idx="9695">
                  <c:v>15479.52</c:v>
                </c:pt>
                <c:pt idx="9696">
                  <c:v>31192.560000000001</c:v>
                </c:pt>
                <c:pt idx="9697">
                  <c:v>17079.64</c:v>
                </c:pt>
                <c:pt idx="9698">
                  <c:v>37228.46</c:v>
                </c:pt>
                <c:pt idx="9699">
                  <c:v>76478.320000000007</c:v>
                </c:pt>
                <c:pt idx="9700">
                  <c:v>14475.98</c:v>
                </c:pt>
                <c:pt idx="9701">
                  <c:v>16977.14</c:v>
                </c:pt>
                <c:pt idx="9702">
                  <c:v>34370.949999999997</c:v>
                </c:pt>
                <c:pt idx="9703">
                  <c:v>48862.3</c:v>
                </c:pt>
                <c:pt idx="9704">
                  <c:v>24359.52</c:v>
                </c:pt>
                <c:pt idx="9705">
                  <c:v>64608.480000000003</c:v>
                </c:pt>
                <c:pt idx="9706">
                  <c:v>13319.71</c:v>
                </c:pt>
                <c:pt idx="9707">
                  <c:v>17210.34</c:v>
                </c:pt>
                <c:pt idx="9708">
                  <c:v>14528.85</c:v>
                </c:pt>
                <c:pt idx="9709">
                  <c:v>17349.759999999998</c:v>
                </c:pt>
                <c:pt idx="9710">
                  <c:v>23615.93</c:v>
                </c:pt>
                <c:pt idx="9711">
                  <c:v>54451.89</c:v>
                </c:pt>
                <c:pt idx="9712">
                  <c:v>7746.39</c:v>
                </c:pt>
                <c:pt idx="9713">
                  <c:v>7037.26</c:v>
                </c:pt>
                <c:pt idx="9714">
                  <c:v>20408.91</c:v>
                </c:pt>
                <c:pt idx="9715">
                  <c:v>7568.19</c:v>
                </c:pt>
                <c:pt idx="9716">
                  <c:v>14694.6</c:v>
                </c:pt>
                <c:pt idx="9717">
                  <c:v>19342.009999999998</c:v>
                </c:pt>
                <c:pt idx="9718">
                  <c:v>7919.38</c:v>
                </c:pt>
                <c:pt idx="9719">
                  <c:v>63671.48</c:v>
                </c:pt>
                <c:pt idx="9720">
                  <c:v>5975.93</c:v>
                </c:pt>
                <c:pt idx="9721">
                  <c:v>9798.74</c:v>
                </c:pt>
                <c:pt idx="9722">
                  <c:v>31666.15</c:v>
                </c:pt>
                <c:pt idx="9723">
                  <c:v>29064.7</c:v>
                </c:pt>
                <c:pt idx="9724">
                  <c:v>22619.46</c:v>
                </c:pt>
                <c:pt idx="9725">
                  <c:v>13021.37</c:v>
                </c:pt>
                <c:pt idx="9726">
                  <c:v>27097.040000000001</c:v>
                </c:pt>
                <c:pt idx="9727">
                  <c:v>5489.7</c:v>
                </c:pt>
                <c:pt idx="9728">
                  <c:v>28875.360000000001</c:v>
                </c:pt>
                <c:pt idx="9729">
                  <c:v>22912.58</c:v>
                </c:pt>
                <c:pt idx="9730">
                  <c:v>11191.91</c:v>
                </c:pt>
                <c:pt idx="9731">
                  <c:v>27339.95</c:v>
                </c:pt>
                <c:pt idx="9732">
                  <c:v>7516.44</c:v>
                </c:pt>
                <c:pt idx="9733">
                  <c:v>75919.960000000006</c:v>
                </c:pt>
                <c:pt idx="9734">
                  <c:v>1807.7</c:v>
                </c:pt>
                <c:pt idx="9735">
                  <c:v>14102.36</c:v>
                </c:pt>
                <c:pt idx="9736">
                  <c:v>24563.63</c:v>
                </c:pt>
                <c:pt idx="9737">
                  <c:v>23467.56</c:v>
                </c:pt>
                <c:pt idx="9738">
                  <c:v>4757</c:v>
                </c:pt>
                <c:pt idx="9739">
                  <c:v>30954</c:v>
                </c:pt>
                <c:pt idx="9740">
                  <c:v>10415.26</c:v>
                </c:pt>
                <c:pt idx="9741">
                  <c:v>93477.93</c:v>
                </c:pt>
                <c:pt idx="9742">
                  <c:v>59009.62</c:v>
                </c:pt>
                <c:pt idx="9743">
                  <c:v>69021.72</c:v>
                </c:pt>
                <c:pt idx="9744">
                  <c:v>28018.04</c:v>
                </c:pt>
                <c:pt idx="9745">
                  <c:v>16313.35</c:v>
                </c:pt>
                <c:pt idx="9746">
                  <c:v>31594.16</c:v>
                </c:pt>
                <c:pt idx="9747">
                  <c:v>59216.160000000003</c:v>
                </c:pt>
                <c:pt idx="9748">
                  <c:v>40834.25</c:v>
                </c:pt>
                <c:pt idx="9749">
                  <c:v>34807.879999999997</c:v>
                </c:pt>
                <c:pt idx="9750">
                  <c:v>24590.69</c:v>
                </c:pt>
                <c:pt idx="9751">
                  <c:v>13655.99</c:v>
                </c:pt>
                <c:pt idx="9752">
                  <c:v>15580.68</c:v>
                </c:pt>
                <c:pt idx="9753">
                  <c:v>17070.25</c:v>
                </c:pt>
                <c:pt idx="9754">
                  <c:v>17726.27</c:v>
                </c:pt>
                <c:pt idx="9755">
                  <c:v>24787.9</c:v>
                </c:pt>
                <c:pt idx="9756">
                  <c:v>16801.509999999998</c:v>
                </c:pt>
                <c:pt idx="9757">
                  <c:v>76509.279999999999</c:v>
                </c:pt>
                <c:pt idx="9758">
                  <c:v>30088.21</c:v>
                </c:pt>
                <c:pt idx="9759">
                  <c:v>55875.39</c:v>
                </c:pt>
                <c:pt idx="9760">
                  <c:v>56161.29</c:v>
                </c:pt>
                <c:pt idx="9761">
                  <c:v>53216.54</c:v>
                </c:pt>
                <c:pt idx="9762">
                  <c:v>22021.27</c:v>
                </c:pt>
                <c:pt idx="9763">
                  <c:v>28361.34</c:v>
                </c:pt>
                <c:pt idx="9764">
                  <c:v>7685.96</c:v>
                </c:pt>
                <c:pt idx="9765">
                  <c:v>8927.48</c:v>
                </c:pt>
                <c:pt idx="9766">
                  <c:v>6656.14</c:v>
                </c:pt>
                <c:pt idx="9767">
                  <c:v>85907.74</c:v>
                </c:pt>
                <c:pt idx="9768">
                  <c:v>22329.13</c:v>
                </c:pt>
                <c:pt idx="9769">
                  <c:v>57992.93</c:v>
                </c:pt>
                <c:pt idx="9770">
                  <c:v>34901.99</c:v>
                </c:pt>
                <c:pt idx="9771">
                  <c:v>4900.66</c:v>
                </c:pt>
                <c:pt idx="9772">
                  <c:v>29049.55</c:v>
                </c:pt>
                <c:pt idx="9773">
                  <c:v>9676.9699999999993</c:v>
                </c:pt>
                <c:pt idx="9774">
                  <c:v>61854.34</c:v>
                </c:pt>
                <c:pt idx="9775">
                  <c:v>4048.25</c:v>
                </c:pt>
                <c:pt idx="9776">
                  <c:v>3620.7</c:v>
                </c:pt>
                <c:pt idx="9777">
                  <c:v>13694.18</c:v>
                </c:pt>
                <c:pt idx="9778">
                  <c:v>37366.6</c:v>
                </c:pt>
                <c:pt idx="9779">
                  <c:v>5839.6</c:v>
                </c:pt>
                <c:pt idx="9780">
                  <c:v>48294.02</c:v>
                </c:pt>
                <c:pt idx="9781">
                  <c:v>19998.97</c:v>
                </c:pt>
                <c:pt idx="9782">
                  <c:v>93357.31</c:v>
                </c:pt>
                <c:pt idx="9783">
                  <c:v>15625.67</c:v>
                </c:pt>
                <c:pt idx="9784">
                  <c:v>3042.51</c:v>
                </c:pt>
                <c:pt idx="9785">
                  <c:v>15288.37</c:v>
                </c:pt>
                <c:pt idx="9786">
                  <c:v>83744.3</c:v>
                </c:pt>
                <c:pt idx="9787">
                  <c:v>5533.84</c:v>
                </c:pt>
                <c:pt idx="9788">
                  <c:v>78516.38</c:v>
                </c:pt>
                <c:pt idx="9789">
                  <c:v>27202.799999999999</c:v>
                </c:pt>
                <c:pt idx="9790">
                  <c:v>80613.23</c:v>
                </c:pt>
                <c:pt idx="9791">
                  <c:v>68123.08</c:v>
                </c:pt>
                <c:pt idx="9792">
                  <c:v>38804.99</c:v>
                </c:pt>
                <c:pt idx="9793">
                  <c:v>45816.25</c:v>
                </c:pt>
                <c:pt idx="9794">
                  <c:v>10093.61</c:v>
                </c:pt>
                <c:pt idx="9795">
                  <c:v>47970.53</c:v>
                </c:pt>
                <c:pt idx="9796">
                  <c:v>14028.65</c:v>
                </c:pt>
                <c:pt idx="9797">
                  <c:v>20254.439999999999</c:v>
                </c:pt>
                <c:pt idx="9798">
                  <c:v>25278.37</c:v>
                </c:pt>
                <c:pt idx="9799">
                  <c:v>16368.85</c:v>
                </c:pt>
                <c:pt idx="9800">
                  <c:v>10055.219999999999</c:v>
                </c:pt>
                <c:pt idx="9801">
                  <c:v>104938.68</c:v>
                </c:pt>
                <c:pt idx="9802">
                  <c:v>52397.99</c:v>
                </c:pt>
                <c:pt idx="9803">
                  <c:v>22620.99</c:v>
                </c:pt>
                <c:pt idx="9804">
                  <c:v>39167.120000000003</c:v>
                </c:pt>
                <c:pt idx="9805">
                  <c:v>2933.24</c:v>
                </c:pt>
                <c:pt idx="9806">
                  <c:v>9139.85</c:v>
                </c:pt>
                <c:pt idx="9807">
                  <c:v>22577.69</c:v>
                </c:pt>
                <c:pt idx="9808">
                  <c:v>26822.57</c:v>
                </c:pt>
                <c:pt idx="9809">
                  <c:v>7069.36</c:v>
                </c:pt>
                <c:pt idx="9810">
                  <c:v>18604.07</c:v>
                </c:pt>
                <c:pt idx="9811">
                  <c:v>18177.28</c:v>
                </c:pt>
                <c:pt idx="9812">
                  <c:v>100675.16</c:v>
                </c:pt>
                <c:pt idx="9813">
                  <c:v>43861.599999999999</c:v>
                </c:pt>
                <c:pt idx="9814">
                  <c:v>5167.2</c:v>
                </c:pt>
                <c:pt idx="9815">
                  <c:v>33212.97</c:v>
                </c:pt>
                <c:pt idx="9816">
                  <c:v>15327.65</c:v>
                </c:pt>
                <c:pt idx="9817">
                  <c:v>45530.23</c:v>
                </c:pt>
                <c:pt idx="9818">
                  <c:v>68323.12</c:v>
                </c:pt>
                <c:pt idx="9819">
                  <c:v>48756.3</c:v>
                </c:pt>
                <c:pt idx="9820">
                  <c:v>11465.71</c:v>
                </c:pt>
                <c:pt idx="9821">
                  <c:v>62612.84</c:v>
                </c:pt>
                <c:pt idx="9822">
                  <c:v>25675.83</c:v>
                </c:pt>
                <c:pt idx="9823">
                  <c:v>5260.58</c:v>
                </c:pt>
                <c:pt idx="9824">
                  <c:v>53470.81</c:v>
                </c:pt>
                <c:pt idx="9825">
                  <c:v>20043.16</c:v>
                </c:pt>
                <c:pt idx="9826">
                  <c:v>24009.85</c:v>
                </c:pt>
                <c:pt idx="9827">
                  <c:v>12142.79</c:v>
                </c:pt>
                <c:pt idx="9828">
                  <c:v>7734.46</c:v>
                </c:pt>
                <c:pt idx="9829">
                  <c:v>39310.660000000003</c:v>
                </c:pt>
                <c:pt idx="9830">
                  <c:v>16925.45</c:v>
                </c:pt>
                <c:pt idx="9831">
                  <c:v>44724.08</c:v>
                </c:pt>
                <c:pt idx="9832">
                  <c:v>21849.14</c:v>
                </c:pt>
                <c:pt idx="9833">
                  <c:v>32661.56</c:v>
                </c:pt>
                <c:pt idx="9834">
                  <c:v>36891.29</c:v>
                </c:pt>
                <c:pt idx="9835">
                  <c:v>7376.95</c:v>
                </c:pt>
                <c:pt idx="9836">
                  <c:v>27893.17</c:v>
                </c:pt>
                <c:pt idx="9837">
                  <c:v>19411.919999999998</c:v>
                </c:pt>
                <c:pt idx="9838">
                  <c:v>15597.96</c:v>
                </c:pt>
                <c:pt idx="9839">
                  <c:v>5515.18</c:v>
                </c:pt>
                <c:pt idx="9840">
                  <c:v>3202.98</c:v>
                </c:pt>
                <c:pt idx="9841">
                  <c:v>45153.62</c:v>
                </c:pt>
                <c:pt idx="9842">
                  <c:v>74849.119999999995</c:v>
                </c:pt>
                <c:pt idx="9843">
                  <c:v>57184.69</c:v>
                </c:pt>
                <c:pt idx="9844">
                  <c:v>49628.09</c:v>
                </c:pt>
                <c:pt idx="9845">
                  <c:v>2541.13</c:v>
                </c:pt>
                <c:pt idx="9846">
                  <c:v>38083.71</c:v>
                </c:pt>
                <c:pt idx="9847">
                  <c:v>39552.910000000003</c:v>
                </c:pt>
                <c:pt idx="9848">
                  <c:v>23691.23</c:v>
                </c:pt>
                <c:pt idx="9849">
                  <c:v>15431.94</c:v>
                </c:pt>
                <c:pt idx="9850">
                  <c:v>66263.7</c:v>
                </c:pt>
                <c:pt idx="9851">
                  <c:v>27845.16</c:v>
                </c:pt>
                <c:pt idx="9852">
                  <c:v>92389.18</c:v>
                </c:pt>
                <c:pt idx="9853">
                  <c:v>60154.86</c:v>
                </c:pt>
                <c:pt idx="9854">
                  <c:v>9022.09</c:v>
                </c:pt>
                <c:pt idx="9855">
                  <c:v>5483.71</c:v>
                </c:pt>
                <c:pt idx="9856">
                  <c:v>70818.5</c:v>
                </c:pt>
                <c:pt idx="9857">
                  <c:v>10292.799999999999</c:v>
                </c:pt>
                <c:pt idx="9858">
                  <c:v>8829.0300000000007</c:v>
                </c:pt>
                <c:pt idx="9859">
                  <c:v>29731.09</c:v>
                </c:pt>
                <c:pt idx="9860">
                  <c:v>19533.400000000001</c:v>
                </c:pt>
                <c:pt idx="9861">
                  <c:v>10202.799999999999</c:v>
                </c:pt>
                <c:pt idx="9862">
                  <c:v>55119.96</c:v>
                </c:pt>
                <c:pt idx="9863">
                  <c:v>37604.22</c:v>
                </c:pt>
                <c:pt idx="9864">
                  <c:v>29317.94</c:v>
                </c:pt>
                <c:pt idx="9865">
                  <c:v>11299.74</c:v>
                </c:pt>
                <c:pt idx="9866">
                  <c:v>7992.55</c:v>
                </c:pt>
                <c:pt idx="9867">
                  <c:v>29666.78</c:v>
                </c:pt>
                <c:pt idx="9868">
                  <c:v>9439.58</c:v>
                </c:pt>
                <c:pt idx="9869">
                  <c:v>10887.72</c:v>
                </c:pt>
                <c:pt idx="9870">
                  <c:v>50111.37</c:v>
                </c:pt>
                <c:pt idx="9871">
                  <c:v>66708.77</c:v>
                </c:pt>
                <c:pt idx="9872">
                  <c:v>8982.81</c:v>
                </c:pt>
                <c:pt idx="9873">
                  <c:v>35458.75</c:v>
                </c:pt>
                <c:pt idx="9874">
                  <c:v>11166.77</c:v>
                </c:pt>
                <c:pt idx="9875">
                  <c:v>70492.72</c:v>
                </c:pt>
                <c:pt idx="9876">
                  <c:v>17563.919999999998</c:v>
                </c:pt>
                <c:pt idx="9877">
                  <c:v>38672.99</c:v>
                </c:pt>
                <c:pt idx="9878">
                  <c:v>13545.59</c:v>
                </c:pt>
                <c:pt idx="9879">
                  <c:v>23916.73</c:v>
                </c:pt>
                <c:pt idx="9880">
                  <c:v>31233.26</c:v>
                </c:pt>
                <c:pt idx="9881">
                  <c:v>18349.66</c:v>
                </c:pt>
                <c:pt idx="9882">
                  <c:v>8874.81</c:v>
                </c:pt>
                <c:pt idx="9883">
                  <c:v>52158.33</c:v>
                </c:pt>
                <c:pt idx="9884">
                  <c:v>69282.2</c:v>
                </c:pt>
                <c:pt idx="9885">
                  <c:v>39010.44</c:v>
                </c:pt>
                <c:pt idx="9886">
                  <c:v>74611.95</c:v>
                </c:pt>
                <c:pt idx="9887">
                  <c:v>13328.42</c:v>
                </c:pt>
                <c:pt idx="9888">
                  <c:v>49525.73</c:v>
                </c:pt>
                <c:pt idx="9889">
                  <c:v>11527.66</c:v>
                </c:pt>
                <c:pt idx="9890">
                  <c:v>45554.12</c:v>
                </c:pt>
                <c:pt idx="9891">
                  <c:v>5776.3</c:v>
                </c:pt>
                <c:pt idx="9892">
                  <c:v>20013</c:v>
                </c:pt>
                <c:pt idx="9893">
                  <c:v>51129.54</c:v>
                </c:pt>
                <c:pt idx="9894">
                  <c:v>49383.92</c:v>
                </c:pt>
                <c:pt idx="9895">
                  <c:v>9377.6</c:v>
                </c:pt>
                <c:pt idx="9896">
                  <c:v>11809.88</c:v>
                </c:pt>
                <c:pt idx="9897">
                  <c:v>68569.3</c:v>
                </c:pt>
                <c:pt idx="9898">
                  <c:v>5345</c:v>
                </c:pt>
                <c:pt idx="9899">
                  <c:v>80412.78</c:v>
                </c:pt>
                <c:pt idx="9900">
                  <c:v>18838.55</c:v>
                </c:pt>
                <c:pt idx="9901">
                  <c:v>18194.060000000001</c:v>
                </c:pt>
                <c:pt idx="9902">
                  <c:v>17571.11</c:v>
                </c:pt>
                <c:pt idx="9903">
                  <c:v>5934.73</c:v>
                </c:pt>
                <c:pt idx="9904">
                  <c:v>29804.25</c:v>
                </c:pt>
                <c:pt idx="9905">
                  <c:v>48594.59</c:v>
                </c:pt>
                <c:pt idx="9906">
                  <c:v>39899.160000000003</c:v>
                </c:pt>
                <c:pt idx="9907">
                  <c:v>3932.07</c:v>
                </c:pt>
                <c:pt idx="9908">
                  <c:v>18452.689999999999</c:v>
                </c:pt>
                <c:pt idx="9909">
                  <c:v>4916.9799999999996</c:v>
                </c:pt>
                <c:pt idx="9910">
                  <c:v>7659.35</c:v>
                </c:pt>
                <c:pt idx="9911">
                  <c:v>17966.3</c:v>
                </c:pt>
                <c:pt idx="9912">
                  <c:v>4799.34</c:v>
                </c:pt>
                <c:pt idx="9913">
                  <c:v>43682.75</c:v>
                </c:pt>
                <c:pt idx="9914">
                  <c:v>51564.87</c:v>
                </c:pt>
                <c:pt idx="9915">
                  <c:v>80841.440000000002</c:v>
                </c:pt>
                <c:pt idx="9916">
                  <c:v>19898.580000000002</c:v>
                </c:pt>
                <c:pt idx="9917">
                  <c:v>5940.92</c:v>
                </c:pt>
                <c:pt idx="9918">
                  <c:v>10453.01</c:v>
                </c:pt>
                <c:pt idx="9919">
                  <c:v>56848.34</c:v>
                </c:pt>
                <c:pt idx="9920">
                  <c:v>7017.07</c:v>
                </c:pt>
                <c:pt idx="9921">
                  <c:v>6453.04</c:v>
                </c:pt>
                <c:pt idx="9922">
                  <c:v>29910.2</c:v>
                </c:pt>
                <c:pt idx="9923">
                  <c:v>7111.47</c:v>
                </c:pt>
                <c:pt idx="9924">
                  <c:v>2976.37</c:v>
                </c:pt>
                <c:pt idx="9925">
                  <c:v>27500.59</c:v>
                </c:pt>
                <c:pt idx="9926">
                  <c:v>19641.3</c:v>
                </c:pt>
                <c:pt idx="9927">
                  <c:v>18146.599999999999</c:v>
                </c:pt>
                <c:pt idx="9928">
                  <c:v>43055.54</c:v>
                </c:pt>
                <c:pt idx="9929">
                  <c:v>12179.76</c:v>
                </c:pt>
                <c:pt idx="9930">
                  <c:v>3830.33</c:v>
                </c:pt>
                <c:pt idx="9931">
                  <c:v>8834.6</c:v>
                </c:pt>
                <c:pt idx="9932">
                  <c:v>10664.89</c:v>
                </c:pt>
                <c:pt idx="9933">
                  <c:v>12642.1</c:v>
                </c:pt>
                <c:pt idx="9934">
                  <c:v>24168.73</c:v>
                </c:pt>
                <c:pt idx="9935">
                  <c:v>34017.980000000003</c:v>
                </c:pt>
                <c:pt idx="9936">
                  <c:v>18612.13</c:v>
                </c:pt>
                <c:pt idx="9937">
                  <c:v>82097.820000000007</c:v>
                </c:pt>
                <c:pt idx="9938">
                  <c:v>8779.66</c:v>
                </c:pt>
                <c:pt idx="9939">
                  <c:v>12080.73</c:v>
                </c:pt>
                <c:pt idx="9940">
                  <c:v>59452.69</c:v>
                </c:pt>
                <c:pt idx="9941">
                  <c:v>8238.2199999999993</c:v>
                </c:pt>
                <c:pt idx="9942">
                  <c:v>7527.98</c:v>
                </c:pt>
                <c:pt idx="9943">
                  <c:v>43934.1</c:v>
                </c:pt>
                <c:pt idx="9944">
                  <c:v>6711.89</c:v>
                </c:pt>
                <c:pt idx="9945">
                  <c:v>41365.46</c:v>
                </c:pt>
                <c:pt idx="9946">
                  <c:v>31361.94</c:v>
                </c:pt>
                <c:pt idx="9947">
                  <c:v>58202</c:v>
                </c:pt>
                <c:pt idx="9948">
                  <c:v>54267.63</c:v>
                </c:pt>
                <c:pt idx="9949">
                  <c:v>2096.87</c:v>
                </c:pt>
                <c:pt idx="9950">
                  <c:v>41543.65</c:v>
                </c:pt>
                <c:pt idx="9951">
                  <c:v>3810.84</c:v>
                </c:pt>
                <c:pt idx="9952">
                  <c:v>13648.95</c:v>
                </c:pt>
                <c:pt idx="9953">
                  <c:v>54506.97</c:v>
                </c:pt>
                <c:pt idx="9954">
                  <c:v>57692.67</c:v>
                </c:pt>
                <c:pt idx="9955">
                  <c:v>18334.68</c:v>
                </c:pt>
                <c:pt idx="9956">
                  <c:v>23568.52</c:v>
                </c:pt>
                <c:pt idx="9957">
                  <c:v>24256.76</c:v>
                </c:pt>
                <c:pt idx="9958">
                  <c:v>65201.22</c:v>
                </c:pt>
                <c:pt idx="9959">
                  <c:v>12340.63</c:v>
                </c:pt>
                <c:pt idx="9960">
                  <c:v>87437.26</c:v>
                </c:pt>
                <c:pt idx="9961">
                  <c:v>40536.53</c:v>
                </c:pt>
                <c:pt idx="9962">
                  <c:v>16742.62</c:v>
                </c:pt>
                <c:pt idx="9963">
                  <c:v>8309.83</c:v>
                </c:pt>
                <c:pt idx="9964">
                  <c:v>10117.59</c:v>
                </c:pt>
                <c:pt idx="9965">
                  <c:v>14408.92</c:v>
                </c:pt>
                <c:pt idx="9966">
                  <c:v>15055.15</c:v>
                </c:pt>
                <c:pt idx="9967">
                  <c:v>10423.76</c:v>
                </c:pt>
                <c:pt idx="9968">
                  <c:v>15875.33</c:v>
                </c:pt>
                <c:pt idx="9969">
                  <c:v>58562.22</c:v>
                </c:pt>
                <c:pt idx="9970">
                  <c:v>24974.33</c:v>
                </c:pt>
                <c:pt idx="9971">
                  <c:v>21622.14</c:v>
                </c:pt>
                <c:pt idx="9972">
                  <c:v>9445.2099999999991</c:v>
                </c:pt>
                <c:pt idx="9973">
                  <c:v>8660.89</c:v>
                </c:pt>
                <c:pt idx="9974">
                  <c:v>19520.68</c:v>
                </c:pt>
                <c:pt idx="9975">
                  <c:v>57142.94</c:v>
                </c:pt>
                <c:pt idx="9976">
                  <c:v>56434.239999999998</c:v>
                </c:pt>
                <c:pt idx="9977">
                  <c:v>14154.41</c:v>
                </c:pt>
                <c:pt idx="9978">
                  <c:v>54743.66</c:v>
                </c:pt>
                <c:pt idx="9979">
                  <c:v>8823.3700000000008</c:v>
                </c:pt>
                <c:pt idx="9980">
                  <c:v>59529.93</c:v>
                </c:pt>
                <c:pt idx="9981">
                  <c:v>30802.53</c:v>
                </c:pt>
                <c:pt idx="9982">
                  <c:v>23898.74</c:v>
                </c:pt>
                <c:pt idx="9983">
                  <c:v>92103.86</c:v>
                </c:pt>
                <c:pt idx="9984">
                  <c:v>28413.759999999998</c:v>
                </c:pt>
                <c:pt idx="9985">
                  <c:v>6602.37</c:v>
                </c:pt>
                <c:pt idx="9986">
                  <c:v>88584.2</c:v>
                </c:pt>
                <c:pt idx="9987">
                  <c:v>18684.45</c:v>
                </c:pt>
                <c:pt idx="9988">
                  <c:v>47766.03</c:v>
                </c:pt>
                <c:pt idx="9989">
                  <c:v>15410.93</c:v>
                </c:pt>
                <c:pt idx="9990">
                  <c:v>56284.58</c:v>
                </c:pt>
                <c:pt idx="9991">
                  <c:v>8870.24</c:v>
                </c:pt>
                <c:pt idx="9992">
                  <c:v>19683.12</c:v>
                </c:pt>
                <c:pt idx="9993">
                  <c:v>40606.1</c:v>
                </c:pt>
                <c:pt idx="9994">
                  <c:v>6422.22</c:v>
                </c:pt>
                <c:pt idx="9995">
                  <c:v>9374.48</c:v>
                </c:pt>
                <c:pt idx="9996">
                  <c:v>38252.47</c:v>
                </c:pt>
                <c:pt idx="9997">
                  <c:v>29189.57</c:v>
                </c:pt>
                <c:pt idx="9998">
                  <c:v>28171.84</c:v>
                </c:pt>
                <c:pt idx="9999">
                  <c:v>22399.7</c:v>
                </c:pt>
                <c:pt idx="10000">
                  <c:v>64747.4</c:v>
                </c:pt>
                <c:pt idx="10001">
                  <c:v>52880.44</c:v>
                </c:pt>
                <c:pt idx="10002">
                  <c:v>3789.95</c:v>
                </c:pt>
                <c:pt idx="10003">
                  <c:v>32309.57</c:v>
                </c:pt>
                <c:pt idx="10004">
                  <c:v>42635.3</c:v>
                </c:pt>
                <c:pt idx="10005">
                  <c:v>6708.91</c:v>
                </c:pt>
                <c:pt idx="10006">
                  <c:v>5571.77</c:v>
                </c:pt>
                <c:pt idx="10007">
                  <c:v>39717.03</c:v>
                </c:pt>
                <c:pt idx="10008">
                  <c:v>24415.49</c:v>
                </c:pt>
                <c:pt idx="10009">
                  <c:v>22939.46</c:v>
                </c:pt>
                <c:pt idx="10010">
                  <c:v>16711.59</c:v>
                </c:pt>
                <c:pt idx="10011">
                  <c:v>55229.01</c:v>
                </c:pt>
                <c:pt idx="10012">
                  <c:v>6787.41</c:v>
                </c:pt>
                <c:pt idx="10013">
                  <c:v>27091.07</c:v>
                </c:pt>
                <c:pt idx="10014">
                  <c:v>27266.61</c:v>
                </c:pt>
                <c:pt idx="10015">
                  <c:v>48800.33</c:v>
                </c:pt>
                <c:pt idx="10016">
                  <c:v>6491.64</c:v>
                </c:pt>
                <c:pt idx="10017">
                  <c:v>62912.05</c:v>
                </c:pt>
                <c:pt idx="10018">
                  <c:v>35495.089999999997</c:v>
                </c:pt>
                <c:pt idx="10019">
                  <c:v>49535.22</c:v>
                </c:pt>
                <c:pt idx="10020">
                  <c:v>47368.02</c:v>
                </c:pt>
                <c:pt idx="10021">
                  <c:v>8999.0499999999993</c:v>
                </c:pt>
                <c:pt idx="10022">
                  <c:v>19229.68</c:v>
                </c:pt>
                <c:pt idx="10023">
                  <c:v>6942.42</c:v>
                </c:pt>
                <c:pt idx="10024">
                  <c:v>39029.129999999997</c:v>
                </c:pt>
                <c:pt idx="10025">
                  <c:v>1105.0899999999999</c:v>
                </c:pt>
                <c:pt idx="10026">
                  <c:v>10956.6</c:v>
                </c:pt>
                <c:pt idx="10027">
                  <c:v>9020.32</c:v>
                </c:pt>
                <c:pt idx="10028">
                  <c:v>31245.86</c:v>
                </c:pt>
                <c:pt idx="10029">
                  <c:v>17066.86</c:v>
                </c:pt>
                <c:pt idx="10030">
                  <c:v>49661.14</c:v>
                </c:pt>
                <c:pt idx="10031">
                  <c:v>1314.88</c:v>
                </c:pt>
                <c:pt idx="10032">
                  <c:v>49743.54</c:v>
                </c:pt>
                <c:pt idx="10033">
                  <c:v>50306.84</c:v>
                </c:pt>
                <c:pt idx="10034">
                  <c:v>3260</c:v>
                </c:pt>
                <c:pt idx="10035">
                  <c:v>33663.760000000002</c:v>
                </c:pt>
                <c:pt idx="10036">
                  <c:v>34074.26</c:v>
                </c:pt>
                <c:pt idx="10037">
                  <c:v>56408.46</c:v>
                </c:pt>
                <c:pt idx="10038">
                  <c:v>11597.92</c:v>
                </c:pt>
                <c:pt idx="10039">
                  <c:v>22162.73</c:v>
                </c:pt>
                <c:pt idx="10040">
                  <c:v>11298.74</c:v>
                </c:pt>
                <c:pt idx="10041">
                  <c:v>85617.66</c:v>
                </c:pt>
                <c:pt idx="10042">
                  <c:v>8221.31</c:v>
                </c:pt>
                <c:pt idx="10043">
                  <c:v>5567.65</c:v>
                </c:pt>
                <c:pt idx="10044">
                  <c:v>10929.76</c:v>
                </c:pt>
                <c:pt idx="10045">
                  <c:v>9260.1299999999992</c:v>
                </c:pt>
                <c:pt idx="10046">
                  <c:v>56889</c:v>
                </c:pt>
                <c:pt idx="10047">
                  <c:v>16237.84</c:v>
                </c:pt>
                <c:pt idx="10048">
                  <c:v>71109.27</c:v>
                </c:pt>
                <c:pt idx="10049">
                  <c:v>13657.27</c:v>
                </c:pt>
                <c:pt idx="10050">
                  <c:v>4571.28</c:v>
                </c:pt>
                <c:pt idx="10051">
                  <c:v>11614.22</c:v>
                </c:pt>
                <c:pt idx="10052">
                  <c:v>26168.06</c:v>
                </c:pt>
                <c:pt idx="10053">
                  <c:v>5959.77</c:v>
                </c:pt>
                <c:pt idx="10054">
                  <c:v>2650.59</c:v>
                </c:pt>
                <c:pt idx="10055">
                  <c:v>58677.760000000002</c:v>
                </c:pt>
                <c:pt idx="10056">
                  <c:v>27887.11</c:v>
                </c:pt>
                <c:pt idx="10057">
                  <c:v>69771.240000000005</c:v>
                </c:pt>
                <c:pt idx="10058">
                  <c:v>6783.84</c:v>
                </c:pt>
                <c:pt idx="10059">
                  <c:v>25689.97</c:v>
                </c:pt>
                <c:pt idx="10060">
                  <c:v>96318.92</c:v>
                </c:pt>
                <c:pt idx="10061">
                  <c:v>12049.49</c:v>
                </c:pt>
                <c:pt idx="10062">
                  <c:v>18188.419999999998</c:v>
                </c:pt>
                <c:pt idx="10063">
                  <c:v>37822.58</c:v>
                </c:pt>
                <c:pt idx="10064">
                  <c:v>9090.31</c:v>
                </c:pt>
                <c:pt idx="10065">
                  <c:v>38501.9</c:v>
                </c:pt>
                <c:pt idx="10066">
                  <c:v>93854.25</c:v>
                </c:pt>
                <c:pt idx="10067">
                  <c:v>3938.09</c:v>
                </c:pt>
                <c:pt idx="10068">
                  <c:v>38251.089999999997</c:v>
                </c:pt>
                <c:pt idx="10069">
                  <c:v>7795.03</c:v>
                </c:pt>
                <c:pt idx="10070">
                  <c:v>16867.62</c:v>
                </c:pt>
                <c:pt idx="10071">
                  <c:v>52492.23</c:v>
                </c:pt>
                <c:pt idx="10072">
                  <c:v>58192.38</c:v>
                </c:pt>
                <c:pt idx="10073">
                  <c:v>19248.330000000002</c:v>
                </c:pt>
                <c:pt idx="10074">
                  <c:v>77244.09</c:v>
                </c:pt>
                <c:pt idx="10075">
                  <c:v>13507.92</c:v>
                </c:pt>
                <c:pt idx="10076">
                  <c:v>29218.83</c:v>
                </c:pt>
                <c:pt idx="10077">
                  <c:v>29816.32</c:v>
                </c:pt>
                <c:pt idx="10078">
                  <c:v>71956.33</c:v>
                </c:pt>
                <c:pt idx="10079">
                  <c:v>26945.98</c:v>
                </c:pt>
                <c:pt idx="10080">
                  <c:v>35281.43</c:v>
                </c:pt>
                <c:pt idx="10081">
                  <c:v>7209.6</c:v>
                </c:pt>
                <c:pt idx="10082">
                  <c:v>30536.560000000001</c:v>
                </c:pt>
                <c:pt idx="10083">
                  <c:v>21661.29</c:v>
                </c:pt>
                <c:pt idx="10084">
                  <c:v>7961.81</c:v>
                </c:pt>
                <c:pt idx="10085">
                  <c:v>9821.01</c:v>
                </c:pt>
                <c:pt idx="10086">
                  <c:v>22622.32</c:v>
                </c:pt>
                <c:pt idx="10087">
                  <c:v>26560.799999999999</c:v>
                </c:pt>
                <c:pt idx="10088">
                  <c:v>13017.25</c:v>
                </c:pt>
                <c:pt idx="10089">
                  <c:v>8844</c:v>
                </c:pt>
                <c:pt idx="10090">
                  <c:v>35698.51</c:v>
                </c:pt>
                <c:pt idx="10091">
                  <c:v>59257.17</c:v>
                </c:pt>
                <c:pt idx="10092">
                  <c:v>26379.65</c:v>
                </c:pt>
                <c:pt idx="10093">
                  <c:v>17587.16</c:v>
                </c:pt>
                <c:pt idx="10094">
                  <c:v>13486.43</c:v>
                </c:pt>
                <c:pt idx="10095">
                  <c:v>4802.83</c:v>
                </c:pt>
                <c:pt idx="10096">
                  <c:v>20768.37</c:v>
                </c:pt>
                <c:pt idx="10097">
                  <c:v>15453.11</c:v>
                </c:pt>
                <c:pt idx="10098">
                  <c:v>57564.68</c:v>
                </c:pt>
                <c:pt idx="10099">
                  <c:v>19297.22</c:v>
                </c:pt>
                <c:pt idx="10100">
                  <c:v>29950.45</c:v>
                </c:pt>
                <c:pt idx="10101">
                  <c:v>70857.039999999994</c:v>
                </c:pt>
                <c:pt idx="10102">
                  <c:v>8043.22</c:v>
                </c:pt>
                <c:pt idx="10103">
                  <c:v>9956.14</c:v>
                </c:pt>
                <c:pt idx="10104">
                  <c:v>2541.6</c:v>
                </c:pt>
                <c:pt idx="10105">
                  <c:v>32529.45</c:v>
                </c:pt>
                <c:pt idx="10106">
                  <c:v>48984.639999999999</c:v>
                </c:pt>
                <c:pt idx="10107">
                  <c:v>68194.13</c:v>
                </c:pt>
                <c:pt idx="10108">
                  <c:v>8629.2800000000007</c:v>
                </c:pt>
                <c:pt idx="10109">
                  <c:v>60270.27</c:v>
                </c:pt>
                <c:pt idx="10110">
                  <c:v>58472.92</c:v>
                </c:pt>
                <c:pt idx="10111">
                  <c:v>47915.78</c:v>
                </c:pt>
                <c:pt idx="10112">
                  <c:v>83938.93</c:v>
                </c:pt>
                <c:pt idx="10113">
                  <c:v>21979.82</c:v>
                </c:pt>
                <c:pt idx="10114">
                  <c:v>40431.14</c:v>
                </c:pt>
                <c:pt idx="10115">
                  <c:v>75241.91</c:v>
                </c:pt>
                <c:pt idx="10116">
                  <c:v>29781.53</c:v>
                </c:pt>
                <c:pt idx="10117">
                  <c:v>26554.03</c:v>
                </c:pt>
                <c:pt idx="10118">
                  <c:v>29601.35</c:v>
                </c:pt>
                <c:pt idx="10119">
                  <c:v>57117.82</c:v>
                </c:pt>
                <c:pt idx="10120">
                  <c:v>56946.55</c:v>
                </c:pt>
                <c:pt idx="10121">
                  <c:v>2869.8</c:v>
                </c:pt>
                <c:pt idx="10122">
                  <c:v>4881.62</c:v>
                </c:pt>
                <c:pt idx="10123">
                  <c:v>22831.94</c:v>
                </c:pt>
                <c:pt idx="10124">
                  <c:v>47692.46</c:v>
                </c:pt>
                <c:pt idx="10125">
                  <c:v>57937.32</c:v>
                </c:pt>
                <c:pt idx="10126">
                  <c:v>22024.59</c:v>
                </c:pt>
                <c:pt idx="10127">
                  <c:v>11387.82</c:v>
                </c:pt>
                <c:pt idx="10128">
                  <c:v>27712.7</c:v>
                </c:pt>
                <c:pt idx="10129">
                  <c:v>35700.29</c:v>
                </c:pt>
                <c:pt idx="10130">
                  <c:v>20500.490000000002</c:v>
                </c:pt>
                <c:pt idx="10131">
                  <c:v>27857.81</c:v>
                </c:pt>
                <c:pt idx="10132">
                  <c:v>27893.72</c:v>
                </c:pt>
                <c:pt idx="10133">
                  <c:v>20157.04</c:v>
                </c:pt>
                <c:pt idx="10134">
                  <c:v>73787.11</c:v>
                </c:pt>
                <c:pt idx="10135">
                  <c:v>57763.86</c:v>
                </c:pt>
                <c:pt idx="10136">
                  <c:v>67340.039999999994</c:v>
                </c:pt>
                <c:pt idx="10137">
                  <c:v>45678.49</c:v>
                </c:pt>
                <c:pt idx="10138">
                  <c:v>47266.16</c:v>
                </c:pt>
                <c:pt idx="10139">
                  <c:v>22044.959999999999</c:v>
                </c:pt>
                <c:pt idx="10140">
                  <c:v>15860.25</c:v>
                </c:pt>
                <c:pt idx="10141">
                  <c:v>33258.5</c:v>
                </c:pt>
                <c:pt idx="10142">
                  <c:v>19614.88</c:v>
                </c:pt>
                <c:pt idx="10143">
                  <c:v>28961.1</c:v>
                </c:pt>
                <c:pt idx="10144">
                  <c:v>29887.33</c:v>
                </c:pt>
                <c:pt idx="10145">
                  <c:v>20341.25</c:v>
                </c:pt>
                <c:pt idx="10146">
                  <c:v>60340.19</c:v>
                </c:pt>
                <c:pt idx="10147">
                  <c:v>37262.080000000002</c:v>
                </c:pt>
                <c:pt idx="10148">
                  <c:v>19845.57</c:v>
                </c:pt>
                <c:pt idx="10149">
                  <c:v>15753.02</c:v>
                </c:pt>
                <c:pt idx="10150">
                  <c:v>33328.800000000003</c:v>
                </c:pt>
                <c:pt idx="10151">
                  <c:v>29629.78</c:v>
                </c:pt>
                <c:pt idx="10152">
                  <c:v>32971.879999999997</c:v>
                </c:pt>
                <c:pt idx="10153">
                  <c:v>80672.09</c:v>
                </c:pt>
                <c:pt idx="10154">
                  <c:v>38446.31</c:v>
                </c:pt>
                <c:pt idx="10155">
                  <c:v>89401.73</c:v>
                </c:pt>
                <c:pt idx="10156">
                  <c:v>68105.87</c:v>
                </c:pt>
                <c:pt idx="10157">
                  <c:v>8488.4599999999991</c:v>
                </c:pt>
                <c:pt idx="10158">
                  <c:v>16978.330000000002</c:v>
                </c:pt>
                <c:pt idx="10159">
                  <c:v>4542.68</c:v>
                </c:pt>
                <c:pt idx="10160">
                  <c:v>56215.839999999997</c:v>
                </c:pt>
                <c:pt idx="10161">
                  <c:v>2444.5</c:v>
                </c:pt>
                <c:pt idx="10162">
                  <c:v>34797.360000000001</c:v>
                </c:pt>
                <c:pt idx="10163">
                  <c:v>23309.16</c:v>
                </c:pt>
                <c:pt idx="10164">
                  <c:v>34281.5</c:v>
                </c:pt>
                <c:pt idx="10165">
                  <c:v>16240.06</c:v>
                </c:pt>
                <c:pt idx="10166">
                  <c:v>5205.41</c:v>
                </c:pt>
                <c:pt idx="10167">
                  <c:v>43809.26</c:v>
                </c:pt>
                <c:pt idx="10168">
                  <c:v>23226.74</c:v>
                </c:pt>
                <c:pt idx="10169">
                  <c:v>6900.04</c:v>
                </c:pt>
                <c:pt idx="10170">
                  <c:v>8435.51</c:v>
                </c:pt>
                <c:pt idx="10171">
                  <c:v>18014.599999999999</c:v>
                </c:pt>
                <c:pt idx="10172">
                  <c:v>13550.33</c:v>
                </c:pt>
                <c:pt idx="10173">
                  <c:v>3766.8</c:v>
                </c:pt>
                <c:pt idx="10174">
                  <c:v>6369.84</c:v>
                </c:pt>
                <c:pt idx="10175">
                  <c:v>6384.13</c:v>
                </c:pt>
                <c:pt idx="10176">
                  <c:v>16043.65</c:v>
                </c:pt>
                <c:pt idx="10177">
                  <c:v>63505.54</c:v>
                </c:pt>
                <c:pt idx="10178">
                  <c:v>5637.71</c:v>
                </c:pt>
                <c:pt idx="10179">
                  <c:v>28022.18</c:v>
                </c:pt>
                <c:pt idx="10180">
                  <c:v>12511.02</c:v>
                </c:pt>
                <c:pt idx="10181">
                  <c:v>26913.79</c:v>
                </c:pt>
                <c:pt idx="10182">
                  <c:v>23519</c:v>
                </c:pt>
                <c:pt idx="10183">
                  <c:v>20216.650000000001</c:v>
                </c:pt>
                <c:pt idx="10184">
                  <c:v>22941.11</c:v>
                </c:pt>
                <c:pt idx="10185">
                  <c:v>91355.67</c:v>
                </c:pt>
                <c:pt idx="10186">
                  <c:v>2542.1999999999998</c:v>
                </c:pt>
                <c:pt idx="10187">
                  <c:v>69088.22</c:v>
                </c:pt>
                <c:pt idx="10188">
                  <c:v>56781.06</c:v>
                </c:pt>
                <c:pt idx="10189">
                  <c:v>96905.13</c:v>
                </c:pt>
                <c:pt idx="10190">
                  <c:v>13465.58</c:v>
                </c:pt>
                <c:pt idx="10191">
                  <c:v>12370.68</c:v>
                </c:pt>
                <c:pt idx="10192">
                  <c:v>6802.35</c:v>
                </c:pt>
                <c:pt idx="10193">
                  <c:v>41474.080000000002</c:v>
                </c:pt>
                <c:pt idx="10194">
                  <c:v>20729.439999999999</c:v>
                </c:pt>
                <c:pt idx="10195">
                  <c:v>8866.32</c:v>
                </c:pt>
                <c:pt idx="10196">
                  <c:v>53072.12</c:v>
                </c:pt>
                <c:pt idx="10197">
                  <c:v>7638.63</c:v>
                </c:pt>
                <c:pt idx="10198">
                  <c:v>60907.17</c:v>
                </c:pt>
                <c:pt idx="10199">
                  <c:v>53710.02</c:v>
                </c:pt>
                <c:pt idx="10200">
                  <c:v>75383.91</c:v>
                </c:pt>
                <c:pt idx="10201">
                  <c:v>12337.77</c:v>
                </c:pt>
                <c:pt idx="10202">
                  <c:v>86254.12</c:v>
                </c:pt>
                <c:pt idx="10203">
                  <c:v>41033.730000000003</c:v>
                </c:pt>
                <c:pt idx="10204">
                  <c:v>6180.9</c:v>
                </c:pt>
                <c:pt idx="10205">
                  <c:v>32512.52</c:v>
                </c:pt>
                <c:pt idx="10206">
                  <c:v>27486.560000000001</c:v>
                </c:pt>
                <c:pt idx="10207">
                  <c:v>22922.99</c:v>
                </c:pt>
                <c:pt idx="10208">
                  <c:v>78986.5</c:v>
                </c:pt>
                <c:pt idx="10209">
                  <c:v>6704.76</c:v>
                </c:pt>
                <c:pt idx="10210">
                  <c:v>10481.73</c:v>
                </c:pt>
                <c:pt idx="10211">
                  <c:v>39133.29</c:v>
                </c:pt>
                <c:pt idx="10212">
                  <c:v>33802.559999999998</c:v>
                </c:pt>
                <c:pt idx="10213">
                  <c:v>59967.37</c:v>
                </c:pt>
                <c:pt idx="10214">
                  <c:v>23867.34</c:v>
                </c:pt>
                <c:pt idx="10215">
                  <c:v>67796.77</c:v>
                </c:pt>
                <c:pt idx="10216">
                  <c:v>96936.94</c:v>
                </c:pt>
                <c:pt idx="10217">
                  <c:v>20956.189999999999</c:v>
                </c:pt>
                <c:pt idx="10218">
                  <c:v>26213.45</c:v>
                </c:pt>
                <c:pt idx="10219">
                  <c:v>37199.42</c:v>
                </c:pt>
                <c:pt idx="10220">
                  <c:v>10170.27</c:v>
                </c:pt>
                <c:pt idx="10221">
                  <c:v>76585.240000000005</c:v>
                </c:pt>
                <c:pt idx="10222">
                  <c:v>16848.400000000001</c:v>
                </c:pt>
                <c:pt idx="10223">
                  <c:v>55383.87</c:v>
                </c:pt>
                <c:pt idx="10224">
                  <c:v>60064.05</c:v>
                </c:pt>
                <c:pt idx="10225">
                  <c:v>25523.19</c:v>
                </c:pt>
                <c:pt idx="10226">
                  <c:v>6641.18</c:v>
                </c:pt>
                <c:pt idx="10227">
                  <c:v>12036.97</c:v>
                </c:pt>
                <c:pt idx="10228">
                  <c:v>6809.72</c:v>
                </c:pt>
                <c:pt idx="10229">
                  <c:v>3671.89</c:v>
                </c:pt>
                <c:pt idx="10230">
                  <c:v>37881.85</c:v>
                </c:pt>
                <c:pt idx="10231">
                  <c:v>15329.9</c:v>
                </c:pt>
                <c:pt idx="10232">
                  <c:v>20109.54</c:v>
                </c:pt>
                <c:pt idx="10233">
                  <c:v>34110.54</c:v>
                </c:pt>
                <c:pt idx="10234">
                  <c:v>27599.759999999998</c:v>
                </c:pt>
                <c:pt idx="10235">
                  <c:v>11769.28</c:v>
                </c:pt>
                <c:pt idx="10236">
                  <c:v>17871.759999999998</c:v>
                </c:pt>
                <c:pt idx="10237">
                  <c:v>36544.620000000003</c:v>
                </c:pt>
                <c:pt idx="10238">
                  <c:v>10056.35</c:v>
                </c:pt>
                <c:pt idx="10239">
                  <c:v>25889.9</c:v>
                </c:pt>
                <c:pt idx="10240">
                  <c:v>19571.18</c:v>
                </c:pt>
                <c:pt idx="10241">
                  <c:v>15842.87</c:v>
                </c:pt>
                <c:pt idx="10242">
                  <c:v>38274.769999999997</c:v>
                </c:pt>
                <c:pt idx="10243">
                  <c:v>3159.7</c:v>
                </c:pt>
                <c:pt idx="10244">
                  <c:v>21684.63</c:v>
                </c:pt>
                <c:pt idx="10245">
                  <c:v>5457.28</c:v>
                </c:pt>
                <c:pt idx="10246">
                  <c:v>11482.76</c:v>
                </c:pt>
                <c:pt idx="10247">
                  <c:v>27235.87</c:v>
                </c:pt>
                <c:pt idx="10248">
                  <c:v>7285.76</c:v>
                </c:pt>
                <c:pt idx="10249">
                  <c:v>36046.400000000001</c:v>
                </c:pt>
                <c:pt idx="10250">
                  <c:v>8886.7999999999993</c:v>
                </c:pt>
                <c:pt idx="10251">
                  <c:v>10629.46</c:v>
                </c:pt>
                <c:pt idx="10252">
                  <c:v>35194.870000000003</c:v>
                </c:pt>
                <c:pt idx="10253">
                  <c:v>7675.38</c:v>
                </c:pt>
                <c:pt idx="10254">
                  <c:v>11899.23</c:v>
                </c:pt>
                <c:pt idx="10255">
                  <c:v>20124.689999999999</c:v>
                </c:pt>
                <c:pt idx="10256">
                  <c:v>30716.66</c:v>
                </c:pt>
                <c:pt idx="10257">
                  <c:v>45313.760000000002</c:v>
                </c:pt>
                <c:pt idx="10258">
                  <c:v>5863.94</c:v>
                </c:pt>
                <c:pt idx="10259">
                  <c:v>8618.0499999999993</c:v>
                </c:pt>
                <c:pt idx="10260">
                  <c:v>38090.89</c:v>
                </c:pt>
                <c:pt idx="10261">
                  <c:v>84638.080000000002</c:v>
                </c:pt>
                <c:pt idx="10262">
                  <c:v>7309.32</c:v>
                </c:pt>
                <c:pt idx="10263">
                  <c:v>6404.17</c:v>
                </c:pt>
                <c:pt idx="10264">
                  <c:v>4690.54</c:v>
                </c:pt>
                <c:pt idx="10265">
                  <c:v>9712.91</c:v>
                </c:pt>
                <c:pt idx="10266">
                  <c:v>76452.08</c:v>
                </c:pt>
                <c:pt idx="10267">
                  <c:v>5333.16</c:v>
                </c:pt>
                <c:pt idx="10268">
                  <c:v>18275.54</c:v>
                </c:pt>
                <c:pt idx="10269">
                  <c:v>5451.06</c:v>
                </c:pt>
                <c:pt idx="10270">
                  <c:v>46870.22</c:v>
                </c:pt>
                <c:pt idx="10271">
                  <c:v>19749.080000000002</c:v>
                </c:pt>
                <c:pt idx="10272">
                  <c:v>42217.94</c:v>
                </c:pt>
                <c:pt idx="10273">
                  <c:v>21392.6</c:v>
                </c:pt>
                <c:pt idx="10274">
                  <c:v>97063.47</c:v>
                </c:pt>
                <c:pt idx="10275">
                  <c:v>35206.6</c:v>
                </c:pt>
                <c:pt idx="10276">
                  <c:v>16659.91</c:v>
                </c:pt>
                <c:pt idx="10277">
                  <c:v>16168.13</c:v>
                </c:pt>
                <c:pt idx="10278">
                  <c:v>54130.36</c:v>
                </c:pt>
                <c:pt idx="10279">
                  <c:v>28108.25</c:v>
                </c:pt>
                <c:pt idx="10280">
                  <c:v>92597.24</c:v>
                </c:pt>
                <c:pt idx="10281">
                  <c:v>16140.05</c:v>
                </c:pt>
                <c:pt idx="10282">
                  <c:v>52326.96</c:v>
                </c:pt>
                <c:pt idx="10283">
                  <c:v>66147.070000000007</c:v>
                </c:pt>
                <c:pt idx="10284">
                  <c:v>10406.469999999999</c:v>
                </c:pt>
                <c:pt idx="10285">
                  <c:v>11361.71</c:v>
                </c:pt>
                <c:pt idx="10286">
                  <c:v>80737.97</c:v>
                </c:pt>
                <c:pt idx="10287">
                  <c:v>59750.59</c:v>
                </c:pt>
                <c:pt idx="10288">
                  <c:v>30749.67</c:v>
                </c:pt>
                <c:pt idx="10289">
                  <c:v>43526.92</c:v>
                </c:pt>
                <c:pt idx="10290">
                  <c:v>24114.32</c:v>
                </c:pt>
                <c:pt idx="10291">
                  <c:v>24970.87</c:v>
                </c:pt>
                <c:pt idx="10292">
                  <c:v>82262.53</c:v>
                </c:pt>
                <c:pt idx="10293">
                  <c:v>63094</c:v>
                </c:pt>
                <c:pt idx="10294">
                  <c:v>28126.22</c:v>
                </c:pt>
                <c:pt idx="10295">
                  <c:v>20310.150000000001</c:v>
                </c:pt>
                <c:pt idx="10296">
                  <c:v>14399.44</c:v>
                </c:pt>
                <c:pt idx="10297">
                  <c:v>6088.99</c:v>
                </c:pt>
                <c:pt idx="10298">
                  <c:v>32302.59</c:v>
                </c:pt>
                <c:pt idx="10299">
                  <c:v>26377.91</c:v>
                </c:pt>
                <c:pt idx="10300">
                  <c:v>8065.4</c:v>
                </c:pt>
                <c:pt idx="10301">
                  <c:v>4622.17</c:v>
                </c:pt>
                <c:pt idx="10302">
                  <c:v>69332.62</c:v>
                </c:pt>
                <c:pt idx="10303">
                  <c:v>29004.38</c:v>
                </c:pt>
                <c:pt idx="10304">
                  <c:v>38387.730000000003</c:v>
                </c:pt>
                <c:pt idx="10305">
                  <c:v>50689.279999999999</c:v>
                </c:pt>
                <c:pt idx="10306">
                  <c:v>47103.05</c:v>
                </c:pt>
                <c:pt idx="10307">
                  <c:v>3465.91</c:v>
                </c:pt>
                <c:pt idx="10308">
                  <c:v>18805.25</c:v>
                </c:pt>
                <c:pt idx="10309">
                  <c:v>21306.47</c:v>
                </c:pt>
                <c:pt idx="10310">
                  <c:v>11096.15</c:v>
                </c:pt>
                <c:pt idx="10311">
                  <c:v>5914.38</c:v>
                </c:pt>
                <c:pt idx="10312">
                  <c:v>21789.56</c:v>
                </c:pt>
                <c:pt idx="10313">
                  <c:v>28608.93</c:v>
                </c:pt>
                <c:pt idx="10314">
                  <c:v>23646.48</c:v>
                </c:pt>
                <c:pt idx="10315">
                  <c:v>61991.72</c:v>
                </c:pt>
                <c:pt idx="10316">
                  <c:v>19065.03</c:v>
                </c:pt>
                <c:pt idx="10317">
                  <c:v>30558.799999999999</c:v>
                </c:pt>
                <c:pt idx="10318">
                  <c:v>27581.59</c:v>
                </c:pt>
                <c:pt idx="10319">
                  <c:v>18513.439999999999</c:v>
                </c:pt>
                <c:pt idx="10320">
                  <c:v>64170.89</c:v>
                </c:pt>
                <c:pt idx="10321">
                  <c:v>21655.62</c:v>
                </c:pt>
                <c:pt idx="10322">
                  <c:v>63654.09</c:v>
                </c:pt>
                <c:pt idx="10323">
                  <c:v>23968.51</c:v>
                </c:pt>
                <c:pt idx="10324">
                  <c:v>15141</c:v>
                </c:pt>
                <c:pt idx="10325">
                  <c:v>39803.03</c:v>
                </c:pt>
                <c:pt idx="10326">
                  <c:v>10496.76</c:v>
                </c:pt>
                <c:pt idx="10327">
                  <c:v>4260.8599999999997</c:v>
                </c:pt>
                <c:pt idx="10328">
                  <c:v>17626.88</c:v>
                </c:pt>
                <c:pt idx="10329">
                  <c:v>6186.56</c:v>
                </c:pt>
                <c:pt idx="10330">
                  <c:v>36639.410000000003</c:v>
                </c:pt>
                <c:pt idx="10331">
                  <c:v>77890.16</c:v>
                </c:pt>
                <c:pt idx="10332">
                  <c:v>16840.39</c:v>
                </c:pt>
                <c:pt idx="10333">
                  <c:v>6735.68</c:v>
                </c:pt>
                <c:pt idx="10334">
                  <c:v>6962.81</c:v>
                </c:pt>
                <c:pt idx="10335">
                  <c:v>46723.57</c:v>
                </c:pt>
                <c:pt idx="10336">
                  <c:v>8060.07</c:v>
                </c:pt>
                <c:pt idx="10337">
                  <c:v>13507.37</c:v>
                </c:pt>
                <c:pt idx="10338">
                  <c:v>49347.46</c:v>
                </c:pt>
                <c:pt idx="10339">
                  <c:v>33152.54</c:v>
                </c:pt>
                <c:pt idx="10340">
                  <c:v>23095.38</c:v>
                </c:pt>
                <c:pt idx="10341">
                  <c:v>3786.89</c:v>
                </c:pt>
                <c:pt idx="10342">
                  <c:v>75558</c:v>
                </c:pt>
                <c:pt idx="10343">
                  <c:v>11961.5</c:v>
                </c:pt>
                <c:pt idx="10344">
                  <c:v>2604.65</c:v>
                </c:pt>
                <c:pt idx="10345">
                  <c:v>50850.16</c:v>
                </c:pt>
                <c:pt idx="10346">
                  <c:v>18871.650000000001</c:v>
                </c:pt>
                <c:pt idx="10347">
                  <c:v>63727.55</c:v>
                </c:pt>
                <c:pt idx="10348">
                  <c:v>1245.6400000000001</c:v>
                </c:pt>
                <c:pt idx="10349">
                  <c:v>11850.45</c:v>
                </c:pt>
                <c:pt idx="10350">
                  <c:v>9788.35</c:v>
                </c:pt>
                <c:pt idx="10351">
                  <c:v>5313.93</c:v>
                </c:pt>
                <c:pt idx="10352">
                  <c:v>14841.86</c:v>
                </c:pt>
                <c:pt idx="10353">
                  <c:v>19307.48</c:v>
                </c:pt>
                <c:pt idx="10354">
                  <c:v>3394.09</c:v>
                </c:pt>
                <c:pt idx="10355">
                  <c:v>83415.06</c:v>
                </c:pt>
                <c:pt idx="10356">
                  <c:v>31949.56</c:v>
                </c:pt>
                <c:pt idx="10357">
                  <c:v>26824.3</c:v>
                </c:pt>
                <c:pt idx="10358">
                  <c:v>26553.37</c:v>
                </c:pt>
                <c:pt idx="10359">
                  <c:v>45789.45</c:v>
                </c:pt>
                <c:pt idx="10360">
                  <c:v>3111.7</c:v>
                </c:pt>
                <c:pt idx="10361">
                  <c:v>87757.99</c:v>
                </c:pt>
                <c:pt idx="10362">
                  <c:v>55659.03</c:v>
                </c:pt>
                <c:pt idx="10363">
                  <c:v>12367.69</c:v>
                </c:pt>
                <c:pt idx="10364">
                  <c:v>13233.11</c:v>
                </c:pt>
                <c:pt idx="10365">
                  <c:v>35046.69</c:v>
                </c:pt>
                <c:pt idx="10366">
                  <c:v>23791.37</c:v>
                </c:pt>
                <c:pt idx="10367">
                  <c:v>21047.13</c:v>
                </c:pt>
                <c:pt idx="10368">
                  <c:v>20145.259999999998</c:v>
                </c:pt>
                <c:pt idx="10369">
                  <c:v>10145.200000000001</c:v>
                </c:pt>
                <c:pt idx="10370">
                  <c:v>2696.88</c:v>
                </c:pt>
                <c:pt idx="10371">
                  <c:v>31584.23</c:v>
                </c:pt>
                <c:pt idx="10372">
                  <c:v>8567.58</c:v>
                </c:pt>
                <c:pt idx="10373">
                  <c:v>68695.83</c:v>
                </c:pt>
                <c:pt idx="10374">
                  <c:v>8729.41</c:v>
                </c:pt>
                <c:pt idx="10375">
                  <c:v>32298.32</c:v>
                </c:pt>
                <c:pt idx="10376">
                  <c:v>56707.09</c:v>
                </c:pt>
                <c:pt idx="10377">
                  <c:v>12812.31</c:v>
                </c:pt>
                <c:pt idx="10378">
                  <c:v>12136.82</c:v>
                </c:pt>
                <c:pt idx="10379">
                  <c:v>3430.35</c:v>
                </c:pt>
                <c:pt idx="10380">
                  <c:v>29633.81</c:v>
                </c:pt>
                <c:pt idx="10381">
                  <c:v>20041.75</c:v>
                </c:pt>
                <c:pt idx="10382">
                  <c:v>26049.24</c:v>
                </c:pt>
                <c:pt idx="10383">
                  <c:v>56649.599999999999</c:v>
                </c:pt>
                <c:pt idx="10384">
                  <c:v>37741.279999999999</c:v>
                </c:pt>
                <c:pt idx="10385">
                  <c:v>15874.3</c:v>
                </c:pt>
                <c:pt idx="10386">
                  <c:v>31446.14</c:v>
                </c:pt>
                <c:pt idx="10387">
                  <c:v>19819.12</c:v>
                </c:pt>
                <c:pt idx="10388">
                  <c:v>17779.78</c:v>
                </c:pt>
                <c:pt idx="10389">
                  <c:v>24434.83</c:v>
                </c:pt>
                <c:pt idx="10390">
                  <c:v>72602.179999999993</c:v>
                </c:pt>
                <c:pt idx="10391">
                  <c:v>7406.41</c:v>
                </c:pt>
                <c:pt idx="10392">
                  <c:v>10822.09</c:v>
                </c:pt>
                <c:pt idx="10393">
                  <c:v>17783.259999999998</c:v>
                </c:pt>
                <c:pt idx="10394">
                  <c:v>80858.740000000005</c:v>
                </c:pt>
                <c:pt idx="10395">
                  <c:v>28276.48</c:v>
                </c:pt>
                <c:pt idx="10396">
                  <c:v>69768.179999999993</c:v>
                </c:pt>
                <c:pt idx="10397">
                  <c:v>15697.03</c:v>
                </c:pt>
                <c:pt idx="10398">
                  <c:v>81754.880000000005</c:v>
                </c:pt>
                <c:pt idx="10399">
                  <c:v>55878.51</c:v>
                </c:pt>
                <c:pt idx="10400">
                  <c:v>33462.639999999999</c:v>
                </c:pt>
                <c:pt idx="10401">
                  <c:v>31885.94</c:v>
                </c:pt>
                <c:pt idx="10402">
                  <c:v>3680.96</c:v>
                </c:pt>
                <c:pt idx="10403">
                  <c:v>10394.620000000001</c:v>
                </c:pt>
                <c:pt idx="10404">
                  <c:v>57578.54</c:v>
                </c:pt>
                <c:pt idx="10405">
                  <c:v>83216.28</c:v>
                </c:pt>
                <c:pt idx="10406">
                  <c:v>12071.79</c:v>
                </c:pt>
                <c:pt idx="10407">
                  <c:v>55269.43</c:v>
                </c:pt>
                <c:pt idx="10408">
                  <c:v>6553.09</c:v>
                </c:pt>
                <c:pt idx="10409">
                  <c:v>27431.67</c:v>
                </c:pt>
                <c:pt idx="10410">
                  <c:v>4411.74</c:v>
                </c:pt>
                <c:pt idx="10411">
                  <c:v>72007.02</c:v>
                </c:pt>
                <c:pt idx="10412">
                  <c:v>59778.51</c:v>
                </c:pt>
                <c:pt idx="10413">
                  <c:v>8415.3799999999992</c:v>
                </c:pt>
                <c:pt idx="10414">
                  <c:v>60898.07</c:v>
                </c:pt>
                <c:pt idx="10415">
                  <c:v>23541.67</c:v>
                </c:pt>
                <c:pt idx="10416">
                  <c:v>44513.62</c:v>
                </c:pt>
                <c:pt idx="10417">
                  <c:v>34905.699999999997</c:v>
                </c:pt>
                <c:pt idx="10418">
                  <c:v>21473.55</c:v>
                </c:pt>
                <c:pt idx="10419">
                  <c:v>56566.65</c:v>
                </c:pt>
                <c:pt idx="10420">
                  <c:v>38751.050000000003</c:v>
                </c:pt>
                <c:pt idx="10421">
                  <c:v>29682.66</c:v>
                </c:pt>
                <c:pt idx="10422">
                  <c:v>28201.91</c:v>
                </c:pt>
                <c:pt idx="10423">
                  <c:v>19568.490000000002</c:v>
                </c:pt>
                <c:pt idx="10424">
                  <c:v>7716.62</c:v>
                </c:pt>
                <c:pt idx="10425">
                  <c:v>28266.42</c:v>
                </c:pt>
                <c:pt idx="10426">
                  <c:v>41507.17</c:v>
                </c:pt>
                <c:pt idx="10427">
                  <c:v>19362.2</c:v>
                </c:pt>
                <c:pt idx="10428">
                  <c:v>35101.75</c:v>
                </c:pt>
                <c:pt idx="10429">
                  <c:v>33037.46</c:v>
                </c:pt>
                <c:pt idx="10430">
                  <c:v>6467.58</c:v>
                </c:pt>
                <c:pt idx="10431">
                  <c:v>68290.91</c:v>
                </c:pt>
                <c:pt idx="10432">
                  <c:v>6081.54</c:v>
                </c:pt>
                <c:pt idx="10433">
                  <c:v>69587.179999999993</c:v>
                </c:pt>
                <c:pt idx="10434">
                  <c:v>86097.48</c:v>
                </c:pt>
                <c:pt idx="10435">
                  <c:v>12709.9</c:v>
                </c:pt>
                <c:pt idx="10436">
                  <c:v>26931.49</c:v>
                </c:pt>
                <c:pt idx="10437">
                  <c:v>22128.69</c:v>
                </c:pt>
                <c:pt idx="10438">
                  <c:v>11985.33</c:v>
                </c:pt>
                <c:pt idx="10439">
                  <c:v>11859.97</c:v>
                </c:pt>
                <c:pt idx="10440">
                  <c:v>42754.89</c:v>
                </c:pt>
                <c:pt idx="10441">
                  <c:v>70261.38</c:v>
                </c:pt>
                <c:pt idx="10442">
                  <c:v>59506.65</c:v>
                </c:pt>
                <c:pt idx="10443">
                  <c:v>9463.0400000000009</c:v>
                </c:pt>
                <c:pt idx="10444">
                  <c:v>55944.17</c:v>
                </c:pt>
                <c:pt idx="10445">
                  <c:v>3346.37</c:v>
                </c:pt>
                <c:pt idx="10446">
                  <c:v>73470.23</c:v>
                </c:pt>
                <c:pt idx="10447">
                  <c:v>23666.74</c:v>
                </c:pt>
                <c:pt idx="10448">
                  <c:v>35295.089999999997</c:v>
                </c:pt>
                <c:pt idx="10449">
                  <c:v>15319</c:v>
                </c:pt>
                <c:pt idx="10450">
                  <c:v>5466.18</c:v>
                </c:pt>
                <c:pt idx="10451">
                  <c:v>44990.32</c:v>
                </c:pt>
                <c:pt idx="10452">
                  <c:v>65290.49</c:v>
                </c:pt>
                <c:pt idx="10453">
                  <c:v>76445.399999999994</c:v>
                </c:pt>
                <c:pt idx="10454">
                  <c:v>2490.37</c:v>
                </c:pt>
                <c:pt idx="10455">
                  <c:v>22077.75</c:v>
                </c:pt>
                <c:pt idx="10456">
                  <c:v>15288.4</c:v>
                </c:pt>
                <c:pt idx="10457">
                  <c:v>1636.68</c:v>
                </c:pt>
                <c:pt idx="10458">
                  <c:v>22923.4</c:v>
                </c:pt>
                <c:pt idx="10459">
                  <c:v>7934.91</c:v>
                </c:pt>
                <c:pt idx="10460">
                  <c:v>27712.44</c:v>
                </c:pt>
                <c:pt idx="10461">
                  <c:v>54339.28</c:v>
                </c:pt>
                <c:pt idx="10462">
                  <c:v>71409.95</c:v>
                </c:pt>
                <c:pt idx="10463">
                  <c:v>80160.36</c:v>
                </c:pt>
                <c:pt idx="10464">
                  <c:v>15626.06</c:v>
                </c:pt>
                <c:pt idx="10465">
                  <c:v>4822.76</c:v>
                </c:pt>
                <c:pt idx="10466">
                  <c:v>69752.55</c:v>
                </c:pt>
                <c:pt idx="10467">
                  <c:v>8607.31</c:v>
                </c:pt>
                <c:pt idx="10468">
                  <c:v>73257.83</c:v>
                </c:pt>
                <c:pt idx="10469">
                  <c:v>18494.599999999999</c:v>
                </c:pt>
                <c:pt idx="10470">
                  <c:v>16273.76</c:v>
                </c:pt>
                <c:pt idx="10471">
                  <c:v>19590.88</c:v>
                </c:pt>
                <c:pt idx="10472">
                  <c:v>31810.78</c:v>
                </c:pt>
                <c:pt idx="10473">
                  <c:v>43803.06</c:v>
                </c:pt>
                <c:pt idx="10474">
                  <c:v>9491.92</c:v>
                </c:pt>
                <c:pt idx="10475">
                  <c:v>10421.620000000001</c:v>
                </c:pt>
                <c:pt idx="10476">
                  <c:v>18464.669999999998</c:v>
                </c:pt>
                <c:pt idx="10477">
                  <c:v>96366.69</c:v>
                </c:pt>
                <c:pt idx="10478">
                  <c:v>45034.400000000001</c:v>
                </c:pt>
                <c:pt idx="10479">
                  <c:v>31849.279999999999</c:v>
                </c:pt>
                <c:pt idx="10480">
                  <c:v>78727.009999999995</c:v>
                </c:pt>
                <c:pt idx="10481">
                  <c:v>26224.44</c:v>
                </c:pt>
                <c:pt idx="10482">
                  <c:v>98354.87</c:v>
                </c:pt>
                <c:pt idx="10483">
                  <c:v>30471.49</c:v>
                </c:pt>
                <c:pt idx="10484">
                  <c:v>104131.44</c:v>
                </c:pt>
                <c:pt idx="10485">
                  <c:v>6561.51</c:v>
                </c:pt>
                <c:pt idx="10486">
                  <c:v>15942.7</c:v>
                </c:pt>
                <c:pt idx="10487">
                  <c:v>5189.78</c:v>
                </c:pt>
                <c:pt idx="10488">
                  <c:v>23528.65</c:v>
                </c:pt>
                <c:pt idx="10489">
                  <c:v>43211.53</c:v>
                </c:pt>
                <c:pt idx="10490">
                  <c:v>16155.7</c:v>
                </c:pt>
                <c:pt idx="10491">
                  <c:v>7118.38</c:v>
                </c:pt>
                <c:pt idx="10492">
                  <c:v>78923.039999999994</c:v>
                </c:pt>
                <c:pt idx="10493">
                  <c:v>18905.89</c:v>
                </c:pt>
                <c:pt idx="10494">
                  <c:v>75781.86</c:v>
                </c:pt>
                <c:pt idx="10495">
                  <c:v>40676.370000000003</c:v>
                </c:pt>
                <c:pt idx="10496">
                  <c:v>11283.41</c:v>
                </c:pt>
                <c:pt idx="10497">
                  <c:v>9259.0499999999993</c:v>
                </c:pt>
                <c:pt idx="10498">
                  <c:v>6424.98</c:v>
                </c:pt>
                <c:pt idx="10499">
                  <c:v>2494.7199999999998</c:v>
                </c:pt>
                <c:pt idx="10500">
                  <c:v>85084.97</c:v>
                </c:pt>
                <c:pt idx="10501">
                  <c:v>27725.29</c:v>
                </c:pt>
                <c:pt idx="10502">
                  <c:v>50608.34</c:v>
                </c:pt>
                <c:pt idx="10503">
                  <c:v>67083.600000000006</c:v>
                </c:pt>
                <c:pt idx="10504">
                  <c:v>33841.29</c:v>
                </c:pt>
                <c:pt idx="10505">
                  <c:v>34969.410000000003</c:v>
                </c:pt>
                <c:pt idx="10506">
                  <c:v>24840.98</c:v>
                </c:pt>
                <c:pt idx="10507">
                  <c:v>35381.120000000003</c:v>
                </c:pt>
                <c:pt idx="10508">
                  <c:v>7168.14</c:v>
                </c:pt>
                <c:pt idx="10509">
                  <c:v>86916.58</c:v>
                </c:pt>
                <c:pt idx="10510">
                  <c:v>16744.580000000002</c:v>
                </c:pt>
                <c:pt idx="10511">
                  <c:v>70754.320000000007</c:v>
                </c:pt>
                <c:pt idx="10512">
                  <c:v>29321.27</c:v>
                </c:pt>
                <c:pt idx="10513">
                  <c:v>9858.89</c:v>
                </c:pt>
                <c:pt idx="10514">
                  <c:v>16605.54</c:v>
                </c:pt>
                <c:pt idx="10515">
                  <c:v>23755.05</c:v>
                </c:pt>
                <c:pt idx="10516">
                  <c:v>7255.67</c:v>
                </c:pt>
                <c:pt idx="10517">
                  <c:v>75966.850000000006</c:v>
                </c:pt>
                <c:pt idx="10518">
                  <c:v>45757.06</c:v>
                </c:pt>
                <c:pt idx="10519">
                  <c:v>48533.31</c:v>
                </c:pt>
                <c:pt idx="10520">
                  <c:v>32557.23</c:v>
                </c:pt>
                <c:pt idx="10521">
                  <c:v>48376.76</c:v>
                </c:pt>
                <c:pt idx="10522">
                  <c:v>3027.98</c:v>
                </c:pt>
                <c:pt idx="10523">
                  <c:v>14883.69</c:v>
                </c:pt>
                <c:pt idx="10524">
                  <c:v>17591.66</c:v>
                </c:pt>
                <c:pt idx="10525">
                  <c:v>19111.09</c:v>
                </c:pt>
                <c:pt idx="10526">
                  <c:v>19368.93</c:v>
                </c:pt>
                <c:pt idx="10527">
                  <c:v>11053.52</c:v>
                </c:pt>
                <c:pt idx="10528">
                  <c:v>68557.009999999995</c:v>
                </c:pt>
                <c:pt idx="10529">
                  <c:v>53221.71</c:v>
                </c:pt>
                <c:pt idx="10530">
                  <c:v>37685.870000000003</c:v>
                </c:pt>
                <c:pt idx="10531">
                  <c:v>7762.91</c:v>
                </c:pt>
                <c:pt idx="10532">
                  <c:v>51189.52</c:v>
                </c:pt>
                <c:pt idx="10533">
                  <c:v>32849.17</c:v>
                </c:pt>
                <c:pt idx="10534">
                  <c:v>41116.74</c:v>
                </c:pt>
                <c:pt idx="10535">
                  <c:v>26890.26</c:v>
                </c:pt>
                <c:pt idx="10536">
                  <c:v>7444.83</c:v>
                </c:pt>
                <c:pt idx="10537">
                  <c:v>28742.54</c:v>
                </c:pt>
                <c:pt idx="10538">
                  <c:v>51087.37</c:v>
                </c:pt>
                <c:pt idx="10539">
                  <c:v>5868.81</c:v>
                </c:pt>
                <c:pt idx="10540">
                  <c:v>15914.37</c:v>
                </c:pt>
                <c:pt idx="10541">
                  <c:v>15562.72</c:v>
                </c:pt>
                <c:pt idx="10542">
                  <c:v>19017.560000000001</c:v>
                </c:pt>
                <c:pt idx="10543">
                  <c:v>19984.55</c:v>
                </c:pt>
                <c:pt idx="10544">
                  <c:v>36286.61</c:v>
                </c:pt>
                <c:pt idx="10545">
                  <c:v>14852.82</c:v>
                </c:pt>
                <c:pt idx="10546">
                  <c:v>51471.25</c:v>
                </c:pt>
                <c:pt idx="10547">
                  <c:v>9779.49</c:v>
                </c:pt>
                <c:pt idx="10548">
                  <c:v>77333.34</c:v>
                </c:pt>
                <c:pt idx="10549">
                  <c:v>37651.919999999998</c:v>
                </c:pt>
                <c:pt idx="10550">
                  <c:v>13726.86</c:v>
                </c:pt>
                <c:pt idx="10551">
                  <c:v>24031.09</c:v>
                </c:pt>
                <c:pt idx="10552">
                  <c:v>34970.29</c:v>
                </c:pt>
                <c:pt idx="10553">
                  <c:v>25780.36</c:v>
                </c:pt>
                <c:pt idx="10554">
                  <c:v>8358.9699999999993</c:v>
                </c:pt>
                <c:pt idx="10555">
                  <c:v>44540.5</c:v>
                </c:pt>
                <c:pt idx="10556">
                  <c:v>34174.19</c:v>
                </c:pt>
                <c:pt idx="10557">
                  <c:v>33663.22</c:v>
                </c:pt>
                <c:pt idx="10558">
                  <c:v>16648</c:v>
                </c:pt>
                <c:pt idx="10559">
                  <c:v>60635.66</c:v>
                </c:pt>
                <c:pt idx="10560">
                  <c:v>22239.63</c:v>
                </c:pt>
                <c:pt idx="10561">
                  <c:v>1798.09</c:v>
                </c:pt>
                <c:pt idx="10562">
                  <c:v>11390.78</c:v>
                </c:pt>
                <c:pt idx="10563">
                  <c:v>71168.14</c:v>
                </c:pt>
                <c:pt idx="10564">
                  <c:v>5850.1</c:v>
                </c:pt>
                <c:pt idx="10565">
                  <c:v>67062.87</c:v>
                </c:pt>
                <c:pt idx="10566">
                  <c:v>15438.28</c:v>
                </c:pt>
                <c:pt idx="10567">
                  <c:v>22394.36</c:v>
                </c:pt>
                <c:pt idx="10568">
                  <c:v>14292.1</c:v>
                </c:pt>
                <c:pt idx="10569">
                  <c:v>27963.27</c:v>
                </c:pt>
                <c:pt idx="10570">
                  <c:v>82832.479999999996</c:v>
                </c:pt>
                <c:pt idx="10571">
                  <c:v>41388.14</c:v>
                </c:pt>
                <c:pt idx="10572">
                  <c:v>29856.02</c:v>
                </c:pt>
                <c:pt idx="10573">
                  <c:v>10193.43</c:v>
                </c:pt>
                <c:pt idx="10574">
                  <c:v>59748.7</c:v>
                </c:pt>
                <c:pt idx="10575">
                  <c:v>7813.39</c:v>
                </c:pt>
                <c:pt idx="10576">
                  <c:v>76620.88</c:v>
                </c:pt>
                <c:pt idx="10577">
                  <c:v>46645.38</c:v>
                </c:pt>
                <c:pt idx="10578">
                  <c:v>9678.24</c:v>
                </c:pt>
                <c:pt idx="10579">
                  <c:v>43135.97</c:v>
                </c:pt>
                <c:pt idx="10580">
                  <c:v>14876.86</c:v>
                </c:pt>
                <c:pt idx="10581">
                  <c:v>30413.439999999999</c:v>
                </c:pt>
                <c:pt idx="10582">
                  <c:v>10921.3</c:v>
                </c:pt>
                <c:pt idx="10583">
                  <c:v>36536.17</c:v>
                </c:pt>
                <c:pt idx="10584">
                  <c:v>54634.76</c:v>
                </c:pt>
                <c:pt idx="10585">
                  <c:v>74127.899999999994</c:v>
                </c:pt>
                <c:pt idx="10586">
                  <c:v>53532.99</c:v>
                </c:pt>
                <c:pt idx="10587">
                  <c:v>70610.19</c:v>
                </c:pt>
                <c:pt idx="10588">
                  <c:v>27160.04</c:v>
                </c:pt>
                <c:pt idx="10589">
                  <c:v>8578.85</c:v>
                </c:pt>
                <c:pt idx="10590">
                  <c:v>16645.990000000002</c:v>
                </c:pt>
                <c:pt idx="10591">
                  <c:v>34366.080000000002</c:v>
                </c:pt>
                <c:pt idx="10592">
                  <c:v>4566.74</c:v>
                </c:pt>
                <c:pt idx="10593">
                  <c:v>6051.19</c:v>
                </c:pt>
                <c:pt idx="10594">
                  <c:v>26420.6</c:v>
                </c:pt>
                <c:pt idx="10595">
                  <c:v>19383.34</c:v>
                </c:pt>
                <c:pt idx="10596">
                  <c:v>51738.59</c:v>
                </c:pt>
                <c:pt idx="10597">
                  <c:v>20152.18</c:v>
                </c:pt>
                <c:pt idx="10598">
                  <c:v>20959.490000000002</c:v>
                </c:pt>
                <c:pt idx="10599">
                  <c:v>7390.03</c:v>
                </c:pt>
                <c:pt idx="10600">
                  <c:v>21800.99</c:v>
                </c:pt>
                <c:pt idx="10601">
                  <c:v>5843.06</c:v>
                </c:pt>
                <c:pt idx="10602">
                  <c:v>56962.67</c:v>
                </c:pt>
                <c:pt idx="10603">
                  <c:v>58974.97</c:v>
                </c:pt>
                <c:pt idx="10604">
                  <c:v>49989.14</c:v>
                </c:pt>
                <c:pt idx="10605">
                  <c:v>18349.55</c:v>
                </c:pt>
                <c:pt idx="10606">
                  <c:v>40428.699999999997</c:v>
                </c:pt>
                <c:pt idx="10607">
                  <c:v>8917.65</c:v>
                </c:pt>
                <c:pt idx="10608">
                  <c:v>29738.68</c:v>
                </c:pt>
                <c:pt idx="10609">
                  <c:v>34494.769999999997</c:v>
                </c:pt>
                <c:pt idx="10610">
                  <c:v>4814.8999999999996</c:v>
                </c:pt>
                <c:pt idx="10611">
                  <c:v>27826.16</c:v>
                </c:pt>
                <c:pt idx="10612">
                  <c:v>20124.66</c:v>
                </c:pt>
                <c:pt idx="10613">
                  <c:v>29573.27</c:v>
                </c:pt>
                <c:pt idx="10614">
                  <c:v>5753.11</c:v>
                </c:pt>
                <c:pt idx="10615">
                  <c:v>13779.86</c:v>
                </c:pt>
                <c:pt idx="10616">
                  <c:v>50357.5</c:v>
                </c:pt>
                <c:pt idx="10617">
                  <c:v>12197.99</c:v>
                </c:pt>
                <c:pt idx="10618">
                  <c:v>8610.92</c:v>
                </c:pt>
                <c:pt idx="10619">
                  <c:v>19890.36</c:v>
                </c:pt>
                <c:pt idx="10620">
                  <c:v>26401.03</c:v>
                </c:pt>
                <c:pt idx="10621">
                  <c:v>29647.59</c:v>
                </c:pt>
                <c:pt idx="10622">
                  <c:v>42818.01</c:v>
                </c:pt>
                <c:pt idx="10623">
                  <c:v>14394.33</c:v>
                </c:pt>
                <c:pt idx="10624">
                  <c:v>9429.4599999999991</c:v>
                </c:pt>
                <c:pt idx="10625">
                  <c:v>45818.21</c:v>
                </c:pt>
                <c:pt idx="10626">
                  <c:v>27769.31</c:v>
                </c:pt>
                <c:pt idx="10627">
                  <c:v>9153.92</c:v>
                </c:pt>
                <c:pt idx="10628">
                  <c:v>72995.259999999995</c:v>
                </c:pt>
                <c:pt idx="10629">
                  <c:v>41425.269999999997</c:v>
                </c:pt>
                <c:pt idx="10630">
                  <c:v>31941</c:v>
                </c:pt>
                <c:pt idx="10631">
                  <c:v>3134.11</c:v>
                </c:pt>
                <c:pt idx="10632">
                  <c:v>21363.51</c:v>
                </c:pt>
                <c:pt idx="10633">
                  <c:v>3935.17</c:v>
                </c:pt>
                <c:pt idx="10634">
                  <c:v>40752.94</c:v>
                </c:pt>
                <c:pt idx="10635">
                  <c:v>3130.77</c:v>
                </c:pt>
                <c:pt idx="10636">
                  <c:v>55746.879999999997</c:v>
                </c:pt>
                <c:pt idx="10637">
                  <c:v>1288.18</c:v>
                </c:pt>
                <c:pt idx="10638">
                  <c:v>15425.68</c:v>
                </c:pt>
                <c:pt idx="10639">
                  <c:v>13619.37</c:v>
                </c:pt>
                <c:pt idx="10640">
                  <c:v>8827.01</c:v>
                </c:pt>
                <c:pt idx="10641">
                  <c:v>14741.24</c:v>
                </c:pt>
                <c:pt idx="10642">
                  <c:v>72734.64</c:v>
                </c:pt>
                <c:pt idx="10643">
                  <c:v>72273.81</c:v>
                </c:pt>
                <c:pt idx="10644">
                  <c:v>23764.400000000001</c:v>
                </c:pt>
                <c:pt idx="10645">
                  <c:v>33758.17</c:v>
                </c:pt>
                <c:pt idx="10646">
                  <c:v>28598.43</c:v>
                </c:pt>
                <c:pt idx="10647">
                  <c:v>46092.09</c:v>
                </c:pt>
                <c:pt idx="10648">
                  <c:v>52598.14</c:v>
                </c:pt>
                <c:pt idx="10649">
                  <c:v>20661.060000000001</c:v>
                </c:pt>
                <c:pt idx="10650">
                  <c:v>90106.8</c:v>
                </c:pt>
                <c:pt idx="10651">
                  <c:v>51645.22</c:v>
                </c:pt>
                <c:pt idx="10652">
                  <c:v>11046.17</c:v>
                </c:pt>
                <c:pt idx="10653">
                  <c:v>12961.66</c:v>
                </c:pt>
                <c:pt idx="10654">
                  <c:v>42895.07</c:v>
                </c:pt>
                <c:pt idx="10655">
                  <c:v>20480.46</c:v>
                </c:pt>
                <c:pt idx="10656">
                  <c:v>23260.61</c:v>
                </c:pt>
                <c:pt idx="10657">
                  <c:v>30061.79</c:v>
                </c:pt>
                <c:pt idx="10658">
                  <c:v>6668.99</c:v>
                </c:pt>
                <c:pt idx="10659">
                  <c:v>87871.88</c:v>
                </c:pt>
                <c:pt idx="10660">
                  <c:v>28387.93</c:v>
                </c:pt>
                <c:pt idx="10661">
                  <c:v>7914.29</c:v>
                </c:pt>
                <c:pt idx="10662">
                  <c:v>31832.75</c:v>
                </c:pt>
                <c:pt idx="10663">
                  <c:v>58744.46</c:v>
                </c:pt>
                <c:pt idx="10664">
                  <c:v>14390.86</c:v>
                </c:pt>
                <c:pt idx="10665">
                  <c:v>27163.02</c:v>
                </c:pt>
                <c:pt idx="10666">
                  <c:v>70958.73</c:v>
                </c:pt>
                <c:pt idx="10667">
                  <c:v>73841.83</c:v>
                </c:pt>
                <c:pt idx="10668">
                  <c:v>17107.86</c:v>
                </c:pt>
                <c:pt idx="10669">
                  <c:v>14632.73</c:v>
                </c:pt>
                <c:pt idx="10670">
                  <c:v>21920.32</c:v>
                </c:pt>
                <c:pt idx="10671">
                  <c:v>40908.67</c:v>
                </c:pt>
                <c:pt idx="10672">
                  <c:v>28795.1</c:v>
                </c:pt>
                <c:pt idx="10673">
                  <c:v>4763.12</c:v>
                </c:pt>
                <c:pt idx="10674">
                  <c:v>37560.410000000003</c:v>
                </c:pt>
                <c:pt idx="10675">
                  <c:v>92932.35</c:v>
                </c:pt>
                <c:pt idx="10676">
                  <c:v>1417.84</c:v>
                </c:pt>
                <c:pt idx="10677">
                  <c:v>62613.56</c:v>
                </c:pt>
                <c:pt idx="10678">
                  <c:v>4983.22</c:v>
                </c:pt>
                <c:pt idx="10679">
                  <c:v>52051.74</c:v>
                </c:pt>
                <c:pt idx="10680">
                  <c:v>57815.839999999997</c:v>
                </c:pt>
                <c:pt idx="10681">
                  <c:v>38536.86</c:v>
                </c:pt>
                <c:pt idx="10682">
                  <c:v>20968.509999999998</c:v>
                </c:pt>
                <c:pt idx="10683">
                  <c:v>11824.78</c:v>
                </c:pt>
                <c:pt idx="10684">
                  <c:v>17576.259999999998</c:v>
                </c:pt>
                <c:pt idx="10685">
                  <c:v>24999.26</c:v>
                </c:pt>
                <c:pt idx="10686">
                  <c:v>44416.63</c:v>
                </c:pt>
                <c:pt idx="10687">
                  <c:v>43890.71</c:v>
                </c:pt>
                <c:pt idx="10688">
                  <c:v>69956.490000000005</c:v>
                </c:pt>
                <c:pt idx="10689">
                  <c:v>19263.32</c:v>
                </c:pt>
                <c:pt idx="10690">
                  <c:v>82330</c:v>
                </c:pt>
                <c:pt idx="10691">
                  <c:v>65228.53</c:v>
                </c:pt>
                <c:pt idx="10692">
                  <c:v>61938.67</c:v>
                </c:pt>
                <c:pt idx="10693">
                  <c:v>9131.94</c:v>
                </c:pt>
                <c:pt idx="10694">
                  <c:v>27433.39</c:v>
                </c:pt>
                <c:pt idx="10695">
                  <c:v>24956.95</c:v>
                </c:pt>
                <c:pt idx="10696">
                  <c:v>19471.91</c:v>
                </c:pt>
                <c:pt idx="10697">
                  <c:v>75639.48</c:v>
                </c:pt>
                <c:pt idx="10698">
                  <c:v>100185.43</c:v>
                </c:pt>
                <c:pt idx="10699">
                  <c:v>5297.75</c:v>
                </c:pt>
                <c:pt idx="10700">
                  <c:v>37786.14</c:v>
                </c:pt>
                <c:pt idx="10701">
                  <c:v>35821.47</c:v>
                </c:pt>
                <c:pt idx="10702">
                  <c:v>43304.1</c:v>
                </c:pt>
                <c:pt idx="10703">
                  <c:v>86875.64</c:v>
                </c:pt>
                <c:pt idx="10704">
                  <c:v>11337.23</c:v>
                </c:pt>
                <c:pt idx="10705">
                  <c:v>4372.3500000000004</c:v>
                </c:pt>
                <c:pt idx="10706">
                  <c:v>47738.62</c:v>
                </c:pt>
                <c:pt idx="10707">
                  <c:v>41434.58</c:v>
                </c:pt>
                <c:pt idx="10708">
                  <c:v>19448.52</c:v>
                </c:pt>
                <c:pt idx="10709">
                  <c:v>20908.57</c:v>
                </c:pt>
                <c:pt idx="10710">
                  <c:v>53208.959999999999</c:v>
                </c:pt>
                <c:pt idx="10711">
                  <c:v>7345.09</c:v>
                </c:pt>
                <c:pt idx="10712">
                  <c:v>80605.19</c:v>
                </c:pt>
                <c:pt idx="10713">
                  <c:v>47424.46</c:v>
                </c:pt>
                <c:pt idx="10714">
                  <c:v>56948.959999999999</c:v>
                </c:pt>
                <c:pt idx="10715">
                  <c:v>69935.009999999995</c:v>
                </c:pt>
                <c:pt idx="10716">
                  <c:v>12788.71</c:v>
                </c:pt>
                <c:pt idx="10717">
                  <c:v>91903.35</c:v>
                </c:pt>
                <c:pt idx="10718">
                  <c:v>37319.730000000003</c:v>
                </c:pt>
                <c:pt idx="10719">
                  <c:v>72540.179999999993</c:v>
                </c:pt>
                <c:pt idx="10720">
                  <c:v>29318.27</c:v>
                </c:pt>
                <c:pt idx="10721">
                  <c:v>9534.26</c:v>
                </c:pt>
                <c:pt idx="10722">
                  <c:v>67983.820000000007</c:v>
                </c:pt>
                <c:pt idx="10723">
                  <c:v>47453</c:v>
                </c:pt>
                <c:pt idx="10724">
                  <c:v>71766.23</c:v>
                </c:pt>
                <c:pt idx="10725">
                  <c:v>23449.7</c:v>
                </c:pt>
                <c:pt idx="10726">
                  <c:v>43764.79</c:v>
                </c:pt>
                <c:pt idx="10727">
                  <c:v>87074.51</c:v>
                </c:pt>
                <c:pt idx="10728">
                  <c:v>16359.88</c:v>
                </c:pt>
                <c:pt idx="10729">
                  <c:v>15333.13</c:v>
                </c:pt>
                <c:pt idx="10730">
                  <c:v>56895.51</c:v>
                </c:pt>
                <c:pt idx="10731">
                  <c:v>3039.26</c:v>
                </c:pt>
                <c:pt idx="10732">
                  <c:v>21266.94</c:v>
                </c:pt>
                <c:pt idx="10733">
                  <c:v>78921.36</c:v>
                </c:pt>
                <c:pt idx="10734">
                  <c:v>43767.86</c:v>
                </c:pt>
                <c:pt idx="10735">
                  <c:v>20251.48</c:v>
                </c:pt>
                <c:pt idx="10736">
                  <c:v>45467.05</c:v>
                </c:pt>
                <c:pt idx="10737">
                  <c:v>19663.61</c:v>
                </c:pt>
                <c:pt idx="10738">
                  <c:v>5482.14</c:v>
                </c:pt>
                <c:pt idx="10739">
                  <c:v>46956.34</c:v>
                </c:pt>
                <c:pt idx="10740">
                  <c:v>21687.7</c:v>
                </c:pt>
                <c:pt idx="10741">
                  <c:v>6954.95</c:v>
                </c:pt>
                <c:pt idx="10742">
                  <c:v>19345.96</c:v>
                </c:pt>
                <c:pt idx="10743">
                  <c:v>33987.58</c:v>
                </c:pt>
                <c:pt idx="10744">
                  <c:v>1572.63</c:v>
                </c:pt>
                <c:pt idx="10745">
                  <c:v>24735.9</c:v>
                </c:pt>
                <c:pt idx="10746">
                  <c:v>51751.72</c:v>
                </c:pt>
                <c:pt idx="10747">
                  <c:v>15676.25</c:v>
                </c:pt>
                <c:pt idx="10748">
                  <c:v>64832.04</c:v>
                </c:pt>
                <c:pt idx="10749">
                  <c:v>18464.88</c:v>
                </c:pt>
                <c:pt idx="10750">
                  <c:v>71533.649999999994</c:v>
                </c:pt>
                <c:pt idx="10751">
                  <c:v>67382.850000000006</c:v>
                </c:pt>
                <c:pt idx="10752">
                  <c:v>9897.0499999999993</c:v>
                </c:pt>
                <c:pt idx="10753">
                  <c:v>43104.92</c:v>
                </c:pt>
                <c:pt idx="10754">
                  <c:v>6718.06</c:v>
                </c:pt>
                <c:pt idx="10755">
                  <c:v>27051.57</c:v>
                </c:pt>
                <c:pt idx="10756">
                  <c:v>27083.7</c:v>
                </c:pt>
                <c:pt idx="10757">
                  <c:v>41366.85</c:v>
                </c:pt>
                <c:pt idx="10758">
                  <c:v>23889.73</c:v>
                </c:pt>
                <c:pt idx="10759">
                  <c:v>2171.04</c:v>
                </c:pt>
                <c:pt idx="10760">
                  <c:v>11477.25</c:v>
                </c:pt>
                <c:pt idx="10761">
                  <c:v>9379.69</c:v>
                </c:pt>
                <c:pt idx="10762">
                  <c:v>47749.2</c:v>
                </c:pt>
                <c:pt idx="10763">
                  <c:v>7575.79</c:v>
                </c:pt>
                <c:pt idx="10764">
                  <c:v>8782.16</c:v>
                </c:pt>
                <c:pt idx="10765">
                  <c:v>33912.06</c:v>
                </c:pt>
                <c:pt idx="10766">
                  <c:v>83134.7</c:v>
                </c:pt>
                <c:pt idx="10767">
                  <c:v>5800.99</c:v>
                </c:pt>
                <c:pt idx="10768">
                  <c:v>25894.27</c:v>
                </c:pt>
                <c:pt idx="10769">
                  <c:v>3877.76</c:v>
                </c:pt>
                <c:pt idx="10770">
                  <c:v>12630.62</c:v>
                </c:pt>
                <c:pt idx="10771">
                  <c:v>7189.88</c:v>
                </c:pt>
                <c:pt idx="10772">
                  <c:v>59122.04</c:v>
                </c:pt>
                <c:pt idx="10773">
                  <c:v>30951.62</c:v>
                </c:pt>
                <c:pt idx="10774">
                  <c:v>29207.26</c:v>
                </c:pt>
                <c:pt idx="10775">
                  <c:v>55942.53</c:v>
                </c:pt>
                <c:pt idx="10776">
                  <c:v>53125.63</c:v>
                </c:pt>
                <c:pt idx="10777">
                  <c:v>40680.78</c:v>
                </c:pt>
                <c:pt idx="10778">
                  <c:v>12372.11</c:v>
                </c:pt>
                <c:pt idx="10779">
                  <c:v>31609.040000000001</c:v>
                </c:pt>
                <c:pt idx="10780">
                  <c:v>33599.83</c:v>
                </c:pt>
                <c:pt idx="10781">
                  <c:v>8912.24</c:v>
                </c:pt>
                <c:pt idx="10782">
                  <c:v>8107.87</c:v>
                </c:pt>
                <c:pt idx="10783">
                  <c:v>22557.41</c:v>
                </c:pt>
                <c:pt idx="10784">
                  <c:v>38070.800000000003</c:v>
                </c:pt>
                <c:pt idx="10785">
                  <c:v>32798.54</c:v>
                </c:pt>
                <c:pt idx="10786">
                  <c:v>47903.06</c:v>
                </c:pt>
                <c:pt idx="10787">
                  <c:v>15709.6</c:v>
                </c:pt>
                <c:pt idx="10788">
                  <c:v>3343.32</c:v>
                </c:pt>
                <c:pt idx="10789">
                  <c:v>15663.66</c:v>
                </c:pt>
                <c:pt idx="10790">
                  <c:v>8511.74</c:v>
                </c:pt>
                <c:pt idx="10791">
                  <c:v>29859.4</c:v>
                </c:pt>
                <c:pt idx="10792">
                  <c:v>44117.22</c:v>
                </c:pt>
                <c:pt idx="10793">
                  <c:v>51918.34</c:v>
                </c:pt>
                <c:pt idx="10794">
                  <c:v>14885.99</c:v>
                </c:pt>
                <c:pt idx="10795">
                  <c:v>24920.720000000001</c:v>
                </c:pt>
                <c:pt idx="10796">
                  <c:v>7818.43</c:v>
                </c:pt>
                <c:pt idx="10797">
                  <c:v>8545.14</c:v>
                </c:pt>
                <c:pt idx="10798">
                  <c:v>62514.96</c:v>
                </c:pt>
                <c:pt idx="10799">
                  <c:v>15933.2</c:v>
                </c:pt>
                <c:pt idx="10800">
                  <c:v>36848.120000000003</c:v>
                </c:pt>
                <c:pt idx="10801">
                  <c:v>15936.22</c:v>
                </c:pt>
                <c:pt idx="10802">
                  <c:v>48308.03</c:v>
                </c:pt>
                <c:pt idx="10803">
                  <c:v>15577.35</c:v>
                </c:pt>
                <c:pt idx="10804">
                  <c:v>17271.830000000002</c:v>
                </c:pt>
                <c:pt idx="10805">
                  <c:v>53673.14</c:v>
                </c:pt>
                <c:pt idx="10806">
                  <c:v>8217.49</c:v>
                </c:pt>
                <c:pt idx="10807">
                  <c:v>1075.32</c:v>
                </c:pt>
                <c:pt idx="10808">
                  <c:v>53120.34</c:v>
                </c:pt>
                <c:pt idx="10809">
                  <c:v>14152.37</c:v>
                </c:pt>
                <c:pt idx="10810">
                  <c:v>21579.85</c:v>
                </c:pt>
                <c:pt idx="10811">
                  <c:v>42104.79</c:v>
                </c:pt>
                <c:pt idx="10812">
                  <c:v>23830.25</c:v>
                </c:pt>
                <c:pt idx="10813">
                  <c:v>53047.51</c:v>
                </c:pt>
                <c:pt idx="10814">
                  <c:v>6886.07</c:v>
                </c:pt>
                <c:pt idx="10815">
                  <c:v>25718.45</c:v>
                </c:pt>
                <c:pt idx="10816">
                  <c:v>36844.160000000003</c:v>
                </c:pt>
                <c:pt idx="10817">
                  <c:v>11141.81</c:v>
                </c:pt>
                <c:pt idx="10818">
                  <c:v>28701.71</c:v>
                </c:pt>
                <c:pt idx="10819">
                  <c:v>6819.92</c:v>
                </c:pt>
                <c:pt idx="10820">
                  <c:v>28556.85</c:v>
                </c:pt>
                <c:pt idx="10821">
                  <c:v>1644.52</c:v>
                </c:pt>
                <c:pt idx="10822">
                  <c:v>24373.86</c:v>
                </c:pt>
                <c:pt idx="10823">
                  <c:v>13791.83</c:v>
                </c:pt>
                <c:pt idx="10824">
                  <c:v>7751.52</c:v>
                </c:pt>
                <c:pt idx="10825">
                  <c:v>26156.81</c:v>
                </c:pt>
                <c:pt idx="10826">
                  <c:v>26777.9</c:v>
                </c:pt>
                <c:pt idx="10827">
                  <c:v>42141.08</c:v>
                </c:pt>
                <c:pt idx="10828">
                  <c:v>41490.5</c:v>
                </c:pt>
                <c:pt idx="10829">
                  <c:v>11574.19</c:v>
                </c:pt>
                <c:pt idx="10830">
                  <c:v>49567.3</c:v>
                </c:pt>
                <c:pt idx="10831">
                  <c:v>73509.98</c:v>
                </c:pt>
                <c:pt idx="10832">
                  <c:v>23620.12</c:v>
                </c:pt>
                <c:pt idx="10833">
                  <c:v>22545.17</c:v>
                </c:pt>
                <c:pt idx="10834">
                  <c:v>47823.09</c:v>
                </c:pt>
                <c:pt idx="10835">
                  <c:v>6230.44</c:v>
                </c:pt>
                <c:pt idx="10836">
                  <c:v>71642.66</c:v>
                </c:pt>
                <c:pt idx="10837">
                  <c:v>37669.279999999999</c:v>
                </c:pt>
                <c:pt idx="10838">
                  <c:v>38942.53</c:v>
                </c:pt>
                <c:pt idx="10839">
                  <c:v>41780.080000000002</c:v>
                </c:pt>
                <c:pt idx="10840">
                  <c:v>83455.509999999995</c:v>
                </c:pt>
                <c:pt idx="10841">
                  <c:v>28231.84</c:v>
                </c:pt>
                <c:pt idx="10842">
                  <c:v>48822.11</c:v>
                </c:pt>
                <c:pt idx="10843">
                  <c:v>5696.25</c:v>
                </c:pt>
                <c:pt idx="10844">
                  <c:v>3195.75</c:v>
                </c:pt>
                <c:pt idx="10845">
                  <c:v>12069.66</c:v>
                </c:pt>
                <c:pt idx="10846">
                  <c:v>39005.49</c:v>
                </c:pt>
                <c:pt idx="10847">
                  <c:v>16039.33</c:v>
                </c:pt>
                <c:pt idx="10848">
                  <c:v>60925.96</c:v>
                </c:pt>
                <c:pt idx="10849">
                  <c:v>18630.72</c:v>
                </c:pt>
                <c:pt idx="10850">
                  <c:v>7122.44</c:v>
                </c:pt>
                <c:pt idx="10851">
                  <c:v>49562.98</c:v>
                </c:pt>
                <c:pt idx="10852">
                  <c:v>8270.57</c:v>
                </c:pt>
                <c:pt idx="10853">
                  <c:v>70730.37</c:v>
                </c:pt>
                <c:pt idx="10854">
                  <c:v>7869.05</c:v>
                </c:pt>
                <c:pt idx="10855">
                  <c:v>3605.97</c:v>
                </c:pt>
                <c:pt idx="10856">
                  <c:v>21168.58</c:v>
                </c:pt>
                <c:pt idx="10857">
                  <c:v>39720.559999999998</c:v>
                </c:pt>
                <c:pt idx="10858">
                  <c:v>6874.5</c:v>
                </c:pt>
                <c:pt idx="10859">
                  <c:v>7332.53</c:v>
                </c:pt>
                <c:pt idx="10860">
                  <c:v>51191.43</c:v>
                </c:pt>
                <c:pt idx="10861">
                  <c:v>14716.36</c:v>
                </c:pt>
                <c:pt idx="10862">
                  <c:v>36571.32</c:v>
                </c:pt>
                <c:pt idx="10863">
                  <c:v>23271.49</c:v>
                </c:pt>
                <c:pt idx="10864">
                  <c:v>9973.1200000000008</c:v>
                </c:pt>
                <c:pt idx="10865">
                  <c:v>18039.099999999999</c:v>
                </c:pt>
                <c:pt idx="10866">
                  <c:v>16001.78</c:v>
                </c:pt>
                <c:pt idx="10867">
                  <c:v>18070.419999999998</c:v>
                </c:pt>
                <c:pt idx="10868">
                  <c:v>16764.32</c:v>
                </c:pt>
                <c:pt idx="10869">
                  <c:v>72585</c:v>
                </c:pt>
                <c:pt idx="10870">
                  <c:v>17628.72</c:v>
                </c:pt>
                <c:pt idx="10871">
                  <c:v>12737.19</c:v>
                </c:pt>
                <c:pt idx="10872">
                  <c:v>25958.49</c:v>
                </c:pt>
                <c:pt idx="10873">
                  <c:v>4086.33</c:v>
                </c:pt>
                <c:pt idx="10874">
                  <c:v>47113.73</c:v>
                </c:pt>
                <c:pt idx="10875">
                  <c:v>15026.17</c:v>
                </c:pt>
                <c:pt idx="10876">
                  <c:v>39329.85</c:v>
                </c:pt>
                <c:pt idx="10877">
                  <c:v>7309.58</c:v>
                </c:pt>
                <c:pt idx="10878">
                  <c:v>25098.23</c:v>
                </c:pt>
                <c:pt idx="10879">
                  <c:v>46172.79</c:v>
                </c:pt>
                <c:pt idx="10880">
                  <c:v>3565.81</c:v>
                </c:pt>
                <c:pt idx="10881">
                  <c:v>14835.52</c:v>
                </c:pt>
                <c:pt idx="10882">
                  <c:v>24922.61</c:v>
                </c:pt>
                <c:pt idx="10883">
                  <c:v>23507.25</c:v>
                </c:pt>
                <c:pt idx="10884">
                  <c:v>19819.53</c:v>
                </c:pt>
                <c:pt idx="10885">
                  <c:v>4960.22</c:v>
                </c:pt>
                <c:pt idx="10886">
                  <c:v>11256.48</c:v>
                </c:pt>
                <c:pt idx="10887">
                  <c:v>20528.09</c:v>
                </c:pt>
                <c:pt idx="10888">
                  <c:v>27110.41</c:v>
                </c:pt>
                <c:pt idx="10889">
                  <c:v>37416.94</c:v>
                </c:pt>
                <c:pt idx="10890">
                  <c:v>5580.76</c:v>
                </c:pt>
                <c:pt idx="10891">
                  <c:v>10031.58</c:v>
                </c:pt>
                <c:pt idx="10892">
                  <c:v>69760.149999999994</c:v>
                </c:pt>
                <c:pt idx="10893">
                  <c:v>39931.15</c:v>
                </c:pt>
                <c:pt idx="10894">
                  <c:v>76156.42</c:v>
                </c:pt>
                <c:pt idx="10895">
                  <c:v>55410.92</c:v>
                </c:pt>
                <c:pt idx="10896">
                  <c:v>25582.37</c:v>
                </c:pt>
                <c:pt idx="10897">
                  <c:v>22887.81</c:v>
                </c:pt>
                <c:pt idx="10898">
                  <c:v>19775.009999999998</c:v>
                </c:pt>
                <c:pt idx="10899">
                  <c:v>61318.11</c:v>
                </c:pt>
                <c:pt idx="10900">
                  <c:v>36182.58</c:v>
                </c:pt>
                <c:pt idx="10901">
                  <c:v>43098.77</c:v>
                </c:pt>
                <c:pt idx="10902">
                  <c:v>10097.799999999999</c:v>
                </c:pt>
                <c:pt idx="10903">
                  <c:v>21900.19</c:v>
                </c:pt>
                <c:pt idx="10904">
                  <c:v>22445.14</c:v>
                </c:pt>
                <c:pt idx="10905">
                  <c:v>2276.61</c:v>
                </c:pt>
                <c:pt idx="10906">
                  <c:v>5219.72</c:v>
                </c:pt>
                <c:pt idx="10907">
                  <c:v>19630.97</c:v>
                </c:pt>
                <c:pt idx="10908">
                  <c:v>76943.679999999993</c:v>
                </c:pt>
                <c:pt idx="10909">
                  <c:v>16946.16</c:v>
                </c:pt>
                <c:pt idx="10910">
                  <c:v>56232.6</c:v>
                </c:pt>
                <c:pt idx="10911">
                  <c:v>65759.06</c:v>
                </c:pt>
                <c:pt idx="10912">
                  <c:v>20339.52</c:v>
                </c:pt>
                <c:pt idx="10913">
                  <c:v>55693.95</c:v>
                </c:pt>
                <c:pt idx="10914">
                  <c:v>8034.43</c:v>
                </c:pt>
                <c:pt idx="10915">
                  <c:v>21310.44</c:v>
                </c:pt>
                <c:pt idx="10916">
                  <c:v>44750.98</c:v>
                </c:pt>
                <c:pt idx="10917">
                  <c:v>24341.69</c:v>
                </c:pt>
                <c:pt idx="10918">
                  <c:v>16686.47</c:v>
                </c:pt>
                <c:pt idx="10919">
                  <c:v>34471.43</c:v>
                </c:pt>
                <c:pt idx="10920">
                  <c:v>27198.17</c:v>
                </c:pt>
                <c:pt idx="10921">
                  <c:v>26922.86</c:v>
                </c:pt>
                <c:pt idx="10922">
                  <c:v>12218.27</c:v>
                </c:pt>
                <c:pt idx="10923">
                  <c:v>8184.8</c:v>
                </c:pt>
                <c:pt idx="10924">
                  <c:v>6692.68</c:v>
                </c:pt>
                <c:pt idx="10925">
                  <c:v>26536.31</c:v>
                </c:pt>
                <c:pt idx="10926">
                  <c:v>33221.75</c:v>
                </c:pt>
                <c:pt idx="10927">
                  <c:v>8261.99</c:v>
                </c:pt>
                <c:pt idx="10928">
                  <c:v>31309.360000000001</c:v>
                </c:pt>
                <c:pt idx="10929">
                  <c:v>5450.1</c:v>
                </c:pt>
                <c:pt idx="10930">
                  <c:v>22677.4</c:v>
                </c:pt>
                <c:pt idx="10931">
                  <c:v>8839.94</c:v>
                </c:pt>
                <c:pt idx="10932">
                  <c:v>31392.48</c:v>
                </c:pt>
                <c:pt idx="10933">
                  <c:v>19039.66</c:v>
                </c:pt>
                <c:pt idx="10934">
                  <c:v>75455.600000000006</c:v>
                </c:pt>
                <c:pt idx="10935">
                  <c:v>1077.44</c:v>
                </c:pt>
                <c:pt idx="10936">
                  <c:v>46740.33</c:v>
                </c:pt>
                <c:pt idx="10937">
                  <c:v>22016.39</c:v>
                </c:pt>
                <c:pt idx="10938">
                  <c:v>28840.14</c:v>
                </c:pt>
                <c:pt idx="10939">
                  <c:v>13871.12</c:v>
                </c:pt>
                <c:pt idx="10940">
                  <c:v>5277.38</c:v>
                </c:pt>
                <c:pt idx="10941">
                  <c:v>37975.68</c:v>
                </c:pt>
                <c:pt idx="10942">
                  <c:v>62585.1</c:v>
                </c:pt>
                <c:pt idx="10943">
                  <c:v>75592.02</c:v>
                </c:pt>
                <c:pt idx="10944">
                  <c:v>47361.57</c:v>
                </c:pt>
                <c:pt idx="10945">
                  <c:v>32584.65</c:v>
                </c:pt>
                <c:pt idx="10946">
                  <c:v>13745.31</c:v>
                </c:pt>
                <c:pt idx="10947">
                  <c:v>15881.95</c:v>
                </c:pt>
                <c:pt idx="10948">
                  <c:v>6318.03</c:v>
                </c:pt>
                <c:pt idx="10949">
                  <c:v>27903.58</c:v>
                </c:pt>
                <c:pt idx="10950">
                  <c:v>19065.830000000002</c:v>
                </c:pt>
                <c:pt idx="10951">
                  <c:v>50888.62</c:v>
                </c:pt>
                <c:pt idx="10952">
                  <c:v>15769.01</c:v>
                </c:pt>
                <c:pt idx="10953">
                  <c:v>48267.29</c:v>
                </c:pt>
                <c:pt idx="10954">
                  <c:v>22647.16</c:v>
                </c:pt>
                <c:pt idx="10955">
                  <c:v>26057.56</c:v>
                </c:pt>
                <c:pt idx="10956">
                  <c:v>12135.53</c:v>
                </c:pt>
                <c:pt idx="10957">
                  <c:v>25581.34</c:v>
                </c:pt>
                <c:pt idx="10958">
                  <c:v>91224.44</c:v>
                </c:pt>
                <c:pt idx="10959">
                  <c:v>41307.22</c:v>
                </c:pt>
                <c:pt idx="10960">
                  <c:v>35206.160000000003</c:v>
                </c:pt>
                <c:pt idx="10961">
                  <c:v>30231.26</c:v>
                </c:pt>
                <c:pt idx="10962">
                  <c:v>16274.16</c:v>
                </c:pt>
                <c:pt idx="10963">
                  <c:v>8809.5</c:v>
                </c:pt>
                <c:pt idx="10964">
                  <c:v>15275.45</c:v>
                </c:pt>
                <c:pt idx="10965">
                  <c:v>38501.86</c:v>
                </c:pt>
                <c:pt idx="10966">
                  <c:v>66631.06</c:v>
                </c:pt>
                <c:pt idx="10967">
                  <c:v>46288.88</c:v>
                </c:pt>
                <c:pt idx="10968">
                  <c:v>14182.06</c:v>
                </c:pt>
                <c:pt idx="10969">
                  <c:v>21334.27</c:v>
                </c:pt>
                <c:pt idx="10970">
                  <c:v>40871.440000000002</c:v>
                </c:pt>
                <c:pt idx="10971">
                  <c:v>5004.93</c:v>
                </c:pt>
                <c:pt idx="10972">
                  <c:v>74036.679999999993</c:v>
                </c:pt>
                <c:pt idx="10973">
                  <c:v>25226.799999999999</c:v>
                </c:pt>
                <c:pt idx="10974">
                  <c:v>20417.669999999998</c:v>
                </c:pt>
                <c:pt idx="10975">
                  <c:v>6071.52</c:v>
                </c:pt>
                <c:pt idx="10976">
                  <c:v>11974.54</c:v>
                </c:pt>
                <c:pt idx="10977">
                  <c:v>32352.720000000001</c:v>
                </c:pt>
                <c:pt idx="10978">
                  <c:v>33905.42</c:v>
                </c:pt>
                <c:pt idx="10979">
                  <c:v>34089.96</c:v>
                </c:pt>
                <c:pt idx="10980">
                  <c:v>12759.39</c:v>
                </c:pt>
                <c:pt idx="10981">
                  <c:v>68095.399999999994</c:v>
                </c:pt>
                <c:pt idx="10982">
                  <c:v>44810.12</c:v>
                </c:pt>
                <c:pt idx="10983">
                  <c:v>7417.46</c:v>
                </c:pt>
                <c:pt idx="10984">
                  <c:v>1188.0899999999999</c:v>
                </c:pt>
                <c:pt idx="10985">
                  <c:v>38832.79</c:v>
                </c:pt>
                <c:pt idx="10986">
                  <c:v>25614.080000000002</c:v>
                </c:pt>
                <c:pt idx="10987">
                  <c:v>2278.04</c:v>
                </c:pt>
                <c:pt idx="10988">
                  <c:v>59940.72</c:v>
                </c:pt>
                <c:pt idx="10989">
                  <c:v>93636.36</c:v>
                </c:pt>
                <c:pt idx="10990">
                  <c:v>47074.8</c:v>
                </c:pt>
                <c:pt idx="10991">
                  <c:v>17896.099999999999</c:v>
                </c:pt>
                <c:pt idx="10992">
                  <c:v>28959.1</c:v>
                </c:pt>
                <c:pt idx="10993">
                  <c:v>18256.939999999999</c:v>
                </c:pt>
                <c:pt idx="10994">
                  <c:v>17909.509999999998</c:v>
                </c:pt>
                <c:pt idx="10995">
                  <c:v>25039.9</c:v>
                </c:pt>
                <c:pt idx="10996">
                  <c:v>26848.12</c:v>
                </c:pt>
                <c:pt idx="10997">
                  <c:v>10152.42</c:v>
                </c:pt>
                <c:pt idx="10998">
                  <c:v>61510.37</c:v>
                </c:pt>
                <c:pt idx="10999">
                  <c:v>16753.080000000002</c:v>
                </c:pt>
                <c:pt idx="11000">
                  <c:v>22665.93</c:v>
                </c:pt>
                <c:pt idx="11001">
                  <c:v>6188.72</c:v>
                </c:pt>
                <c:pt idx="11002">
                  <c:v>4555.38</c:v>
                </c:pt>
                <c:pt idx="11003">
                  <c:v>26186.240000000002</c:v>
                </c:pt>
                <c:pt idx="11004">
                  <c:v>36728.79</c:v>
                </c:pt>
                <c:pt idx="11005">
                  <c:v>14859.46</c:v>
                </c:pt>
                <c:pt idx="11006">
                  <c:v>88358.87</c:v>
                </c:pt>
                <c:pt idx="11007">
                  <c:v>20611.599999999999</c:v>
                </c:pt>
                <c:pt idx="11008">
                  <c:v>21200.89</c:v>
                </c:pt>
                <c:pt idx="11009">
                  <c:v>24019.96</c:v>
                </c:pt>
                <c:pt idx="11010">
                  <c:v>48338.26</c:v>
                </c:pt>
                <c:pt idx="11011">
                  <c:v>21527.29</c:v>
                </c:pt>
                <c:pt idx="11012">
                  <c:v>36554.949999999997</c:v>
                </c:pt>
                <c:pt idx="11013">
                  <c:v>16094.06</c:v>
                </c:pt>
                <c:pt idx="11014">
                  <c:v>10148.31</c:v>
                </c:pt>
                <c:pt idx="11015">
                  <c:v>15362.93</c:v>
                </c:pt>
                <c:pt idx="11016">
                  <c:v>30605.34</c:v>
                </c:pt>
                <c:pt idx="11017">
                  <c:v>16445.68</c:v>
                </c:pt>
                <c:pt idx="11018">
                  <c:v>9646.56</c:v>
                </c:pt>
                <c:pt idx="11019">
                  <c:v>38432.6</c:v>
                </c:pt>
                <c:pt idx="11020">
                  <c:v>4743.71</c:v>
                </c:pt>
                <c:pt idx="11021">
                  <c:v>8146.95</c:v>
                </c:pt>
                <c:pt idx="11022">
                  <c:v>2427.63</c:v>
                </c:pt>
                <c:pt idx="11023">
                  <c:v>4084.22</c:v>
                </c:pt>
                <c:pt idx="11024">
                  <c:v>51550.38</c:v>
                </c:pt>
                <c:pt idx="11025">
                  <c:v>11260.2</c:v>
                </c:pt>
                <c:pt idx="11026">
                  <c:v>3554.76</c:v>
                </c:pt>
                <c:pt idx="11027">
                  <c:v>57078.94</c:v>
                </c:pt>
                <c:pt idx="11028">
                  <c:v>89040.53</c:v>
                </c:pt>
                <c:pt idx="11029">
                  <c:v>14343.61</c:v>
                </c:pt>
                <c:pt idx="11030">
                  <c:v>66163.320000000007</c:v>
                </c:pt>
                <c:pt idx="11031">
                  <c:v>28627.48</c:v>
                </c:pt>
                <c:pt idx="11032">
                  <c:v>81048.11</c:v>
                </c:pt>
                <c:pt idx="11033">
                  <c:v>16192.51</c:v>
                </c:pt>
                <c:pt idx="11034">
                  <c:v>79588.22</c:v>
                </c:pt>
                <c:pt idx="11035">
                  <c:v>103446.32</c:v>
                </c:pt>
                <c:pt idx="11036">
                  <c:v>13568.94</c:v>
                </c:pt>
                <c:pt idx="11037">
                  <c:v>10212.200000000001</c:v>
                </c:pt>
                <c:pt idx="11038">
                  <c:v>64046.54</c:v>
                </c:pt>
                <c:pt idx="11039">
                  <c:v>5587.03</c:v>
                </c:pt>
                <c:pt idx="11040">
                  <c:v>40471.46</c:v>
                </c:pt>
                <c:pt idx="11041">
                  <c:v>52738.04</c:v>
                </c:pt>
                <c:pt idx="11042">
                  <c:v>15371.75</c:v>
                </c:pt>
                <c:pt idx="11043">
                  <c:v>7427.62</c:v>
                </c:pt>
                <c:pt idx="11044">
                  <c:v>66610.66</c:v>
                </c:pt>
                <c:pt idx="11045">
                  <c:v>104954.64</c:v>
                </c:pt>
                <c:pt idx="11046">
                  <c:v>49782.28</c:v>
                </c:pt>
                <c:pt idx="11047">
                  <c:v>24238.49</c:v>
                </c:pt>
                <c:pt idx="11048">
                  <c:v>52822.77</c:v>
                </c:pt>
                <c:pt idx="11049">
                  <c:v>38754.29</c:v>
                </c:pt>
                <c:pt idx="11050">
                  <c:v>8287.84</c:v>
                </c:pt>
                <c:pt idx="11051">
                  <c:v>3777.21</c:v>
                </c:pt>
                <c:pt idx="11052">
                  <c:v>4249.3900000000003</c:v>
                </c:pt>
                <c:pt idx="11053">
                  <c:v>7557.05</c:v>
                </c:pt>
                <c:pt idx="11054">
                  <c:v>69052.95</c:v>
                </c:pt>
                <c:pt idx="11055">
                  <c:v>11958.07</c:v>
                </c:pt>
                <c:pt idx="11056">
                  <c:v>22928.22</c:v>
                </c:pt>
                <c:pt idx="11057">
                  <c:v>22883.95</c:v>
                </c:pt>
                <c:pt idx="11058">
                  <c:v>46916.99</c:v>
                </c:pt>
                <c:pt idx="11059">
                  <c:v>22633.17</c:v>
                </c:pt>
                <c:pt idx="11060">
                  <c:v>45631.99</c:v>
                </c:pt>
                <c:pt idx="11061">
                  <c:v>22527.54</c:v>
                </c:pt>
                <c:pt idx="11062">
                  <c:v>26320.46</c:v>
                </c:pt>
                <c:pt idx="11063">
                  <c:v>37358.160000000003</c:v>
                </c:pt>
                <c:pt idx="11064">
                  <c:v>47197.77</c:v>
                </c:pt>
                <c:pt idx="11065">
                  <c:v>22308.99</c:v>
                </c:pt>
                <c:pt idx="11066">
                  <c:v>9573.48</c:v>
                </c:pt>
                <c:pt idx="11067">
                  <c:v>32779.07</c:v>
                </c:pt>
                <c:pt idx="11068">
                  <c:v>43353.03</c:v>
                </c:pt>
                <c:pt idx="11069">
                  <c:v>10957.18</c:v>
                </c:pt>
                <c:pt idx="11070">
                  <c:v>25560.62</c:v>
                </c:pt>
                <c:pt idx="11071">
                  <c:v>30586.58</c:v>
                </c:pt>
                <c:pt idx="11072">
                  <c:v>25330.23</c:v>
                </c:pt>
                <c:pt idx="11073">
                  <c:v>62527.99</c:v>
                </c:pt>
                <c:pt idx="11074">
                  <c:v>25667.4</c:v>
                </c:pt>
                <c:pt idx="11075">
                  <c:v>18519.060000000001</c:v>
                </c:pt>
                <c:pt idx="11076">
                  <c:v>20524.650000000001</c:v>
                </c:pt>
                <c:pt idx="11077">
                  <c:v>29293.74</c:v>
                </c:pt>
                <c:pt idx="11078">
                  <c:v>23185.279999999999</c:v>
                </c:pt>
                <c:pt idx="11079">
                  <c:v>59871.61</c:v>
                </c:pt>
                <c:pt idx="11080">
                  <c:v>14622.62</c:v>
                </c:pt>
                <c:pt idx="11081">
                  <c:v>42125.41</c:v>
                </c:pt>
                <c:pt idx="11082">
                  <c:v>42279.11</c:v>
                </c:pt>
                <c:pt idx="11083">
                  <c:v>3514.07</c:v>
                </c:pt>
                <c:pt idx="11084">
                  <c:v>68753.850000000006</c:v>
                </c:pt>
                <c:pt idx="11085">
                  <c:v>17200.13</c:v>
                </c:pt>
                <c:pt idx="11086">
                  <c:v>32127.52</c:v>
                </c:pt>
                <c:pt idx="11087">
                  <c:v>47865.919999999998</c:v>
                </c:pt>
                <c:pt idx="11088">
                  <c:v>68386.83</c:v>
                </c:pt>
                <c:pt idx="11089">
                  <c:v>41430.9</c:v>
                </c:pt>
                <c:pt idx="11090">
                  <c:v>69014.81</c:v>
                </c:pt>
                <c:pt idx="11091">
                  <c:v>14812.88</c:v>
                </c:pt>
                <c:pt idx="11092">
                  <c:v>3473.35</c:v>
                </c:pt>
                <c:pt idx="11093">
                  <c:v>32842.69</c:v>
                </c:pt>
                <c:pt idx="11094">
                  <c:v>8173.39</c:v>
                </c:pt>
                <c:pt idx="11095">
                  <c:v>8307.6</c:v>
                </c:pt>
                <c:pt idx="11096">
                  <c:v>71936.02</c:v>
                </c:pt>
                <c:pt idx="11097">
                  <c:v>40684.82</c:v>
                </c:pt>
                <c:pt idx="11098">
                  <c:v>28054.59</c:v>
                </c:pt>
                <c:pt idx="11099">
                  <c:v>33406.699999999997</c:v>
                </c:pt>
                <c:pt idx="11100">
                  <c:v>73983.59</c:v>
                </c:pt>
                <c:pt idx="11101">
                  <c:v>27238.01</c:v>
                </c:pt>
                <c:pt idx="11102">
                  <c:v>41088.69</c:v>
                </c:pt>
                <c:pt idx="11103">
                  <c:v>3260.12</c:v>
                </c:pt>
                <c:pt idx="11104">
                  <c:v>5519.89</c:v>
                </c:pt>
                <c:pt idx="11105">
                  <c:v>9275.31</c:v>
                </c:pt>
                <c:pt idx="11106">
                  <c:v>21302.82</c:v>
                </c:pt>
                <c:pt idx="11107">
                  <c:v>2649.97</c:v>
                </c:pt>
                <c:pt idx="11108">
                  <c:v>54840.32</c:v>
                </c:pt>
                <c:pt idx="11109">
                  <c:v>18866.189999999999</c:v>
                </c:pt>
                <c:pt idx="11110">
                  <c:v>41348.870000000003</c:v>
                </c:pt>
                <c:pt idx="11111">
                  <c:v>8750.9500000000007</c:v>
                </c:pt>
                <c:pt idx="11112">
                  <c:v>82089.11</c:v>
                </c:pt>
                <c:pt idx="11113">
                  <c:v>20853.669999999998</c:v>
                </c:pt>
                <c:pt idx="11114">
                  <c:v>20659.11</c:v>
                </c:pt>
                <c:pt idx="11115">
                  <c:v>49458.73</c:v>
                </c:pt>
                <c:pt idx="11116">
                  <c:v>2396.2199999999998</c:v>
                </c:pt>
                <c:pt idx="11117">
                  <c:v>12954.72</c:v>
                </c:pt>
                <c:pt idx="11118">
                  <c:v>3460.59</c:v>
                </c:pt>
                <c:pt idx="11119">
                  <c:v>19492.87</c:v>
                </c:pt>
                <c:pt idx="11120">
                  <c:v>34993.56</c:v>
                </c:pt>
                <c:pt idx="11121">
                  <c:v>43378.02</c:v>
                </c:pt>
                <c:pt idx="11122">
                  <c:v>5946.76</c:v>
                </c:pt>
                <c:pt idx="11123">
                  <c:v>38720.480000000003</c:v>
                </c:pt>
                <c:pt idx="11124">
                  <c:v>86739.75</c:v>
                </c:pt>
                <c:pt idx="11125">
                  <c:v>79150.509999999995</c:v>
                </c:pt>
                <c:pt idx="11126">
                  <c:v>49810.82</c:v>
                </c:pt>
                <c:pt idx="11127">
                  <c:v>23869.360000000001</c:v>
                </c:pt>
                <c:pt idx="11128">
                  <c:v>3325.83</c:v>
                </c:pt>
                <c:pt idx="11129">
                  <c:v>42035.58</c:v>
                </c:pt>
                <c:pt idx="11130">
                  <c:v>14370.62</c:v>
                </c:pt>
                <c:pt idx="11131">
                  <c:v>7753.46</c:v>
                </c:pt>
                <c:pt idx="11132">
                  <c:v>59566.5</c:v>
                </c:pt>
                <c:pt idx="11133">
                  <c:v>41742.559999999998</c:v>
                </c:pt>
                <c:pt idx="11134">
                  <c:v>47356.41</c:v>
                </c:pt>
                <c:pt idx="11135">
                  <c:v>30310.880000000001</c:v>
                </c:pt>
                <c:pt idx="11136">
                  <c:v>47088.88</c:v>
                </c:pt>
                <c:pt idx="11137">
                  <c:v>17300.52</c:v>
                </c:pt>
                <c:pt idx="11138">
                  <c:v>55355.01</c:v>
                </c:pt>
                <c:pt idx="11139">
                  <c:v>45064.31</c:v>
                </c:pt>
                <c:pt idx="11140">
                  <c:v>6211.08</c:v>
                </c:pt>
                <c:pt idx="11141">
                  <c:v>29983.25</c:v>
                </c:pt>
                <c:pt idx="11142">
                  <c:v>13297.52</c:v>
                </c:pt>
                <c:pt idx="11143">
                  <c:v>68940.5</c:v>
                </c:pt>
                <c:pt idx="11144">
                  <c:v>42130.81</c:v>
                </c:pt>
                <c:pt idx="11145">
                  <c:v>16832.189999999999</c:v>
                </c:pt>
                <c:pt idx="11146">
                  <c:v>45021.23</c:v>
                </c:pt>
                <c:pt idx="11147">
                  <c:v>54511.1</c:v>
                </c:pt>
                <c:pt idx="11148">
                  <c:v>20446.400000000001</c:v>
                </c:pt>
                <c:pt idx="11149">
                  <c:v>8046.93</c:v>
                </c:pt>
                <c:pt idx="11150">
                  <c:v>9502.82</c:v>
                </c:pt>
                <c:pt idx="11151">
                  <c:v>66969.009999999995</c:v>
                </c:pt>
                <c:pt idx="11152">
                  <c:v>15555.94</c:v>
                </c:pt>
                <c:pt idx="11153">
                  <c:v>25039.01</c:v>
                </c:pt>
                <c:pt idx="11154">
                  <c:v>79236.55</c:v>
                </c:pt>
                <c:pt idx="11155">
                  <c:v>55683.53</c:v>
                </c:pt>
                <c:pt idx="11156">
                  <c:v>24353.91</c:v>
                </c:pt>
                <c:pt idx="11157">
                  <c:v>15208.33</c:v>
                </c:pt>
                <c:pt idx="11158">
                  <c:v>33917.75</c:v>
                </c:pt>
                <c:pt idx="11159">
                  <c:v>18176.79</c:v>
                </c:pt>
                <c:pt idx="11160">
                  <c:v>32801.54</c:v>
                </c:pt>
                <c:pt idx="11161">
                  <c:v>79013.97</c:v>
                </c:pt>
                <c:pt idx="11162">
                  <c:v>26087.75</c:v>
                </c:pt>
                <c:pt idx="11163">
                  <c:v>2364.5100000000002</c:v>
                </c:pt>
                <c:pt idx="11164">
                  <c:v>70008.33</c:v>
                </c:pt>
                <c:pt idx="11165">
                  <c:v>62161.26</c:v>
                </c:pt>
                <c:pt idx="11166">
                  <c:v>12837.56</c:v>
                </c:pt>
                <c:pt idx="11167">
                  <c:v>9997.6</c:v>
                </c:pt>
                <c:pt idx="11168">
                  <c:v>25684.91</c:v>
                </c:pt>
                <c:pt idx="11169">
                  <c:v>72478.559999999998</c:v>
                </c:pt>
                <c:pt idx="11170">
                  <c:v>20151.240000000002</c:v>
                </c:pt>
                <c:pt idx="11171">
                  <c:v>26072.99</c:v>
                </c:pt>
                <c:pt idx="11172">
                  <c:v>24920.03</c:v>
                </c:pt>
                <c:pt idx="11173">
                  <c:v>11683.95</c:v>
                </c:pt>
                <c:pt idx="11174">
                  <c:v>16445.400000000001</c:v>
                </c:pt>
                <c:pt idx="11175">
                  <c:v>32357.68</c:v>
                </c:pt>
                <c:pt idx="11176">
                  <c:v>26747.200000000001</c:v>
                </c:pt>
                <c:pt idx="11177">
                  <c:v>32278.65</c:v>
                </c:pt>
                <c:pt idx="11178">
                  <c:v>16932.55</c:v>
                </c:pt>
                <c:pt idx="11179">
                  <c:v>10477</c:v>
                </c:pt>
                <c:pt idx="11180">
                  <c:v>10402.4</c:v>
                </c:pt>
                <c:pt idx="11181">
                  <c:v>8591.4699999999993</c:v>
                </c:pt>
                <c:pt idx="11182">
                  <c:v>38549.949999999997</c:v>
                </c:pt>
                <c:pt idx="11183">
                  <c:v>10198.76</c:v>
                </c:pt>
                <c:pt idx="11184">
                  <c:v>52777.4</c:v>
                </c:pt>
                <c:pt idx="11185">
                  <c:v>59502.32</c:v>
                </c:pt>
                <c:pt idx="11186">
                  <c:v>61343.29</c:v>
                </c:pt>
                <c:pt idx="11187">
                  <c:v>39688.53</c:v>
                </c:pt>
                <c:pt idx="11188">
                  <c:v>47275.27</c:v>
                </c:pt>
                <c:pt idx="11189">
                  <c:v>19743.38</c:v>
                </c:pt>
                <c:pt idx="11190">
                  <c:v>89622.75</c:v>
                </c:pt>
                <c:pt idx="11191">
                  <c:v>43182.14</c:v>
                </c:pt>
                <c:pt idx="11192">
                  <c:v>17799.86</c:v>
                </c:pt>
                <c:pt idx="11193">
                  <c:v>18962.689999999999</c:v>
                </c:pt>
                <c:pt idx="11194">
                  <c:v>22748.01</c:v>
                </c:pt>
                <c:pt idx="11195">
                  <c:v>14572.95</c:v>
                </c:pt>
                <c:pt idx="11196">
                  <c:v>33310.28</c:v>
                </c:pt>
                <c:pt idx="11197">
                  <c:v>27627.48</c:v>
                </c:pt>
                <c:pt idx="11198">
                  <c:v>82806.28</c:v>
                </c:pt>
                <c:pt idx="11199">
                  <c:v>32571.69</c:v>
                </c:pt>
                <c:pt idx="11200">
                  <c:v>74814.89</c:v>
                </c:pt>
                <c:pt idx="11201">
                  <c:v>63313.27</c:v>
                </c:pt>
                <c:pt idx="11202">
                  <c:v>68194.48</c:v>
                </c:pt>
                <c:pt idx="11203">
                  <c:v>5596.66</c:v>
                </c:pt>
                <c:pt idx="11204">
                  <c:v>19487.71</c:v>
                </c:pt>
                <c:pt idx="11205">
                  <c:v>4549.63</c:v>
                </c:pt>
                <c:pt idx="11206">
                  <c:v>41972.6</c:v>
                </c:pt>
                <c:pt idx="11207">
                  <c:v>41634.370000000003</c:v>
                </c:pt>
                <c:pt idx="11208">
                  <c:v>34453.760000000002</c:v>
                </c:pt>
                <c:pt idx="11209">
                  <c:v>68392.479999999996</c:v>
                </c:pt>
                <c:pt idx="11210">
                  <c:v>44576.18</c:v>
                </c:pt>
                <c:pt idx="11211">
                  <c:v>16266.5</c:v>
                </c:pt>
                <c:pt idx="11212">
                  <c:v>18547.28</c:v>
                </c:pt>
                <c:pt idx="11213">
                  <c:v>28532.26</c:v>
                </c:pt>
                <c:pt idx="11214">
                  <c:v>18042.09</c:v>
                </c:pt>
                <c:pt idx="11215">
                  <c:v>67983.55</c:v>
                </c:pt>
                <c:pt idx="11216">
                  <c:v>45149.96</c:v>
                </c:pt>
                <c:pt idx="11217">
                  <c:v>13168.48</c:v>
                </c:pt>
                <c:pt idx="11218">
                  <c:v>86711.4</c:v>
                </c:pt>
                <c:pt idx="11219">
                  <c:v>6938.8</c:v>
                </c:pt>
                <c:pt idx="11220">
                  <c:v>20293.830000000002</c:v>
                </c:pt>
                <c:pt idx="11221">
                  <c:v>48329.3</c:v>
                </c:pt>
                <c:pt idx="11222">
                  <c:v>28929.439999999999</c:v>
                </c:pt>
                <c:pt idx="11223">
                  <c:v>31380.99</c:v>
                </c:pt>
                <c:pt idx="11224">
                  <c:v>7100.44</c:v>
                </c:pt>
                <c:pt idx="11225">
                  <c:v>26556.68</c:v>
                </c:pt>
                <c:pt idx="11226">
                  <c:v>1344.36</c:v>
                </c:pt>
                <c:pt idx="11227">
                  <c:v>15035.45</c:v>
                </c:pt>
                <c:pt idx="11228">
                  <c:v>3776.86</c:v>
                </c:pt>
                <c:pt idx="11229">
                  <c:v>34822.83</c:v>
                </c:pt>
                <c:pt idx="11230">
                  <c:v>5240.55</c:v>
                </c:pt>
                <c:pt idx="11231">
                  <c:v>29554.21</c:v>
                </c:pt>
                <c:pt idx="11232">
                  <c:v>19066.95</c:v>
                </c:pt>
                <c:pt idx="11233">
                  <c:v>28733.13</c:v>
                </c:pt>
                <c:pt idx="11234">
                  <c:v>36991.919999999998</c:v>
                </c:pt>
                <c:pt idx="11235">
                  <c:v>23006.59</c:v>
                </c:pt>
                <c:pt idx="11236">
                  <c:v>18555.080000000002</c:v>
                </c:pt>
                <c:pt idx="11237">
                  <c:v>35185.410000000003</c:v>
                </c:pt>
                <c:pt idx="11238">
                  <c:v>48346.32</c:v>
                </c:pt>
                <c:pt idx="11239">
                  <c:v>9255.9</c:v>
                </c:pt>
                <c:pt idx="11240">
                  <c:v>26833.46</c:v>
                </c:pt>
                <c:pt idx="11241">
                  <c:v>18141.919999999998</c:v>
                </c:pt>
                <c:pt idx="11242">
                  <c:v>2450.8200000000002</c:v>
                </c:pt>
                <c:pt idx="11243">
                  <c:v>51362.07</c:v>
                </c:pt>
                <c:pt idx="11244">
                  <c:v>88830.32</c:v>
                </c:pt>
                <c:pt idx="11245">
                  <c:v>11670.31</c:v>
                </c:pt>
                <c:pt idx="11246">
                  <c:v>71971.009999999995</c:v>
                </c:pt>
                <c:pt idx="11247">
                  <c:v>56507.05</c:v>
                </c:pt>
                <c:pt idx="11248">
                  <c:v>40691.599999999999</c:v>
                </c:pt>
                <c:pt idx="11249">
                  <c:v>14755.86</c:v>
                </c:pt>
                <c:pt idx="11250">
                  <c:v>52372.160000000003</c:v>
                </c:pt>
                <c:pt idx="11251">
                  <c:v>6773.16</c:v>
                </c:pt>
                <c:pt idx="11252">
                  <c:v>3443.79</c:v>
                </c:pt>
                <c:pt idx="11253">
                  <c:v>60060.23</c:v>
                </c:pt>
                <c:pt idx="11254">
                  <c:v>2901.75</c:v>
                </c:pt>
                <c:pt idx="11255">
                  <c:v>18467.86</c:v>
                </c:pt>
                <c:pt idx="11256">
                  <c:v>62542.62</c:v>
                </c:pt>
                <c:pt idx="11257">
                  <c:v>77948.72</c:v>
                </c:pt>
                <c:pt idx="11258">
                  <c:v>64779.54</c:v>
                </c:pt>
                <c:pt idx="11259">
                  <c:v>29270.18</c:v>
                </c:pt>
                <c:pt idx="11260">
                  <c:v>46141.1</c:v>
                </c:pt>
                <c:pt idx="11261">
                  <c:v>67836.539999999994</c:v>
                </c:pt>
                <c:pt idx="11262">
                  <c:v>10769.69</c:v>
                </c:pt>
                <c:pt idx="11263">
                  <c:v>41641.43</c:v>
                </c:pt>
                <c:pt idx="11264">
                  <c:v>2593.04</c:v>
                </c:pt>
                <c:pt idx="11265">
                  <c:v>1898.73</c:v>
                </c:pt>
                <c:pt idx="11266">
                  <c:v>46162.87</c:v>
                </c:pt>
                <c:pt idx="11267">
                  <c:v>20086.599999999999</c:v>
                </c:pt>
                <c:pt idx="11268">
                  <c:v>62603.31</c:v>
                </c:pt>
                <c:pt idx="11269">
                  <c:v>24288.94</c:v>
                </c:pt>
                <c:pt idx="11270">
                  <c:v>2098.0700000000002</c:v>
                </c:pt>
                <c:pt idx="11271">
                  <c:v>47181.75</c:v>
                </c:pt>
                <c:pt idx="11272">
                  <c:v>18692.52</c:v>
                </c:pt>
                <c:pt idx="11273">
                  <c:v>6663.5</c:v>
                </c:pt>
                <c:pt idx="11274">
                  <c:v>10453.129999999999</c:v>
                </c:pt>
                <c:pt idx="11275">
                  <c:v>38439.760000000002</c:v>
                </c:pt>
                <c:pt idx="11276">
                  <c:v>35033.71</c:v>
                </c:pt>
                <c:pt idx="11277">
                  <c:v>64568.28</c:v>
                </c:pt>
                <c:pt idx="11278">
                  <c:v>44854.18</c:v>
                </c:pt>
                <c:pt idx="11279">
                  <c:v>43198.22</c:v>
                </c:pt>
                <c:pt idx="11280">
                  <c:v>3365.78</c:v>
                </c:pt>
                <c:pt idx="11281">
                  <c:v>30546.81</c:v>
                </c:pt>
                <c:pt idx="11282">
                  <c:v>31373.5</c:v>
                </c:pt>
                <c:pt idx="11283">
                  <c:v>39075.39</c:v>
                </c:pt>
                <c:pt idx="11284">
                  <c:v>36349.61</c:v>
                </c:pt>
                <c:pt idx="11285">
                  <c:v>75295.25</c:v>
                </c:pt>
                <c:pt idx="11286">
                  <c:v>16773.91</c:v>
                </c:pt>
                <c:pt idx="11287">
                  <c:v>47145.1</c:v>
                </c:pt>
                <c:pt idx="11288">
                  <c:v>12224.02</c:v>
                </c:pt>
                <c:pt idx="11289">
                  <c:v>18030.77</c:v>
                </c:pt>
                <c:pt idx="11290">
                  <c:v>15179.15</c:v>
                </c:pt>
                <c:pt idx="11291">
                  <c:v>1199.9000000000001</c:v>
                </c:pt>
                <c:pt idx="11292">
                  <c:v>47077.85</c:v>
                </c:pt>
                <c:pt idx="11293">
                  <c:v>82754.490000000005</c:v>
                </c:pt>
                <c:pt idx="11294">
                  <c:v>67461</c:v>
                </c:pt>
                <c:pt idx="11295">
                  <c:v>63998.05</c:v>
                </c:pt>
                <c:pt idx="11296">
                  <c:v>33854.89</c:v>
                </c:pt>
                <c:pt idx="11297">
                  <c:v>20982.09</c:v>
                </c:pt>
                <c:pt idx="11298">
                  <c:v>9456.59</c:v>
                </c:pt>
                <c:pt idx="11299">
                  <c:v>71474.42</c:v>
                </c:pt>
                <c:pt idx="11300">
                  <c:v>34574.46</c:v>
                </c:pt>
                <c:pt idx="11301">
                  <c:v>7780.91</c:v>
                </c:pt>
                <c:pt idx="11302">
                  <c:v>16074.2</c:v>
                </c:pt>
                <c:pt idx="11303">
                  <c:v>51860.18</c:v>
                </c:pt>
                <c:pt idx="11304">
                  <c:v>36610.94</c:v>
                </c:pt>
                <c:pt idx="11305">
                  <c:v>4613.16</c:v>
                </c:pt>
                <c:pt idx="11306">
                  <c:v>11560.65</c:v>
                </c:pt>
                <c:pt idx="11307">
                  <c:v>81765.919999999998</c:v>
                </c:pt>
                <c:pt idx="11308">
                  <c:v>12069.67</c:v>
                </c:pt>
                <c:pt idx="11309">
                  <c:v>2173.34</c:v>
                </c:pt>
                <c:pt idx="11310">
                  <c:v>3989.25</c:v>
                </c:pt>
                <c:pt idx="11311">
                  <c:v>21844.3</c:v>
                </c:pt>
                <c:pt idx="11312">
                  <c:v>62152.86</c:v>
                </c:pt>
                <c:pt idx="11313">
                  <c:v>13453.4</c:v>
                </c:pt>
                <c:pt idx="11314">
                  <c:v>16872.2</c:v>
                </c:pt>
                <c:pt idx="11315">
                  <c:v>1285.4100000000001</c:v>
                </c:pt>
                <c:pt idx="11316">
                  <c:v>29897.82</c:v>
                </c:pt>
                <c:pt idx="11317">
                  <c:v>19321.849999999999</c:v>
                </c:pt>
                <c:pt idx="11318">
                  <c:v>1096.69</c:v>
                </c:pt>
                <c:pt idx="11319">
                  <c:v>82448.27</c:v>
                </c:pt>
                <c:pt idx="11320">
                  <c:v>29603.07</c:v>
                </c:pt>
                <c:pt idx="11321">
                  <c:v>7757.19</c:v>
                </c:pt>
                <c:pt idx="11322">
                  <c:v>87753.23</c:v>
                </c:pt>
                <c:pt idx="11323">
                  <c:v>47831.6</c:v>
                </c:pt>
                <c:pt idx="11324">
                  <c:v>27867.94</c:v>
                </c:pt>
                <c:pt idx="11325">
                  <c:v>30206.98</c:v>
                </c:pt>
                <c:pt idx="11326">
                  <c:v>38976.17</c:v>
                </c:pt>
                <c:pt idx="11327">
                  <c:v>22482.639999999999</c:v>
                </c:pt>
                <c:pt idx="11328">
                  <c:v>61635.32</c:v>
                </c:pt>
                <c:pt idx="11329">
                  <c:v>6464.49</c:v>
                </c:pt>
                <c:pt idx="11330">
                  <c:v>67850.240000000005</c:v>
                </c:pt>
                <c:pt idx="11331">
                  <c:v>7358.01</c:v>
                </c:pt>
                <c:pt idx="11332">
                  <c:v>74332.570000000007</c:v>
                </c:pt>
                <c:pt idx="11333">
                  <c:v>8965.67</c:v>
                </c:pt>
                <c:pt idx="11334">
                  <c:v>14256.96</c:v>
                </c:pt>
                <c:pt idx="11335">
                  <c:v>14270.17</c:v>
                </c:pt>
                <c:pt idx="11336">
                  <c:v>94730.48</c:v>
                </c:pt>
                <c:pt idx="11337">
                  <c:v>18504.990000000002</c:v>
                </c:pt>
                <c:pt idx="11338">
                  <c:v>18794.53</c:v>
                </c:pt>
                <c:pt idx="11339">
                  <c:v>14963.03</c:v>
                </c:pt>
                <c:pt idx="11340">
                  <c:v>40161.94</c:v>
                </c:pt>
                <c:pt idx="11341">
                  <c:v>74089.429999999993</c:v>
                </c:pt>
                <c:pt idx="11342">
                  <c:v>37847.379999999997</c:v>
                </c:pt>
                <c:pt idx="11343">
                  <c:v>20274.38</c:v>
                </c:pt>
                <c:pt idx="11344">
                  <c:v>28676.240000000002</c:v>
                </c:pt>
                <c:pt idx="11345">
                  <c:v>76065.88</c:v>
                </c:pt>
                <c:pt idx="11346">
                  <c:v>12111.33</c:v>
                </c:pt>
                <c:pt idx="11347">
                  <c:v>14010.61</c:v>
                </c:pt>
                <c:pt idx="11348">
                  <c:v>38228.080000000002</c:v>
                </c:pt>
                <c:pt idx="11349">
                  <c:v>32692.97</c:v>
                </c:pt>
                <c:pt idx="11350">
                  <c:v>6608.94</c:v>
                </c:pt>
                <c:pt idx="11351">
                  <c:v>56349.97</c:v>
                </c:pt>
                <c:pt idx="11352">
                  <c:v>8705.86</c:v>
                </c:pt>
                <c:pt idx="11353">
                  <c:v>4161.3999999999996</c:v>
                </c:pt>
                <c:pt idx="11354">
                  <c:v>10246.92</c:v>
                </c:pt>
                <c:pt idx="11355">
                  <c:v>54164.57</c:v>
                </c:pt>
                <c:pt idx="11356">
                  <c:v>34946.99</c:v>
                </c:pt>
                <c:pt idx="11357">
                  <c:v>39652.769999999997</c:v>
                </c:pt>
                <c:pt idx="11358">
                  <c:v>8419.51</c:v>
                </c:pt>
                <c:pt idx="11359">
                  <c:v>6782.06</c:v>
                </c:pt>
                <c:pt idx="11360">
                  <c:v>32429.63</c:v>
                </c:pt>
                <c:pt idx="11361">
                  <c:v>25250.400000000001</c:v>
                </c:pt>
                <c:pt idx="11362">
                  <c:v>1966.09</c:v>
                </c:pt>
                <c:pt idx="11363">
                  <c:v>22033.87</c:v>
                </c:pt>
                <c:pt idx="11364">
                  <c:v>28504.13</c:v>
                </c:pt>
                <c:pt idx="11365">
                  <c:v>20694.46</c:v>
                </c:pt>
                <c:pt idx="11366">
                  <c:v>3954.7</c:v>
                </c:pt>
                <c:pt idx="11367">
                  <c:v>51598.91</c:v>
                </c:pt>
                <c:pt idx="11368">
                  <c:v>8096.76</c:v>
                </c:pt>
                <c:pt idx="11369">
                  <c:v>7127.31</c:v>
                </c:pt>
                <c:pt idx="11370">
                  <c:v>23622.54</c:v>
                </c:pt>
                <c:pt idx="11371">
                  <c:v>20291.669999999998</c:v>
                </c:pt>
                <c:pt idx="11372">
                  <c:v>26681.81</c:v>
                </c:pt>
                <c:pt idx="11373">
                  <c:v>41644.639999999999</c:v>
                </c:pt>
                <c:pt idx="11374">
                  <c:v>31812.06</c:v>
                </c:pt>
                <c:pt idx="11375">
                  <c:v>61671.96</c:v>
                </c:pt>
                <c:pt idx="11376">
                  <c:v>16192.39</c:v>
                </c:pt>
                <c:pt idx="11377">
                  <c:v>27979.85</c:v>
                </c:pt>
                <c:pt idx="11378">
                  <c:v>25631.24</c:v>
                </c:pt>
                <c:pt idx="11379">
                  <c:v>73012.11</c:v>
                </c:pt>
                <c:pt idx="11380">
                  <c:v>6656.54</c:v>
                </c:pt>
                <c:pt idx="11381">
                  <c:v>24828.39</c:v>
                </c:pt>
                <c:pt idx="11382">
                  <c:v>82014.28</c:v>
                </c:pt>
                <c:pt idx="11383">
                  <c:v>7331.22</c:v>
                </c:pt>
                <c:pt idx="11384">
                  <c:v>19492.68</c:v>
                </c:pt>
                <c:pt idx="11385">
                  <c:v>32049.23</c:v>
                </c:pt>
                <c:pt idx="11386">
                  <c:v>11063.11</c:v>
                </c:pt>
                <c:pt idx="11387">
                  <c:v>40708.71</c:v>
                </c:pt>
                <c:pt idx="11388">
                  <c:v>53895.74</c:v>
                </c:pt>
                <c:pt idx="11389">
                  <c:v>24527.16</c:v>
                </c:pt>
                <c:pt idx="11390">
                  <c:v>59531.6</c:v>
                </c:pt>
                <c:pt idx="11391">
                  <c:v>15077.79</c:v>
                </c:pt>
                <c:pt idx="11392">
                  <c:v>40835.68</c:v>
                </c:pt>
                <c:pt idx="11393">
                  <c:v>18711.599999999999</c:v>
                </c:pt>
                <c:pt idx="11394">
                  <c:v>38822.699999999997</c:v>
                </c:pt>
                <c:pt idx="11395">
                  <c:v>30208</c:v>
                </c:pt>
                <c:pt idx="11396">
                  <c:v>85851.45</c:v>
                </c:pt>
                <c:pt idx="11397">
                  <c:v>31682.11</c:v>
                </c:pt>
                <c:pt idx="11398">
                  <c:v>52668.32</c:v>
                </c:pt>
                <c:pt idx="11399">
                  <c:v>39624.800000000003</c:v>
                </c:pt>
                <c:pt idx="11400">
                  <c:v>78450.210000000006</c:v>
                </c:pt>
                <c:pt idx="11401">
                  <c:v>6118.81</c:v>
                </c:pt>
                <c:pt idx="11402">
                  <c:v>71283.05</c:v>
                </c:pt>
                <c:pt idx="11403">
                  <c:v>19332.43</c:v>
                </c:pt>
                <c:pt idx="11404">
                  <c:v>24564.39</c:v>
                </c:pt>
                <c:pt idx="11405">
                  <c:v>11218.83</c:v>
                </c:pt>
                <c:pt idx="11406">
                  <c:v>12509.87</c:v>
                </c:pt>
                <c:pt idx="11407">
                  <c:v>8564.0300000000007</c:v>
                </c:pt>
                <c:pt idx="11408">
                  <c:v>42617.72</c:v>
                </c:pt>
                <c:pt idx="11409">
                  <c:v>75098.210000000006</c:v>
                </c:pt>
                <c:pt idx="11410">
                  <c:v>21802.85</c:v>
                </c:pt>
                <c:pt idx="11411">
                  <c:v>29148.240000000002</c:v>
                </c:pt>
                <c:pt idx="11412">
                  <c:v>9762.83</c:v>
                </c:pt>
                <c:pt idx="11413">
                  <c:v>1600.97</c:v>
                </c:pt>
                <c:pt idx="11414">
                  <c:v>68444.23</c:v>
                </c:pt>
                <c:pt idx="11415">
                  <c:v>47756.52</c:v>
                </c:pt>
                <c:pt idx="11416">
                  <c:v>37389.199999999997</c:v>
                </c:pt>
                <c:pt idx="11417">
                  <c:v>58334.94</c:v>
                </c:pt>
                <c:pt idx="11418">
                  <c:v>89476.28</c:v>
                </c:pt>
                <c:pt idx="11419">
                  <c:v>79212.59</c:v>
                </c:pt>
                <c:pt idx="11420">
                  <c:v>21195.200000000001</c:v>
                </c:pt>
                <c:pt idx="11421">
                  <c:v>11977.43</c:v>
                </c:pt>
                <c:pt idx="11422">
                  <c:v>12650.3</c:v>
                </c:pt>
                <c:pt idx="11423">
                  <c:v>8391.94</c:v>
                </c:pt>
                <c:pt idx="11424">
                  <c:v>25296.76</c:v>
                </c:pt>
                <c:pt idx="11425">
                  <c:v>7192.37</c:v>
                </c:pt>
                <c:pt idx="11426">
                  <c:v>27303.19</c:v>
                </c:pt>
                <c:pt idx="11427">
                  <c:v>54608.4</c:v>
                </c:pt>
                <c:pt idx="11428">
                  <c:v>5295.23</c:v>
                </c:pt>
                <c:pt idx="11429">
                  <c:v>5930.44</c:v>
                </c:pt>
                <c:pt idx="11430">
                  <c:v>10243.43</c:v>
                </c:pt>
                <c:pt idx="11431">
                  <c:v>52387.28</c:v>
                </c:pt>
                <c:pt idx="11432">
                  <c:v>23812.45</c:v>
                </c:pt>
                <c:pt idx="11433">
                  <c:v>7916.65</c:v>
                </c:pt>
                <c:pt idx="11434">
                  <c:v>35135.65</c:v>
                </c:pt>
                <c:pt idx="11435">
                  <c:v>32701.7</c:v>
                </c:pt>
                <c:pt idx="11436">
                  <c:v>39368.26</c:v>
                </c:pt>
                <c:pt idx="11437">
                  <c:v>22645.56</c:v>
                </c:pt>
                <c:pt idx="11438">
                  <c:v>61921.57</c:v>
                </c:pt>
                <c:pt idx="11439">
                  <c:v>23659.82</c:v>
                </c:pt>
                <c:pt idx="11440">
                  <c:v>27070.09</c:v>
                </c:pt>
                <c:pt idx="11441">
                  <c:v>8000.31</c:v>
                </c:pt>
                <c:pt idx="11442">
                  <c:v>12732.98</c:v>
                </c:pt>
                <c:pt idx="11443">
                  <c:v>16179.49</c:v>
                </c:pt>
                <c:pt idx="11444">
                  <c:v>13486.49</c:v>
                </c:pt>
                <c:pt idx="11445">
                  <c:v>18063.77</c:v>
                </c:pt>
                <c:pt idx="11446">
                  <c:v>26455.56</c:v>
                </c:pt>
                <c:pt idx="11447">
                  <c:v>41784.97</c:v>
                </c:pt>
                <c:pt idx="11448">
                  <c:v>28650.26</c:v>
                </c:pt>
                <c:pt idx="11449">
                  <c:v>77811.3</c:v>
                </c:pt>
                <c:pt idx="11450">
                  <c:v>15157.76</c:v>
                </c:pt>
                <c:pt idx="11451">
                  <c:v>14570.22</c:v>
                </c:pt>
                <c:pt idx="11452">
                  <c:v>18224.39</c:v>
                </c:pt>
                <c:pt idx="11453">
                  <c:v>68158.94</c:v>
                </c:pt>
                <c:pt idx="11454">
                  <c:v>5431.49</c:v>
                </c:pt>
                <c:pt idx="11455">
                  <c:v>9323.35</c:v>
                </c:pt>
                <c:pt idx="11456">
                  <c:v>14647.82</c:v>
                </c:pt>
                <c:pt idx="11457">
                  <c:v>10858.3</c:v>
                </c:pt>
                <c:pt idx="11458">
                  <c:v>17755.080000000002</c:v>
                </c:pt>
                <c:pt idx="11459">
                  <c:v>41054.92</c:v>
                </c:pt>
                <c:pt idx="11460">
                  <c:v>5992.19</c:v>
                </c:pt>
                <c:pt idx="11461">
                  <c:v>19413.189999999999</c:v>
                </c:pt>
                <c:pt idx="11462">
                  <c:v>26751.63</c:v>
                </c:pt>
                <c:pt idx="11463">
                  <c:v>68071.28</c:v>
                </c:pt>
                <c:pt idx="11464">
                  <c:v>41223.06</c:v>
                </c:pt>
                <c:pt idx="11465">
                  <c:v>6551.38</c:v>
                </c:pt>
                <c:pt idx="11466">
                  <c:v>36871.629999999997</c:v>
                </c:pt>
                <c:pt idx="11467">
                  <c:v>80393.8</c:v>
                </c:pt>
                <c:pt idx="11468">
                  <c:v>26341.77</c:v>
                </c:pt>
                <c:pt idx="11469">
                  <c:v>22225.98</c:v>
                </c:pt>
                <c:pt idx="11470">
                  <c:v>48535.199999999997</c:v>
                </c:pt>
                <c:pt idx="11471">
                  <c:v>3659.05</c:v>
                </c:pt>
                <c:pt idx="11472">
                  <c:v>69366.210000000006</c:v>
                </c:pt>
                <c:pt idx="11473">
                  <c:v>1684.64</c:v>
                </c:pt>
                <c:pt idx="11474">
                  <c:v>45907.73</c:v>
                </c:pt>
                <c:pt idx="11475">
                  <c:v>34900.959999999999</c:v>
                </c:pt>
                <c:pt idx="11476">
                  <c:v>43459.98</c:v>
                </c:pt>
                <c:pt idx="11477">
                  <c:v>97426.559999999998</c:v>
                </c:pt>
                <c:pt idx="11478">
                  <c:v>47231.73</c:v>
                </c:pt>
                <c:pt idx="11479">
                  <c:v>38718.54</c:v>
                </c:pt>
                <c:pt idx="11480">
                  <c:v>88110.38</c:v>
                </c:pt>
                <c:pt idx="11481">
                  <c:v>14373.49</c:v>
                </c:pt>
                <c:pt idx="11482">
                  <c:v>9209.93</c:v>
                </c:pt>
                <c:pt idx="11483">
                  <c:v>45641.67</c:v>
                </c:pt>
                <c:pt idx="11484">
                  <c:v>21775.11</c:v>
                </c:pt>
                <c:pt idx="11485">
                  <c:v>13995.94</c:v>
                </c:pt>
                <c:pt idx="11486">
                  <c:v>91201.29</c:v>
                </c:pt>
                <c:pt idx="11487">
                  <c:v>6342.76</c:v>
                </c:pt>
                <c:pt idx="11488">
                  <c:v>36768.06</c:v>
                </c:pt>
                <c:pt idx="11489">
                  <c:v>72653.36</c:v>
                </c:pt>
                <c:pt idx="11490">
                  <c:v>62873.52</c:v>
                </c:pt>
                <c:pt idx="11491">
                  <c:v>16439.72</c:v>
                </c:pt>
                <c:pt idx="11492">
                  <c:v>35993.83</c:v>
                </c:pt>
                <c:pt idx="11493">
                  <c:v>19384.34</c:v>
                </c:pt>
                <c:pt idx="11494">
                  <c:v>28061.27</c:v>
                </c:pt>
                <c:pt idx="11495">
                  <c:v>36138.69</c:v>
                </c:pt>
                <c:pt idx="11496">
                  <c:v>3185.06</c:v>
                </c:pt>
                <c:pt idx="11497">
                  <c:v>88389.06</c:v>
                </c:pt>
                <c:pt idx="11498">
                  <c:v>10571.59</c:v>
                </c:pt>
                <c:pt idx="11499">
                  <c:v>5181.4399999999996</c:v>
                </c:pt>
                <c:pt idx="11500">
                  <c:v>16585.61</c:v>
                </c:pt>
                <c:pt idx="11501">
                  <c:v>57331.76</c:v>
                </c:pt>
                <c:pt idx="11502">
                  <c:v>18377.23</c:v>
                </c:pt>
                <c:pt idx="11503">
                  <c:v>25236.880000000001</c:v>
                </c:pt>
                <c:pt idx="11504">
                  <c:v>35152.33</c:v>
                </c:pt>
                <c:pt idx="11505">
                  <c:v>38681.58</c:v>
                </c:pt>
                <c:pt idx="11506">
                  <c:v>25775</c:v>
                </c:pt>
                <c:pt idx="11507">
                  <c:v>8773.41</c:v>
                </c:pt>
                <c:pt idx="11508">
                  <c:v>3111.08</c:v>
                </c:pt>
                <c:pt idx="11509">
                  <c:v>10258.209999999999</c:v>
                </c:pt>
                <c:pt idx="11510">
                  <c:v>60472.65</c:v>
                </c:pt>
                <c:pt idx="11511">
                  <c:v>51373.56</c:v>
                </c:pt>
                <c:pt idx="11512">
                  <c:v>6968.9</c:v>
                </c:pt>
                <c:pt idx="11513">
                  <c:v>4370.58</c:v>
                </c:pt>
                <c:pt idx="11514">
                  <c:v>21303.26</c:v>
                </c:pt>
                <c:pt idx="11515">
                  <c:v>22638.959999999999</c:v>
                </c:pt>
                <c:pt idx="11516">
                  <c:v>23108.9</c:v>
                </c:pt>
                <c:pt idx="11517">
                  <c:v>31288.07</c:v>
                </c:pt>
                <c:pt idx="11518">
                  <c:v>52457.58</c:v>
                </c:pt>
                <c:pt idx="11519">
                  <c:v>62763.19</c:v>
                </c:pt>
                <c:pt idx="11520">
                  <c:v>51407.68</c:v>
                </c:pt>
                <c:pt idx="11521">
                  <c:v>29140.52</c:v>
                </c:pt>
                <c:pt idx="11522">
                  <c:v>7157</c:v>
                </c:pt>
                <c:pt idx="11523">
                  <c:v>26232.59</c:v>
                </c:pt>
                <c:pt idx="11524">
                  <c:v>30904.55</c:v>
                </c:pt>
                <c:pt idx="11525">
                  <c:v>60107.21</c:v>
                </c:pt>
                <c:pt idx="11526">
                  <c:v>80767.64</c:v>
                </c:pt>
                <c:pt idx="11527">
                  <c:v>18543.919999999998</c:v>
                </c:pt>
                <c:pt idx="11528">
                  <c:v>6733.46</c:v>
                </c:pt>
                <c:pt idx="11529">
                  <c:v>39772.82</c:v>
                </c:pt>
                <c:pt idx="11530">
                  <c:v>21307.94</c:v>
                </c:pt>
                <c:pt idx="11531">
                  <c:v>11320.98</c:v>
                </c:pt>
                <c:pt idx="11532">
                  <c:v>9216.82</c:v>
                </c:pt>
                <c:pt idx="11533">
                  <c:v>10951.79</c:v>
                </c:pt>
                <c:pt idx="11534">
                  <c:v>31848.67</c:v>
                </c:pt>
                <c:pt idx="11535">
                  <c:v>12778.55</c:v>
                </c:pt>
                <c:pt idx="11536">
                  <c:v>10132.370000000001</c:v>
                </c:pt>
                <c:pt idx="11537">
                  <c:v>66572.990000000005</c:v>
                </c:pt>
                <c:pt idx="11538">
                  <c:v>8776.11</c:v>
                </c:pt>
                <c:pt idx="11539">
                  <c:v>74378.64</c:v>
                </c:pt>
                <c:pt idx="11540">
                  <c:v>17262.169999999998</c:v>
                </c:pt>
                <c:pt idx="11541">
                  <c:v>16046.76</c:v>
                </c:pt>
                <c:pt idx="11542">
                  <c:v>25613.13</c:v>
                </c:pt>
                <c:pt idx="11543">
                  <c:v>7969.41</c:v>
                </c:pt>
                <c:pt idx="11544">
                  <c:v>20633.7</c:v>
                </c:pt>
                <c:pt idx="11545">
                  <c:v>14043.61</c:v>
                </c:pt>
                <c:pt idx="11546">
                  <c:v>22561.75</c:v>
                </c:pt>
                <c:pt idx="11547">
                  <c:v>47872.49</c:v>
                </c:pt>
                <c:pt idx="11548">
                  <c:v>6488.14</c:v>
                </c:pt>
                <c:pt idx="11549">
                  <c:v>34110.980000000003</c:v>
                </c:pt>
                <c:pt idx="11550">
                  <c:v>27987.439999999999</c:v>
                </c:pt>
                <c:pt idx="11551">
                  <c:v>13991.64</c:v>
                </c:pt>
                <c:pt idx="11552">
                  <c:v>18909.86</c:v>
                </c:pt>
                <c:pt idx="11553">
                  <c:v>20830.419999999998</c:v>
                </c:pt>
                <c:pt idx="11554">
                  <c:v>25769.96</c:v>
                </c:pt>
                <c:pt idx="11555">
                  <c:v>19413.03</c:v>
                </c:pt>
                <c:pt idx="11556">
                  <c:v>6916.04</c:v>
                </c:pt>
                <c:pt idx="11557">
                  <c:v>20428.919999999998</c:v>
                </c:pt>
                <c:pt idx="11558">
                  <c:v>29720.720000000001</c:v>
                </c:pt>
                <c:pt idx="11559">
                  <c:v>33920.67</c:v>
                </c:pt>
                <c:pt idx="11560">
                  <c:v>66193.179999999993</c:v>
                </c:pt>
                <c:pt idx="11561">
                  <c:v>2959.02</c:v>
                </c:pt>
                <c:pt idx="11562">
                  <c:v>5204.3900000000003</c:v>
                </c:pt>
                <c:pt idx="11563">
                  <c:v>75786.69</c:v>
                </c:pt>
                <c:pt idx="11564">
                  <c:v>2311.4299999999998</c:v>
                </c:pt>
                <c:pt idx="11565">
                  <c:v>10157.92</c:v>
                </c:pt>
                <c:pt idx="11566">
                  <c:v>9378.18</c:v>
                </c:pt>
                <c:pt idx="11567">
                  <c:v>7237.8</c:v>
                </c:pt>
                <c:pt idx="11568">
                  <c:v>8853.6299999999992</c:v>
                </c:pt>
                <c:pt idx="11569">
                  <c:v>45091.54</c:v>
                </c:pt>
                <c:pt idx="11570">
                  <c:v>39211.120000000003</c:v>
                </c:pt>
                <c:pt idx="11571">
                  <c:v>34917.839999999997</c:v>
                </c:pt>
                <c:pt idx="11572">
                  <c:v>41234.300000000003</c:v>
                </c:pt>
                <c:pt idx="11573">
                  <c:v>17949.88</c:v>
                </c:pt>
                <c:pt idx="11574">
                  <c:v>11145.12</c:v>
                </c:pt>
                <c:pt idx="11575">
                  <c:v>8363.2900000000009</c:v>
                </c:pt>
                <c:pt idx="11576">
                  <c:v>9654.74</c:v>
                </c:pt>
                <c:pt idx="11577">
                  <c:v>19032.3</c:v>
                </c:pt>
                <c:pt idx="11578">
                  <c:v>18943.740000000002</c:v>
                </c:pt>
                <c:pt idx="11579">
                  <c:v>5102.99</c:v>
                </c:pt>
                <c:pt idx="11580">
                  <c:v>11867.37</c:v>
                </c:pt>
                <c:pt idx="11581">
                  <c:v>36318.949999999997</c:v>
                </c:pt>
                <c:pt idx="11582">
                  <c:v>104196.33</c:v>
                </c:pt>
                <c:pt idx="11583">
                  <c:v>92250.17</c:v>
                </c:pt>
                <c:pt idx="11584">
                  <c:v>96699.86</c:v>
                </c:pt>
                <c:pt idx="11585">
                  <c:v>6570.02</c:v>
                </c:pt>
                <c:pt idx="11586">
                  <c:v>25362.01</c:v>
                </c:pt>
                <c:pt idx="11587">
                  <c:v>67751.78</c:v>
                </c:pt>
                <c:pt idx="11588">
                  <c:v>35012.120000000003</c:v>
                </c:pt>
                <c:pt idx="11589">
                  <c:v>35842.86</c:v>
                </c:pt>
                <c:pt idx="11590">
                  <c:v>5773.97</c:v>
                </c:pt>
                <c:pt idx="11591">
                  <c:v>13992.05</c:v>
                </c:pt>
                <c:pt idx="11592">
                  <c:v>12277.6</c:v>
                </c:pt>
                <c:pt idx="11593">
                  <c:v>11223.39</c:v>
                </c:pt>
                <c:pt idx="11594">
                  <c:v>7866.77</c:v>
                </c:pt>
                <c:pt idx="11595">
                  <c:v>12601.23</c:v>
                </c:pt>
                <c:pt idx="11596">
                  <c:v>26821.87</c:v>
                </c:pt>
                <c:pt idx="11597">
                  <c:v>25679.22</c:v>
                </c:pt>
                <c:pt idx="11598">
                  <c:v>38438.07</c:v>
                </c:pt>
                <c:pt idx="11599">
                  <c:v>26554.5</c:v>
                </c:pt>
                <c:pt idx="11600">
                  <c:v>24716.19</c:v>
                </c:pt>
                <c:pt idx="11601">
                  <c:v>21072.35</c:v>
                </c:pt>
                <c:pt idx="11602">
                  <c:v>50712.9</c:v>
                </c:pt>
                <c:pt idx="11603">
                  <c:v>12407.56</c:v>
                </c:pt>
                <c:pt idx="11604">
                  <c:v>22396.16</c:v>
                </c:pt>
                <c:pt idx="11605">
                  <c:v>17959.5</c:v>
                </c:pt>
                <c:pt idx="11606">
                  <c:v>8780.9</c:v>
                </c:pt>
                <c:pt idx="11607">
                  <c:v>3995.14</c:v>
                </c:pt>
                <c:pt idx="11608">
                  <c:v>40599.550000000003</c:v>
                </c:pt>
                <c:pt idx="11609">
                  <c:v>12343.91</c:v>
                </c:pt>
                <c:pt idx="11610">
                  <c:v>19793.189999999999</c:v>
                </c:pt>
                <c:pt idx="11611">
                  <c:v>34939.99</c:v>
                </c:pt>
                <c:pt idx="11612">
                  <c:v>79701.97</c:v>
                </c:pt>
                <c:pt idx="11613">
                  <c:v>28878.41</c:v>
                </c:pt>
                <c:pt idx="11614">
                  <c:v>9993.09</c:v>
                </c:pt>
                <c:pt idx="11615">
                  <c:v>28760.63</c:v>
                </c:pt>
                <c:pt idx="11616">
                  <c:v>17358.580000000002</c:v>
                </c:pt>
                <c:pt idx="11617">
                  <c:v>25768.89</c:v>
                </c:pt>
                <c:pt idx="11618">
                  <c:v>35049.919999999998</c:v>
                </c:pt>
                <c:pt idx="11619">
                  <c:v>10871.75</c:v>
                </c:pt>
                <c:pt idx="11620">
                  <c:v>49343.07</c:v>
                </c:pt>
                <c:pt idx="11621">
                  <c:v>18811.71</c:v>
                </c:pt>
                <c:pt idx="11622">
                  <c:v>28559.200000000001</c:v>
                </c:pt>
                <c:pt idx="11623">
                  <c:v>23602.86</c:v>
                </c:pt>
                <c:pt idx="11624">
                  <c:v>44916.61</c:v>
                </c:pt>
                <c:pt idx="11625">
                  <c:v>61994.97</c:v>
                </c:pt>
                <c:pt idx="11626">
                  <c:v>50963.75</c:v>
                </c:pt>
                <c:pt idx="11627">
                  <c:v>50644.94</c:v>
                </c:pt>
                <c:pt idx="11628">
                  <c:v>39979.360000000001</c:v>
                </c:pt>
                <c:pt idx="11629">
                  <c:v>83443.97</c:v>
                </c:pt>
                <c:pt idx="11630">
                  <c:v>16530.150000000001</c:v>
                </c:pt>
                <c:pt idx="11631">
                  <c:v>60894.71</c:v>
                </c:pt>
                <c:pt idx="11632">
                  <c:v>11810.51</c:v>
                </c:pt>
                <c:pt idx="11633">
                  <c:v>56449.78</c:v>
                </c:pt>
                <c:pt idx="11634">
                  <c:v>60561.84</c:v>
                </c:pt>
                <c:pt idx="11635">
                  <c:v>13543.07</c:v>
                </c:pt>
                <c:pt idx="11636">
                  <c:v>17358.04</c:v>
                </c:pt>
                <c:pt idx="11637">
                  <c:v>4054.07</c:v>
                </c:pt>
                <c:pt idx="11638">
                  <c:v>37617.769999999997</c:v>
                </c:pt>
                <c:pt idx="11639">
                  <c:v>10834.52</c:v>
                </c:pt>
                <c:pt idx="11640">
                  <c:v>79329.52</c:v>
                </c:pt>
                <c:pt idx="11641">
                  <c:v>6770.82</c:v>
                </c:pt>
                <c:pt idx="11642">
                  <c:v>37883.74</c:v>
                </c:pt>
                <c:pt idx="11643">
                  <c:v>104759.03</c:v>
                </c:pt>
                <c:pt idx="11644">
                  <c:v>17326.52</c:v>
                </c:pt>
                <c:pt idx="11645">
                  <c:v>32296.04</c:v>
                </c:pt>
                <c:pt idx="11646">
                  <c:v>76159.02</c:v>
                </c:pt>
                <c:pt idx="11647">
                  <c:v>13418.5</c:v>
                </c:pt>
                <c:pt idx="11648">
                  <c:v>25617.48</c:v>
                </c:pt>
                <c:pt idx="11649">
                  <c:v>78043.48</c:v>
                </c:pt>
                <c:pt idx="11650">
                  <c:v>12372.1</c:v>
                </c:pt>
                <c:pt idx="11651">
                  <c:v>97661.13</c:v>
                </c:pt>
                <c:pt idx="11652">
                  <c:v>38041.08</c:v>
                </c:pt>
                <c:pt idx="11653">
                  <c:v>12711.34</c:v>
                </c:pt>
                <c:pt idx="11654">
                  <c:v>49280.21</c:v>
                </c:pt>
                <c:pt idx="11655">
                  <c:v>68408.42</c:v>
                </c:pt>
                <c:pt idx="11656">
                  <c:v>26644.65</c:v>
                </c:pt>
                <c:pt idx="11657">
                  <c:v>6600.76</c:v>
                </c:pt>
                <c:pt idx="11658">
                  <c:v>68966.89</c:v>
                </c:pt>
                <c:pt idx="11659">
                  <c:v>19583.86</c:v>
                </c:pt>
                <c:pt idx="11660">
                  <c:v>7725.77</c:v>
                </c:pt>
                <c:pt idx="11661">
                  <c:v>30086.91</c:v>
                </c:pt>
                <c:pt idx="11662">
                  <c:v>12718.06</c:v>
                </c:pt>
                <c:pt idx="11663">
                  <c:v>34942.43</c:v>
                </c:pt>
                <c:pt idx="11664">
                  <c:v>50551.58</c:v>
                </c:pt>
                <c:pt idx="11665">
                  <c:v>48005.9</c:v>
                </c:pt>
                <c:pt idx="11666">
                  <c:v>51882.84</c:v>
                </c:pt>
                <c:pt idx="11667">
                  <c:v>13382.12</c:v>
                </c:pt>
                <c:pt idx="11668">
                  <c:v>58356.49</c:v>
                </c:pt>
                <c:pt idx="11669">
                  <c:v>50730.25</c:v>
                </c:pt>
                <c:pt idx="11670">
                  <c:v>7310.02</c:v>
                </c:pt>
                <c:pt idx="11671">
                  <c:v>30095.13</c:v>
                </c:pt>
                <c:pt idx="11672">
                  <c:v>59031.839999999997</c:v>
                </c:pt>
                <c:pt idx="11673">
                  <c:v>9936.2999999999993</c:v>
                </c:pt>
                <c:pt idx="11674">
                  <c:v>27289.49</c:v>
                </c:pt>
                <c:pt idx="11675">
                  <c:v>87322.63</c:v>
                </c:pt>
                <c:pt idx="11676">
                  <c:v>13924.18</c:v>
                </c:pt>
                <c:pt idx="11677">
                  <c:v>64154.66</c:v>
                </c:pt>
                <c:pt idx="11678">
                  <c:v>75455.86</c:v>
                </c:pt>
                <c:pt idx="11679">
                  <c:v>7240</c:v>
                </c:pt>
                <c:pt idx="11680">
                  <c:v>47110.98</c:v>
                </c:pt>
                <c:pt idx="11681">
                  <c:v>40784.199999999997</c:v>
                </c:pt>
                <c:pt idx="11682">
                  <c:v>6137.02</c:v>
                </c:pt>
                <c:pt idx="11683">
                  <c:v>34245.86</c:v>
                </c:pt>
                <c:pt idx="11684">
                  <c:v>33681.379999999997</c:v>
                </c:pt>
                <c:pt idx="11685">
                  <c:v>10200.39</c:v>
                </c:pt>
                <c:pt idx="11686">
                  <c:v>9972.7800000000007</c:v>
                </c:pt>
                <c:pt idx="11687">
                  <c:v>27792.45</c:v>
                </c:pt>
                <c:pt idx="11688">
                  <c:v>1133.06</c:v>
                </c:pt>
                <c:pt idx="11689">
                  <c:v>12499.26</c:v>
                </c:pt>
                <c:pt idx="11690">
                  <c:v>49139.53</c:v>
                </c:pt>
                <c:pt idx="11691">
                  <c:v>2866.5</c:v>
                </c:pt>
                <c:pt idx="11692">
                  <c:v>50633.01</c:v>
                </c:pt>
                <c:pt idx="11693">
                  <c:v>18487.89</c:v>
                </c:pt>
                <c:pt idx="11694">
                  <c:v>5853.02</c:v>
                </c:pt>
                <c:pt idx="11695">
                  <c:v>71999.08</c:v>
                </c:pt>
                <c:pt idx="11696">
                  <c:v>87700.93</c:v>
                </c:pt>
                <c:pt idx="11697">
                  <c:v>3537.95</c:v>
                </c:pt>
                <c:pt idx="11698">
                  <c:v>56141.22</c:v>
                </c:pt>
                <c:pt idx="11699">
                  <c:v>67644.88</c:v>
                </c:pt>
                <c:pt idx="11700">
                  <c:v>9643.9599999999991</c:v>
                </c:pt>
                <c:pt idx="11701">
                  <c:v>7255.4</c:v>
                </c:pt>
                <c:pt idx="11702">
                  <c:v>72919.39</c:v>
                </c:pt>
                <c:pt idx="11703">
                  <c:v>19654.28</c:v>
                </c:pt>
                <c:pt idx="11704">
                  <c:v>62847.040000000001</c:v>
                </c:pt>
                <c:pt idx="11705">
                  <c:v>19328.21</c:v>
                </c:pt>
                <c:pt idx="11706">
                  <c:v>15957.43</c:v>
                </c:pt>
                <c:pt idx="11707">
                  <c:v>50355.21</c:v>
                </c:pt>
                <c:pt idx="11708">
                  <c:v>13941.73</c:v>
                </c:pt>
                <c:pt idx="11709">
                  <c:v>22912.16</c:v>
                </c:pt>
                <c:pt idx="11710">
                  <c:v>51915.62</c:v>
                </c:pt>
                <c:pt idx="11711">
                  <c:v>9379.5400000000009</c:v>
                </c:pt>
                <c:pt idx="11712">
                  <c:v>14190.79</c:v>
                </c:pt>
                <c:pt idx="11713">
                  <c:v>6826.47</c:v>
                </c:pt>
                <c:pt idx="11714">
                  <c:v>49493.75</c:v>
                </c:pt>
                <c:pt idx="11715">
                  <c:v>42340.94</c:v>
                </c:pt>
                <c:pt idx="11716">
                  <c:v>9908.4699999999993</c:v>
                </c:pt>
                <c:pt idx="11717">
                  <c:v>40624.879999999997</c:v>
                </c:pt>
                <c:pt idx="11718">
                  <c:v>73711.09</c:v>
                </c:pt>
                <c:pt idx="11719">
                  <c:v>4823.37</c:v>
                </c:pt>
                <c:pt idx="11720">
                  <c:v>26918.32</c:v>
                </c:pt>
                <c:pt idx="11721">
                  <c:v>39567.019999999997</c:v>
                </c:pt>
                <c:pt idx="11722">
                  <c:v>25108.21</c:v>
                </c:pt>
                <c:pt idx="11723">
                  <c:v>43217.85</c:v>
                </c:pt>
                <c:pt idx="11724">
                  <c:v>34105.31</c:v>
                </c:pt>
                <c:pt idx="11725">
                  <c:v>56808.99</c:v>
                </c:pt>
                <c:pt idx="11726">
                  <c:v>90375.08</c:v>
                </c:pt>
                <c:pt idx="11727">
                  <c:v>27195.84</c:v>
                </c:pt>
                <c:pt idx="11728">
                  <c:v>46087.519999999997</c:v>
                </c:pt>
                <c:pt idx="11729">
                  <c:v>46846.07</c:v>
                </c:pt>
                <c:pt idx="11730">
                  <c:v>8990.08</c:v>
                </c:pt>
                <c:pt idx="11731">
                  <c:v>8395.51</c:v>
                </c:pt>
                <c:pt idx="11732">
                  <c:v>38859.47</c:v>
                </c:pt>
                <c:pt idx="11733">
                  <c:v>19423.990000000002</c:v>
                </c:pt>
                <c:pt idx="11734">
                  <c:v>17612.599999999999</c:v>
                </c:pt>
                <c:pt idx="11735">
                  <c:v>8720.7099999999991</c:v>
                </c:pt>
                <c:pt idx="11736">
                  <c:v>55498.17</c:v>
                </c:pt>
                <c:pt idx="11737">
                  <c:v>15542.27</c:v>
                </c:pt>
                <c:pt idx="11738">
                  <c:v>8223.01</c:v>
                </c:pt>
                <c:pt idx="11739">
                  <c:v>5613.37</c:v>
                </c:pt>
                <c:pt idx="11740">
                  <c:v>2573.36</c:v>
                </c:pt>
                <c:pt idx="11741">
                  <c:v>26814.9</c:v>
                </c:pt>
                <c:pt idx="11742">
                  <c:v>33403.17</c:v>
                </c:pt>
                <c:pt idx="11743">
                  <c:v>9952.08</c:v>
                </c:pt>
                <c:pt idx="11744">
                  <c:v>52524.5</c:v>
                </c:pt>
                <c:pt idx="11745">
                  <c:v>36537.65</c:v>
                </c:pt>
                <c:pt idx="11746">
                  <c:v>3225.06</c:v>
                </c:pt>
                <c:pt idx="11747">
                  <c:v>11666.21</c:v>
                </c:pt>
                <c:pt idx="11748">
                  <c:v>25656.21</c:v>
                </c:pt>
                <c:pt idx="11749">
                  <c:v>48896.13</c:v>
                </c:pt>
                <c:pt idx="11750">
                  <c:v>16263.64</c:v>
                </c:pt>
                <c:pt idx="11751">
                  <c:v>5774.29</c:v>
                </c:pt>
                <c:pt idx="11752">
                  <c:v>95946.79</c:v>
                </c:pt>
                <c:pt idx="11753">
                  <c:v>50186.3</c:v>
                </c:pt>
                <c:pt idx="11754">
                  <c:v>7862.26</c:v>
                </c:pt>
                <c:pt idx="11755">
                  <c:v>55299.23</c:v>
                </c:pt>
                <c:pt idx="11756">
                  <c:v>42101.120000000003</c:v>
                </c:pt>
                <c:pt idx="11757">
                  <c:v>2299.52</c:v>
                </c:pt>
                <c:pt idx="11758">
                  <c:v>10726.65</c:v>
                </c:pt>
                <c:pt idx="11759">
                  <c:v>9278.24</c:v>
                </c:pt>
                <c:pt idx="11760">
                  <c:v>6911.19</c:v>
                </c:pt>
                <c:pt idx="11761">
                  <c:v>12228.3</c:v>
                </c:pt>
                <c:pt idx="11762">
                  <c:v>13260.95</c:v>
                </c:pt>
                <c:pt idx="11763">
                  <c:v>37055.760000000002</c:v>
                </c:pt>
                <c:pt idx="11764">
                  <c:v>15807.5</c:v>
                </c:pt>
                <c:pt idx="11765">
                  <c:v>28844.93</c:v>
                </c:pt>
                <c:pt idx="11766">
                  <c:v>50034.18</c:v>
                </c:pt>
                <c:pt idx="11767">
                  <c:v>82454.06</c:v>
                </c:pt>
                <c:pt idx="11768">
                  <c:v>11887.34</c:v>
                </c:pt>
                <c:pt idx="11769">
                  <c:v>12990.81</c:v>
                </c:pt>
                <c:pt idx="11770">
                  <c:v>43296.87</c:v>
                </c:pt>
                <c:pt idx="11771">
                  <c:v>61519.12</c:v>
                </c:pt>
                <c:pt idx="11772">
                  <c:v>7883.92</c:v>
                </c:pt>
                <c:pt idx="11773">
                  <c:v>20153.07</c:v>
                </c:pt>
                <c:pt idx="11774">
                  <c:v>72815.08</c:v>
                </c:pt>
                <c:pt idx="11775">
                  <c:v>9012.02</c:v>
                </c:pt>
                <c:pt idx="11776">
                  <c:v>22164.59</c:v>
                </c:pt>
                <c:pt idx="11777">
                  <c:v>8526.44</c:v>
                </c:pt>
                <c:pt idx="11778">
                  <c:v>49414.43</c:v>
                </c:pt>
                <c:pt idx="11779">
                  <c:v>5550.17</c:v>
                </c:pt>
                <c:pt idx="11780">
                  <c:v>45146.68</c:v>
                </c:pt>
                <c:pt idx="11781">
                  <c:v>9686.7000000000007</c:v>
                </c:pt>
                <c:pt idx="11782">
                  <c:v>8404.5300000000007</c:v>
                </c:pt>
                <c:pt idx="11783">
                  <c:v>21567.26</c:v>
                </c:pt>
                <c:pt idx="11784">
                  <c:v>21954.959999999999</c:v>
                </c:pt>
                <c:pt idx="11785">
                  <c:v>76602.27</c:v>
                </c:pt>
                <c:pt idx="11786">
                  <c:v>20429.98</c:v>
                </c:pt>
                <c:pt idx="11787">
                  <c:v>7988.37</c:v>
                </c:pt>
                <c:pt idx="11788">
                  <c:v>25043.89</c:v>
                </c:pt>
                <c:pt idx="11789">
                  <c:v>9882.1299999999992</c:v>
                </c:pt>
                <c:pt idx="11790">
                  <c:v>61876.58</c:v>
                </c:pt>
                <c:pt idx="11791">
                  <c:v>46882.14</c:v>
                </c:pt>
                <c:pt idx="11792">
                  <c:v>14496.49</c:v>
                </c:pt>
                <c:pt idx="11793">
                  <c:v>14306.73</c:v>
                </c:pt>
                <c:pt idx="11794">
                  <c:v>74599.429999999993</c:v>
                </c:pt>
                <c:pt idx="11795">
                  <c:v>22813.34</c:v>
                </c:pt>
                <c:pt idx="11796">
                  <c:v>38805.58</c:v>
                </c:pt>
                <c:pt idx="11797">
                  <c:v>57826.2</c:v>
                </c:pt>
                <c:pt idx="11798">
                  <c:v>90971.75</c:v>
                </c:pt>
                <c:pt idx="11799">
                  <c:v>71460.14</c:v>
                </c:pt>
                <c:pt idx="11800">
                  <c:v>44028.78</c:v>
                </c:pt>
                <c:pt idx="11801">
                  <c:v>93698.85</c:v>
                </c:pt>
                <c:pt idx="11802">
                  <c:v>3985.29</c:v>
                </c:pt>
                <c:pt idx="11803">
                  <c:v>60005.14</c:v>
                </c:pt>
                <c:pt idx="11804">
                  <c:v>41194.65</c:v>
                </c:pt>
                <c:pt idx="11805">
                  <c:v>56617.09</c:v>
                </c:pt>
                <c:pt idx="11806">
                  <c:v>47945.73</c:v>
                </c:pt>
                <c:pt idx="11807">
                  <c:v>26321.61</c:v>
                </c:pt>
                <c:pt idx="11808">
                  <c:v>27268.21</c:v>
                </c:pt>
                <c:pt idx="11809">
                  <c:v>93961.04</c:v>
                </c:pt>
                <c:pt idx="11810">
                  <c:v>30913.78</c:v>
                </c:pt>
                <c:pt idx="11811">
                  <c:v>13449.35</c:v>
                </c:pt>
                <c:pt idx="11812">
                  <c:v>16772.87</c:v>
                </c:pt>
                <c:pt idx="11813">
                  <c:v>68655.03</c:v>
                </c:pt>
                <c:pt idx="11814">
                  <c:v>47039.12</c:v>
                </c:pt>
                <c:pt idx="11815">
                  <c:v>72223.14</c:v>
                </c:pt>
                <c:pt idx="11816">
                  <c:v>8769.0499999999993</c:v>
                </c:pt>
                <c:pt idx="11817">
                  <c:v>12235.86</c:v>
                </c:pt>
                <c:pt idx="11818">
                  <c:v>40849.360000000001</c:v>
                </c:pt>
                <c:pt idx="11819">
                  <c:v>31310.87</c:v>
                </c:pt>
                <c:pt idx="11820">
                  <c:v>28560</c:v>
                </c:pt>
                <c:pt idx="11821">
                  <c:v>11798.03</c:v>
                </c:pt>
                <c:pt idx="11822">
                  <c:v>35687.5</c:v>
                </c:pt>
                <c:pt idx="11823">
                  <c:v>50409.24</c:v>
                </c:pt>
                <c:pt idx="11824">
                  <c:v>7650.66</c:v>
                </c:pt>
                <c:pt idx="11825">
                  <c:v>55366.92</c:v>
                </c:pt>
                <c:pt idx="11826">
                  <c:v>78010.03</c:v>
                </c:pt>
                <c:pt idx="11827">
                  <c:v>17892.38</c:v>
                </c:pt>
                <c:pt idx="11828">
                  <c:v>25145.02</c:v>
                </c:pt>
                <c:pt idx="11829">
                  <c:v>20211.05</c:v>
                </c:pt>
                <c:pt idx="11830">
                  <c:v>6300.01</c:v>
                </c:pt>
                <c:pt idx="11831">
                  <c:v>6623.42</c:v>
                </c:pt>
                <c:pt idx="11832">
                  <c:v>11688.58</c:v>
                </c:pt>
                <c:pt idx="11833">
                  <c:v>51306</c:v>
                </c:pt>
                <c:pt idx="11834">
                  <c:v>64464.71</c:v>
                </c:pt>
                <c:pt idx="11835">
                  <c:v>33823.94</c:v>
                </c:pt>
                <c:pt idx="11836">
                  <c:v>55857.06</c:v>
                </c:pt>
                <c:pt idx="11837">
                  <c:v>82843.64</c:v>
                </c:pt>
                <c:pt idx="11838">
                  <c:v>12833.16</c:v>
                </c:pt>
                <c:pt idx="11839">
                  <c:v>55312.94</c:v>
                </c:pt>
                <c:pt idx="11840">
                  <c:v>76224.039999999994</c:v>
                </c:pt>
                <c:pt idx="11841">
                  <c:v>19437.259999999998</c:v>
                </c:pt>
                <c:pt idx="11842">
                  <c:v>4418.83</c:v>
                </c:pt>
                <c:pt idx="11843">
                  <c:v>4965.99</c:v>
                </c:pt>
                <c:pt idx="11844">
                  <c:v>3709.22</c:v>
                </c:pt>
                <c:pt idx="11845">
                  <c:v>73228.05</c:v>
                </c:pt>
                <c:pt idx="11846">
                  <c:v>27376.77</c:v>
                </c:pt>
                <c:pt idx="11847">
                  <c:v>7594.57</c:v>
                </c:pt>
                <c:pt idx="11848">
                  <c:v>27902.45</c:v>
                </c:pt>
                <c:pt idx="11849">
                  <c:v>53090.29</c:v>
                </c:pt>
                <c:pt idx="11850">
                  <c:v>14050.89</c:v>
                </c:pt>
                <c:pt idx="11851">
                  <c:v>18571.52</c:v>
                </c:pt>
                <c:pt idx="11852">
                  <c:v>16693.240000000002</c:v>
                </c:pt>
                <c:pt idx="11853">
                  <c:v>37094.06</c:v>
                </c:pt>
                <c:pt idx="11854">
                  <c:v>5558.82</c:v>
                </c:pt>
                <c:pt idx="11855">
                  <c:v>37392.699999999997</c:v>
                </c:pt>
                <c:pt idx="11856">
                  <c:v>4708.49</c:v>
                </c:pt>
                <c:pt idx="11857">
                  <c:v>19982.38</c:v>
                </c:pt>
                <c:pt idx="11858">
                  <c:v>1651.55</c:v>
                </c:pt>
                <c:pt idx="11859">
                  <c:v>33827.199999999997</c:v>
                </c:pt>
                <c:pt idx="11860">
                  <c:v>29273.14</c:v>
                </c:pt>
                <c:pt idx="11861">
                  <c:v>13773.48</c:v>
                </c:pt>
                <c:pt idx="11862">
                  <c:v>61654.76</c:v>
                </c:pt>
                <c:pt idx="11863">
                  <c:v>7002.14</c:v>
                </c:pt>
                <c:pt idx="11864">
                  <c:v>53653.74</c:v>
                </c:pt>
                <c:pt idx="11865">
                  <c:v>12745.45</c:v>
                </c:pt>
                <c:pt idx="11866">
                  <c:v>50782.6</c:v>
                </c:pt>
                <c:pt idx="11867">
                  <c:v>73904.58</c:v>
                </c:pt>
                <c:pt idx="11868">
                  <c:v>20135.490000000002</c:v>
                </c:pt>
                <c:pt idx="11869">
                  <c:v>19976.61</c:v>
                </c:pt>
                <c:pt idx="11870">
                  <c:v>66703.240000000005</c:v>
                </c:pt>
                <c:pt idx="11871">
                  <c:v>12083.9</c:v>
                </c:pt>
                <c:pt idx="11872">
                  <c:v>18185.52</c:v>
                </c:pt>
                <c:pt idx="11873">
                  <c:v>19063.400000000001</c:v>
                </c:pt>
                <c:pt idx="11874">
                  <c:v>31479.84</c:v>
                </c:pt>
                <c:pt idx="11875">
                  <c:v>15132.77</c:v>
                </c:pt>
                <c:pt idx="11876">
                  <c:v>69028.429999999993</c:v>
                </c:pt>
                <c:pt idx="11877">
                  <c:v>8197.7800000000007</c:v>
                </c:pt>
                <c:pt idx="11878">
                  <c:v>16891.689999999999</c:v>
                </c:pt>
                <c:pt idx="11879">
                  <c:v>21182.58</c:v>
                </c:pt>
                <c:pt idx="11880">
                  <c:v>49832.62</c:v>
                </c:pt>
                <c:pt idx="11881">
                  <c:v>74152.78</c:v>
                </c:pt>
                <c:pt idx="11882">
                  <c:v>7385.92</c:v>
                </c:pt>
                <c:pt idx="11883">
                  <c:v>3972.31</c:v>
                </c:pt>
                <c:pt idx="11884">
                  <c:v>31738.77</c:v>
                </c:pt>
                <c:pt idx="11885">
                  <c:v>30007.72</c:v>
                </c:pt>
                <c:pt idx="11886">
                  <c:v>1522.26</c:v>
                </c:pt>
                <c:pt idx="11887">
                  <c:v>10363.58</c:v>
                </c:pt>
                <c:pt idx="11888">
                  <c:v>28857.65</c:v>
                </c:pt>
                <c:pt idx="11889">
                  <c:v>31956.02</c:v>
                </c:pt>
                <c:pt idx="11890">
                  <c:v>39598.36</c:v>
                </c:pt>
                <c:pt idx="11891">
                  <c:v>80801.850000000006</c:v>
                </c:pt>
                <c:pt idx="11892">
                  <c:v>46973.19</c:v>
                </c:pt>
                <c:pt idx="11893">
                  <c:v>11296.69</c:v>
                </c:pt>
                <c:pt idx="11894">
                  <c:v>59036.800000000003</c:v>
                </c:pt>
                <c:pt idx="11895">
                  <c:v>4506.2</c:v>
                </c:pt>
                <c:pt idx="11896">
                  <c:v>22874.04</c:v>
                </c:pt>
                <c:pt idx="11897">
                  <c:v>16714.189999999999</c:v>
                </c:pt>
                <c:pt idx="11898">
                  <c:v>36660.879999999997</c:v>
                </c:pt>
                <c:pt idx="11899">
                  <c:v>4326.5</c:v>
                </c:pt>
                <c:pt idx="11900">
                  <c:v>10352.85</c:v>
                </c:pt>
                <c:pt idx="11901">
                  <c:v>52834.74</c:v>
                </c:pt>
                <c:pt idx="11902">
                  <c:v>3066.56</c:v>
                </c:pt>
                <c:pt idx="11903">
                  <c:v>39853.550000000003</c:v>
                </c:pt>
                <c:pt idx="11904">
                  <c:v>71005.100000000006</c:v>
                </c:pt>
                <c:pt idx="11905">
                  <c:v>81539.039999999994</c:v>
                </c:pt>
                <c:pt idx="11906">
                  <c:v>47391.71</c:v>
                </c:pt>
                <c:pt idx="11907">
                  <c:v>31451.57</c:v>
                </c:pt>
                <c:pt idx="11908">
                  <c:v>24308.799999999999</c:v>
                </c:pt>
                <c:pt idx="11909">
                  <c:v>5115.5200000000004</c:v>
                </c:pt>
                <c:pt idx="11910">
                  <c:v>35605.08</c:v>
                </c:pt>
                <c:pt idx="11911">
                  <c:v>35006.629999999997</c:v>
                </c:pt>
                <c:pt idx="11912">
                  <c:v>85796.93</c:v>
                </c:pt>
                <c:pt idx="11913">
                  <c:v>5916.24</c:v>
                </c:pt>
                <c:pt idx="11914">
                  <c:v>57673.22</c:v>
                </c:pt>
                <c:pt idx="11915">
                  <c:v>9864.64</c:v>
                </c:pt>
                <c:pt idx="11916">
                  <c:v>8418.31</c:v>
                </c:pt>
                <c:pt idx="11917">
                  <c:v>24200.19</c:v>
                </c:pt>
                <c:pt idx="11918">
                  <c:v>81323.87</c:v>
                </c:pt>
                <c:pt idx="11919">
                  <c:v>34075.699999999997</c:v>
                </c:pt>
                <c:pt idx="11920">
                  <c:v>63602.94</c:v>
                </c:pt>
                <c:pt idx="11921">
                  <c:v>19083.310000000001</c:v>
                </c:pt>
                <c:pt idx="11922">
                  <c:v>30383.83</c:v>
                </c:pt>
                <c:pt idx="11923">
                  <c:v>43722.58</c:v>
                </c:pt>
                <c:pt idx="11924">
                  <c:v>9249.74</c:v>
                </c:pt>
                <c:pt idx="11925">
                  <c:v>10293.700000000001</c:v>
                </c:pt>
                <c:pt idx="11926">
                  <c:v>12835.7</c:v>
                </c:pt>
                <c:pt idx="11927">
                  <c:v>13715.25</c:v>
                </c:pt>
                <c:pt idx="11928">
                  <c:v>6667.5</c:v>
                </c:pt>
                <c:pt idx="11929">
                  <c:v>16162.27</c:v>
                </c:pt>
                <c:pt idx="11930">
                  <c:v>34716.99</c:v>
                </c:pt>
                <c:pt idx="11931">
                  <c:v>82461.36</c:v>
                </c:pt>
                <c:pt idx="11932">
                  <c:v>19918.29</c:v>
                </c:pt>
                <c:pt idx="11933">
                  <c:v>29823.4</c:v>
                </c:pt>
                <c:pt idx="11934">
                  <c:v>24481.7</c:v>
                </c:pt>
                <c:pt idx="11935">
                  <c:v>17992.13</c:v>
                </c:pt>
                <c:pt idx="11936">
                  <c:v>17245.2</c:v>
                </c:pt>
                <c:pt idx="11937">
                  <c:v>68510.7</c:v>
                </c:pt>
                <c:pt idx="11938">
                  <c:v>13830.14</c:v>
                </c:pt>
                <c:pt idx="11939">
                  <c:v>29977.05</c:v>
                </c:pt>
                <c:pt idx="11940">
                  <c:v>45824.25</c:v>
                </c:pt>
                <c:pt idx="11941">
                  <c:v>29663.29</c:v>
                </c:pt>
                <c:pt idx="11942">
                  <c:v>12808.15</c:v>
                </c:pt>
                <c:pt idx="11943">
                  <c:v>8402.39</c:v>
                </c:pt>
                <c:pt idx="11944">
                  <c:v>2884</c:v>
                </c:pt>
                <c:pt idx="11945">
                  <c:v>1787.76</c:v>
                </c:pt>
                <c:pt idx="11946">
                  <c:v>13315.89</c:v>
                </c:pt>
                <c:pt idx="11947">
                  <c:v>27436.53</c:v>
                </c:pt>
                <c:pt idx="11948">
                  <c:v>23610.35</c:v>
                </c:pt>
                <c:pt idx="11949">
                  <c:v>57856.63</c:v>
                </c:pt>
                <c:pt idx="11950">
                  <c:v>83769.52</c:v>
                </c:pt>
                <c:pt idx="11951">
                  <c:v>87891.99</c:v>
                </c:pt>
                <c:pt idx="11952">
                  <c:v>29610.57</c:v>
                </c:pt>
                <c:pt idx="11953">
                  <c:v>16093.16</c:v>
                </c:pt>
                <c:pt idx="11954">
                  <c:v>57966.11</c:v>
                </c:pt>
                <c:pt idx="11955">
                  <c:v>38382.5</c:v>
                </c:pt>
                <c:pt idx="11956">
                  <c:v>10104.41</c:v>
                </c:pt>
                <c:pt idx="11957">
                  <c:v>12839.48</c:v>
                </c:pt>
                <c:pt idx="11958">
                  <c:v>13314.67</c:v>
                </c:pt>
                <c:pt idx="11959">
                  <c:v>5247.55</c:v>
                </c:pt>
                <c:pt idx="11960">
                  <c:v>14369.44</c:v>
                </c:pt>
                <c:pt idx="11961">
                  <c:v>7355.25</c:v>
                </c:pt>
                <c:pt idx="11962">
                  <c:v>6017.63</c:v>
                </c:pt>
                <c:pt idx="11963">
                  <c:v>27532.36</c:v>
                </c:pt>
                <c:pt idx="11964">
                  <c:v>61145.53</c:v>
                </c:pt>
                <c:pt idx="11965">
                  <c:v>18780.8</c:v>
                </c:pt>
                <c:pt idx="11966">
                  <c:v>5097.9399999999996</c:v>
                </c:pt>
                <c:pt idx="11967">
                  <c:v>7481.88</c:v>
                </c:pt>
                <c:pt idx="11968">
                  <c:v>26610.61</c:v>
                </c:pt>
                <c:pt idx="11969">
                  <c:v>31756.25</c:v>
                </c:pt>
                <c:pt idx="11970">
                  <c:v>24217.74</c:v>
                </c:pt>
                <c:pt idx="11971">
                  <c:v>24096.37</c:v>
                </c:pt>
                <c:pt idx="11972">
                  <c:v>12466.52</c:v>
                </c:pt>
                <c:pt idx="11973">
                  <c:v>23310.34</c:v>
                </c:pt>
                <c:pt idx="11974">
                  <c:v>57578.81</c:v>
                </c:pt>
                <c:pt idx="11975">
                  <c:v>19992.59</c:v>
                </c:pt>
                <c:pt idx="11976">
                  <c:v>60409.65</c:v>
                </c:pt>
                <c:pt idx="11977">
                  <c:v>47358.61</c:v>
                </c:pt>
                <c:pt idx="11978">
                  <c:v>53800.75</c:v>
                </c:pt>
                <c:pt idx="11979">
                  <c:v>42028.12</c:v>
                </c:pt>
                <c:pt idx="11980">
                  <c:v>17525.560000000001</c:v>
                </c:pt>
                <c:pt idx="11981">
                  <c:v>26291.58</c:v>
                </c:pt>
                <c:pt idx="11982">
                  <c:v>52807.77</c:v>
                </c:pt>
                <c:pt idx="11983">
                  <c:v>39565.370000000003</c:v>
                </c:pt>
                <c:pt idx="11984">
                  <c:v>4403.24</c:v>
                </c:pt>
                <c:pt idx="11985">
                  <c:v>6328.06</c:v>
                </c:pt>
                <c:pt idx="11986">
                  <c:v>46230.54</c:v>
                </c:pt>
                <c:pt idx="11987">
                  <c:v>28113.46</c:v>
                </c:pt>
                <c:pt idx="11988">
                  <c:v>60106.73</c:v>
                </c:pt>
                <c:pt idx="11989">
                  <c:v>6365.26</c:v>
                </c:pt>
                <c:pt idx="11990">
                  <c:v>18919.66</c:v>
                </c:pt>
                <c:pt idx="11991">
                  <c:v>46219.95</c:v>
                </c:pt>
                <c:pt idx="11992">
                  <c:v>71214.259999999995</c:v>
                </c:pt>
                <c:pt idx="11993">
                  <c:v>5358.68</c:v>
                </c:pt>
                <c:pt idx="11994">
                  <c:v>29826.34</c:v>
                </c:pt>
                <c:pt idx="11995">
                  <c:v>27253.72</c:v>
                </c:pt>
                <c:pt idx="11996">
                  <c:v>20368.900000000001</c:v>
                </c:pt>
                <c:pt idx="11997">
                  <c:v>9713.61</c:v>
                </c:pt>
                <c:pt idx="11998">
                  <c:v>27247.82</c:v>
                </c:pt>
                <c:pt idx="11999">
                  <c:v>29113.84</c:v>
                </c:pt>
                <c:pt idx="12000">
                  <c:v>7264.48</c:v>
                </c:pt>
                <c:pt idx="12001">
                  <c:v>10596.92</c:v>
                </c:pt>
                <c:pt idx="12002">
                  <c:v>64244.66</c:v>
                </c:pt>
                <c:pt idx="12003">
                  <c:v>44229.57</c:v>
                </c:pt>
                <c:pt idx="12004">
                  <c:v>7938.09</c:v>
                </c:pt>
                <c:pt idx="12005">
                  <c:v>81389.16</c:v>
                </c:pt>
                <c:pt idx="12006">
                  <c:v>18663.54</c:v>
                </c:pt>
                <c:pt idx="12007">
                  <c:v>9650.2900000000009</c:v>
                </c:pt>
                <c:pt idx="12008">
                  <c:v>6256.82</c:v>
                </c:pt>
                <c:pt idx="12009">
                  <c:v>18430.02</c:v>
                </c:pt>
                <c:pt idx="12010">
                  <c:v>24744.38</c:v>
                </c:pt>
                <c:pt idx="12011">
                  <c:v>50519.11</c:v>
                </c:pt>
                <c:pt idx="12012">
                  <c:v>28143.3</c:v>
                </c:pt>
                <c:pt idx="12013">
                  <c:v>6367.11</c:v>
                </c:pt>
                <c:pt idx="12014">
                  <c:v>35424.58</c:v>
                </c:pt>
                <c:pt idx="12015">
                  <c:v>13049.38</c:v>
                </c:pt>
                <c:pt idx="12016">
                  <c:v>39136.699999999997</c:v>
                </c:pt>
                <c:pt idx="12017">
                  <c:v>9293.32</c:v>
                </c:pt>
                <c:pt idx="12018">
                  <c:v>52429.78</c:v>
                </c:pt>
                <c:pt idx="12019">
                  <c:v>20993.38</c:v>
                </c:pt>
                <c:pt idx="12020">
                  <c:v>22654.04</c:v>
                </c:pt>
                <c:pt idx="12021">
                  <c:v>10558.23</c:v>
                </c:pt>
                <c:pt idx="12022">
                  <c:v>33774.550000000003</c:v>
                </c:pt>
                <c:pt idx="12023">
                  <c:v>39140.81</c:v>
                </c:pt>
                <c:pt idx="12024">
                  <c:v>60459.040000000001</c:v>
                </c:pt>
                <c:pt idx="12025">
                  <c:v>26051.63</c:v>
                </c:pt>
                <c:pt idx="12026">
                  <c:v>9844.1299999999992</c:v>
                </c:pt>
                <c:pt idx="12027">
                  <c:v>44815.21</c:v>
                </c:pt>
                <c:pt idx="12028">
                  <c:v>33581.93</c:v>
                </c:pt>
                <c:pt idx="12029">
                  <c:v>28606.94</c:v>
                </c:pt>
                <c:pt idx="12030">
                  <c:v>14920.23</c:v>
                </c:pt>
                <c:pt idx="12031">
                  <c:v>30937.7</c:v>
                </c:pt>
                <c:pt idx="12032">
                  <c:v>17535.080000000002</c:v>
                </c:pt>
                <c:pt idx="12033">
                  <c:v>16904.830000000002</c:v>
                </c:pt>
                <c:pt idx="12034">
                  <c:v>103438.76</c:v>
                </c:pt>
                <c:pt idx="12035">
                  <c:v>9555.4699999999993</c:v>
                </c:pt>
                <c:pt idx="12036">
                  <c:v>26238.58</c:v>
                </c:pt>
                <c:pt idx="12037">
                  <c:v>11866.97</c:v>
                </c:pt>
                <c:pt idx="12038">
                  <c:v>39314.58</c:v>
                </c:pt>
                <c:pt idx="12039">
                  <c:v>5633.4</c:v>
                </c:pt>
                <c:pt idx="12040">
                  <c:v>3903.16</c:v>
                </c:pt>
                <c:pt idx="12041">
                  <c:v>4189.79</c:v>
                </c:pt>
                <c:pt idx="12042">
                  <c:v>38062.18</c:v>
                </c:pt>
                <c:pt idx="12043">
                  <c:v>14898.53</c:v>
                </c:pt>
                <c:pt idx="12044">
                  <c:v>9962.85</c:v>
                </c:pt>
                <c:pt idx="12045">
                  <c:v>4251.28</c:v>
                </c:pt>
                <c:pt idx="12046">
                  <c:v>66098.87</c:v>
                </c:pt>
                <c:pt idx="12047">
                  <c:v>43363.31</c:v>
                </c:pt>
                <c:pt idx="12048">
                  <c:v>19889.89</c:v>
                </c:pt>
                <c:pt idx="12049">
                  <c:v>104469.44</c:v>
                </c:pt>
                <c:pt idx="12050">
                  <c:v>30608.76</c:v>
                </c:pt>
                <c:pt idx="12051">
                  <c:v>10774.8</c:v>
                </c:pt>
                <c:pt idx="12052">
                  <c:v>5751.19</c:v>
                </c:pt>
                <c:pt idx="12053">
                  <c:v>93154.22</c:v>
                </c:pt>
                <c:pt idx="12054">
                  <c:v>20874.169999999998</c:v>
                </c:pt>
                <c:pt idx="12055">
                  <c:v>100349.44</c:v>
                </c:pt>
                <c:pt idx="12056">
                  <c:v>8148.68</c:v>
                </c:pt>
                <c:pt idx="12057">
                  <c:v>25556.48</c:v>
                </c:pt>
                <c:pt idx="12058">
                  <c:v>47605.89</c:v>
                </c:pt>
                <c:pt idx="12059">
                  <c:v>32137.56</c:v>
                </c:pt>
                <c:pt idx="12060">
                  <c:v>6670.73</c:v>
                </c:pt>
                <c:pt idx="12061">
                  <c:v>43864.85</c:v>
                </c:pt>
                <c:pt idx="12062">
                  <c:v>21807.79</c:v>
                </c:pt>
                <c:pt idx="12063">
                  <c:v>64886.32</c:v>
                </c:pt>
                <c:pt idx="12064">
                  <c:v>18828.349999999999</c:v>
                </c:pt>
                <c:pt idx="12065">
                  <c:v>7949.64</c:v>
                </c:pt>
                <c:pt idx="12066">
                  <c:v>4714.6400000000003</c:v>
                </c:pt>
                <c:pt idx="12067">
                  <c:v>34095.22</c:v>
                </c:pt>
                <c:pt idx="12068">
                  <c:v>31316.61</c:v>
                </c:pt>
                <c:pt idx="12069">
                  <c:v>30439.84</c:v>
                </c:pt>
                <c:pt idx="12070">
                  <c:v>12235.01</c:v>
                </c:pt>
                <c:pt idx="12071">
                  <c:v>57000.42</c:v>
                </c:pt>
                <c:pt idx="12072">
                  <c:v>52326.44</c:v>
                </c:pt>
                <c:pt idx="12073">
                  <c:v>8795.9</c:v>
                </c:pt>
                <c:pt idx="12074">
                  <c:v>7208.65</c:v>
                </c:pt>
                <c:pt idx="12075">
                  <c:v>71068.91</c:v>
                </c:pt>
                <c:pt idx="12076">
                  <c:v>18724.490000000002</c:v>
                </c:pt>
                <c:pt idx="12077">
                  <c:v>6889.2</c:v>
                </c:pt>
                <c:pt idx="12078">
                  <c:v>79803.78</c:v>
                </c:pt>
                <c:pt idx="12079">
                  <c:v>52405.86</c:v>
                </c:pt>
                <c:pt idx="12080">
                  <c:v>3458.73</c:v>
                </c:pt>
                <c:pt idx="12081">
                  <c:v>30427.97</c:v>
                </c:pt>
                <c:pt idx="12082">
                  <c:v>8190.64</c:v>
                </c:pt>
                <c:pt idx="12083">
                  <c:v>14659.26</c:v>
                </c:pt>
                <c:pt idx="12084">
                  <c:v>12587.09</c:v>
                </c:pt>
                <c:pt idx="12085">
                  <c:v>17333.57</c:v>
                </c:pt>
                <c:pt idx="12086">
                  <c:v>15585.22</c:v>
                </c:pt>
                <c:pt idx="12087">
                  <c:v>28057.93</c:v>
                </c:pt>
                <c:pt idx="12088">
                  <c:v>14007.92</c:v>
                </c:pt>
                <c:pt idx="12089">
                  <c:v>15873.1</c:v>
                </c:pt>
                <c:pt idx="12090">
                  <c:v>1856.28</c:v>
                </c:pt>
                <c:pt idx="12091">
                  <c:v>36112.67</c:v>
                </c:pt>
                <c:pt idx="12092">
                  <c:v>72191.63</c:v>
                </c:pt>
                <c:pt idx="12093">
                  <c:v>46221.27</c:v>
                </c:pt>
                <c:pt idx="12094">
                  <c:v>28733.08</c:v>
                </c:pt>
                <c:pt idx="12095">
                  <c:v>30586.85</c:v>
                </c:pt>
                <c:pt idx="12096">
                  <c:v>13796.08</c:v>
                </c:pt>
                <c:pt idx="12097">
                  <c:v>27184.5</c:v>
                </c:pt>
                <c:pt idx="12098">
                  <c:v>17592.060000000001</c:v>
                </c:pt>
                <c:pt idx="12099">
                  <c:v>29605.51</c:v>
                </c:pt>
                <c:pt idx="12100">
                  <c:v>17330.71</c:v>
                </c:pt>
                <c:pt idx="12101">
                  <c:v>39967.199999999997</c:v>
                </c:pt>
                <c:pt idx="12102">
                  <c:v>11344.6</c:v>
                </c:pt>
                <c:pt idx="12103">
                  <c:v>30897.25</c:v>
                </c:pt>
                <c:pt idx="12104">
                  <c:v>34582.480000000003</c:v>
                </c:pt>
                <c:pt idx="12105">
                  <c:v>30200.880000000001</c:v>
                </c:pt>
                <c:pt idx="12106">
                  <c:v>46181.3</c:v>
                </c:pt>
                <c:pt idx="12107">
                  <c:v>21852.18</c:v>
                </c:pt>
                <c:pt idx="12108">
                  <c:v>20852.810000000001</c:v>
                </c:pt>
                <c:pt idx="12109">
                  <c:v>42378.12</c:v>
                </c:pt>
                <c:pt idx="12110">
                  <c:v>14428.55</c:v>
                </c:pt>
                <c:pt idx="12111">
                  <c:v>42321.38</c:v>
                </c:pt>
                <c:pt idx="12112">
                  <c:v>48773.55</c:v>
                </c:pt>
                <c:pt idx="12113">
                  <c:v>8401.9699999999993</c:v>
                </c:pt>
                <c:pt idx="12114">
                  <c:v>80626.64</c:v>
                </c:pt>
                <c:pt idx="12115">
                  <c:v>34676.589999999997</c:v>
                </c:pt>
                <c:pt idx="12116">
                  <c:v>55507.79</c:v>
                </c:pt>
                <c:pt idx="12117">
                  <c:v>77774.820000000007</c:v>
                </c:pt>
                <c:pt idx="12118">
                  <c:v>20730.63</c:v>
                </c:pt>
                <c:pt idx="12119">
                  <c:v>82648.759999999995</c:v>
                </c:pt>
                <c:pt idx="12120">
                  <c:v>70249.789999999994</c:v>
                </c:pt>
                <c:pt idx="12121">
                  <c:v>16707.22</c:v>
                </c:pt>
                <c:pt idx="12122">
                  <c:v>29270.34</c:v>
                </c:pt>
                <c:pt idx="12123">
                  <c:v>20445.72</c:v>
                </c:pt>
                <c:pt idx="12124">
                  <c:v>11315.33</c:v>
                </c:pt>
                <c:pt idx="12125">
                  <c:v>42647.85</c:v>
                </c:pt>
                <c:pt idx="12126">
                  <c:v>53582.66</c:v>
                </c:pt>
                <c:pt idx="12127">
                  <c:v>53824.24</c:v>
                </c:pt>
                <c:pt idx="12128">
                  <c:v>14456.9</c:v>
                </c:pt>
                <c:pt idx="12129">
                  <c:v>33160.33</c:v>
                </c:pt>
                <c:pt idx="12130">
                  <c:v>12550.27</c:v>
                </c:pt>
                <c:pt idx="12131">
                  <c:v>35680.160000000003</c:v>
                </c:pt>
                <c:pt idx="12132">
                  <c:v>14328.16</c:v>
                </c:pt>
                <c:pt idx="12133">
                  <c:v>13630.93</c:v>
                </c:pt>
                <c:pt idx="12134">
                  <c:v>13998.64</c:v>
                </c:pt>
                <c:pt idx="12135">
                  <c:v>5309.84</c:v>
                </c:pt>
                <c:pt idx="12136">
                  <c:v>3728.49</c:v>
                </c:pt>
                <c:pt idx="12137">
                  <c:v>59308.52</c:v>
                </c:pt>
                <c:pt idx="12138">
                  <c:v>49709.31</c:v>
                </c:pt>
                <c:pt idx="12139">
                  <c:v>19534.95</c:v>
                </c:pt>
                <c:pt idx="12140">
                  <c:v>83074.149999999994</c:v>
                </c:pt>
                <c:pt idx="12141">
                  <c:v>65272.28</c:v>
                </c:pt>
                <c:pt idx="12142">
                  <c:v>54972.78</c:v>
                </c:pt>
                <c:pt idx="12143">
                  <c:v>83670.509999999995</c:v>
                </c:pt>
                <c:pt idx="12144">
                  <c:v>3289.94</c:v>
                </c:pt>
                <c:pt idx="12145">
                  <c:v>13366.67</c:v>
                </c:pt>
                <c:pt idx="12146">
                  <c:v>40695.65</c:v>
                </c:pt>
                <c:pt idx="12147">
                  <c:v>6407.68</c:v>
                </c:pt>
                <c:pt idx="12148">
                  <c:v>29471.56</c:v>
                </c:pt>
                <c:pt idx="12149">
                  <c:v>39791.58</c:v>
                </c:pt>
                <c:pt idx="12150">
                  <c:v>17359.23</c:v>
                </c:pt>
                <c:pt idx="12151">
                  <c:v>25255.15</c:v>
                </c:pt>
                <c:pt idx="12152">
                  <c:v>5443.52</c:v>
                </c:pt>
                <c:pt idx="12153">
                  <c:v>31029.18</c:v>
                </c:pt>
                <c:pt idx="12154">
                  <c:v>8644.61</c:v>
                </c:pt>
                <c:pt idx="12155">
                  <c:v>69843.08</c:v>
                </c:pt>
                <c:pt idx="12156">
                  <c:v>6866.65</c:v>
                </c:pt>
                <c:pt idx="12157">
                  <c:v>4457.34</c:v>
                </c:pt>
                <c:pt idx="12158">
                  <c:v>10072.01</c:v>
                </c:pt>
                <c:pt idx="12159">
                  <c:v>6063.66</c:v>
                </c:pt>
                <c:pt idx="12160">
                  <c:v>67704.63</c:v>
                </c:pt>
                <c:pt idx="12161">
                  <c:v>2612.9299999999998</c:v>
                </c:pt>
                <c:pt idx="12162">
                  <c:v>26987.15</c:v>
                </c:pt>
                <c:pt idx="12163">
                  <c:v>31405.94</c:v>
                </c:pt>
                <c:pt idx="12164">
                  <c:v>13851.35</c:v>
                </c:pt>
                <c:pt idx="12165">
                  <c:v>9325.83</c:v>
                </c:pt>
                <c:pt idx="12166">
                  <c:v>51180.82</c:v>
                </c:pt>
                <c:pt idx="12167">
                  <c:v>47800.45</c:v>
                </c:pt>
                <c:pt idx="12168">
                  <c:v>49942.400000000001</c:v>
                </c:pt>
                <c:pt idx="12169">
                  <c:v>19898.97</c:v>
                </c:pt>
                <c:pt idx="12170">
                  <c:v>21456.95</c:v>
                </c:pt>
                <c:pt idx="12171">
                  <c:v>27623.360000000001</c:v>
                </c:pt>
                <c:pt idx="12172">
                  <c:v>16012.34</c:v>
                </c:pt>
                <c:pt idx="12173">
                  <c:v>6942.54</c:v>
                </c:pt>
                <c:pt idx="12174">
                  <c:v>56528.86</c:v>
                </c:pt>
                <c:pt idx="12175">
                  <c:v>12624.11</c:v>
                </c:pt>
                <c:pt idx="12176">
                  <c:v>24213.74</c:v>
                </c:pt>
                <c:pt idx="12177">
                  <c:v>31451.68</c:v>
                </c:pt>
                <c:pt idx="12178">
                  <c:v>21049.47</c:v>
                </c:pt>
                <c:pt idx="12179">
                  <c:v>38581.69</c:v>
                </c:pt>
                <c:pt idx="12180">
                  <c:v>5804.12</c:v>
                </c:pt>
                <c:pt idx="12181">
                  <c:v>22821.49</c:v>
                </c:pt>
                <c:pt idx="12182">
                  <c:v>15335.02</c:v>
                </c:pt>
                <c:pt idx="12183">
                  <c:v>14633.16</c:v>
                </c:pt>
                <c:pt idx="12184">
                  <c:v>8959.92</c:v>
                </c:pt>
                <c:pt idx="12185">
                  <c:v>67314.14</c:v>
                </c:pt>
                <c:pt idx="12186">
                  <c:v>9484.73</c:v>
                </c:pt>
                <c:pt idx="12187">
                  <c:v>32196.53</c:v>
                </c:pt>
                <c:pt idx="12188">
                  <c:v>14085.22</c:v>
                </c:pt>
                <c:pt idx="12189">
                  <c:v>19712.09</c:v>
                </c:pt>
                <c:pt idx="12190">
                  <c:v>45343.12</c:v>
                </c:pt>
                <c:pt idx="12191">
                  <c:v>41377.01</c:v>
                </c:pt>
                <c:pt idx="12192">
                  <c:v>27277.64</c:v>
                </c:pt>
                <c:pt idx="12193">
                  <c:v>7641.69</c:v>
                </c:pt>
                <c:pt idx="12194">
                  <c:v>38461.550000000003</c:v>
                </c:pt>
                <c:pt idx="12195">
                  <c:v>30688.81</c:v>
                </c:pt>
                <c:pt idx="12196">
                  <c:v>43557.03</c:v>
                </c:pt>
                <c:pt idx="12197">
                  <c:v>13862.16</c:v>
                </c:pt>
                <c:pt idx="12198">
                  <c:v>32802.839999999997</c:v>
                </c:pt>
                <c:pt idx="12199">
                  <c:v>18918.02</c:v>
                </c:pt>
                <c:pt idx="12200">
                  <c:v>22386.7</c:v>
                </c:pt>
                <c:pt idx="12201">
                  <c:v>45714.8</c:v>
                </c:pt>
                <c:pt idx="12202">
                  <c:v>18418.490000000002</c:v>
                </c:pt>
                <c:pt idx="12203">
                  <c:v>28433.98</c:v>
                </c:pt>
                <c:pt idx="12204">
                  <c:v>98523.08</c:v>
                </c:pt>
                <c:pt idx="12205">
                  <c:v>53055.58</c:v>
                </c:pt>
                <c:pt idx="12206">
                  <c:v>28044.95</c:v>
                </c:pt>
                <c:pt idx="12207">
                  <c:v>91686.63</c:v>
                </c:pt>
                <c:pt idx="12208">
                  <c:v>24595.200000000001</c:v>
                </c:pt>
                <c:pt idx="12209">
                  <c:v>29812.01</c:v>
                </c:pt>
                <c:pt idx="12210">
                  <c:v>36928.58</c:v>
                </c:pt>
                <c:pt idx="12211">
                  <c:v>2682.69</c:v>
                </c:pt>
                <c:pt idx="12212">
                  <c:v>7736.81</c:v>
                </c:pt>
                <c:pt idx="12213">
                  <c:v>23126.080000000002</c:v>
                </c:pt>
                <c:pt idx="12214">
                  <c:v>68000.03</c:v>
                </c:pt>
                <c:pt idx="12215">
                  <c:v>71812.100000000006</c:v>
                </c:pt>
                <c:pt idx="12216">
                  <c:v>20206.490000000002</c:v>
                </c:pt>
                <c:pt idx="12217">
                  <c:v>52413.06</c:v>
                </c:pt>
                <c:pt idx="12218">
                  <c:v>8977.23</c:v>
                </c:pt>
                <c:pt idx="12219">
                  <c:v>29054.97</c:v>
                </c:pt>
                <c:pt idx="12220">
                  <c:v>6827.99</c:v>
                </c:pt>
                <c:pt idx="12221">
                  <c:v>27310.82</c:v>
                </c:pt>
                <c:pt idx="12222">
                  <c:v>9971.17</c:v>
                </c:pt>
                <c:pt idx="12223">
                  <c:v>41343.800000000003</c:v>
                </c:pt>
                <c:pt idx="12224">
                  <c:v>28189.09</c:v>
                </c:pt>
                <c:pt idx="12225">
                  <c:v>30569.49</c:v>
                </c:pt>
                <c:pt idx="12226">
                  <c:v>9115.35</c:v>
                </c:pt>
                <c:pt idx="12227">
                  <c:v>17337.79</c:v>
                </c:pt>
                <c:pt idx="12228">
                  <c:v>5500.01</c:v>
                </c:pt>
                <c:pt idx="12229">
                  <c:v>22241.94</c:v>
                </c:pt>
                <c:pt idx="12230">
                  <c:v>42603.15</c:v>
                </c:pt>
                <c:pt idx="12231">
                  <c:v>10979.59</c:v>
                </c:pt>
                <c:pt idx="12232">
                  <c:v>8134.28</c:v>
                </c:pt>
                <c:pt idx="12233">
                  <c:v>15475.3</c:v>
                </c:pt>
                <c:pt idx="12234">
                  <c:v>19862.93</c:v>
                </c:pt>
                <c:pt idx="12235">
                  <c:v>38165.61</c:v>
                </c:pt>
                <c:pt idx="12236">
                  <c:v>82311.179999999993</c:v>
                </c:pt>
                <c:pt idx="12237">
                  <c:v>67863.66</c:v>
                </c:pt>
                <c:pt idx="12238">
                  <c:v>25990.71</c:v>
                </c:pt>
                <c:pt idx="12239">
                  <c:v>74696.75</c:v>
                </c:pt>
                <c:pt idx="12240">
                  <c:v>23215.22</c:v>
                </c:pt>
                <c:pt idx="12241">
                  <c:v>41118.589999999997</c:v>
                </c:pt>
                <c:pt idx="12242">
                  <c:v>34752.22</c:v>
                </c:pt>
                <c:pt idx="12243">
                  <c:v>3515.36</c:v>
                </c:pt>
                <c:pt idx="12244">
                  <c:v>48295.43</c:v>
                </c:pt>
                <c:pt idx="12245">
                  <c:v>77688.14</c:v>
                </c:pt>
                <c:pt idx="12246">
                  <c:v>76214.12</c:v>
                </c:pt>
                <c:pt idx="12247">
                  <c:v>25643.14</c:v>
                </c:pt>
                <c:pt idx="12248">
                  <c:v>5071.32</c:v>
                </c:pt>
                <c:pt idx="12249">
                  <c:v>22559.96</c:v>
                </c:pt>
                <c:pt idx="12250">
                  <c:v>18122.080000000002</c:v>
                </c:pt>
                <c:pt idx="12251">
                  <c:v>10397.31</c:v>
                </c:pt>
                <c:pt idx="12252">
                  <c:v>37303.14</c:v>
                </c:pt>
                <c:pt idx="12253">
                  <c:v>29574.15</c:v>
                </c:pt>
                <c:pt idx="12254">
                  <c:v>3631.91</c:v>
                </c:pt>
                <c:pt idx="12255">
                  <c:v>28541.52</c:v>
                </c:pt>
                <c:pt idx="12256">
                  <c:v>19740.669999999998</c:v>
                </c:pt>
                <c:pt idx="12257">
                  <c:v>8503.0300000000007</c:v>
                </c:pt>
                <c:pt idx="12258">
                  <c:v>28599.86</c:v>
                </c:pt>
                <c:pt idx="12259">
                  <c:v>32568.65</c:v>
                </c:pt>
                <c:pt idx="12260">
                  <c:v>9478.39</c:v>
                </c:pt>
                <c:pt idx="12261">
                  <c:v>12496.97</c:v>
                </c:pt>
                <c:pt idx="12262">
                  <c:v>31776.11</c:v>
                </c:pt>
                <c:pt idx="12263">
                  <c:v>13390.3</c:v>
                </c:pt>
                <c:pt idx="12264">
                  <c:v>42152.14</c:v>
                </c:pt>
                <c:pt idx="12265">
                  <c:v>12687.19</c:v>
                </c:pt>
                <c:pt idx="12266">
                  <c:v>41971.15</c:v>
                </c:pt>
                <c:pt idx="12267">
                  <c:v>70583.100000000006</c:v>
                </c:pt>
                <c:pt idx="12268">
                  <c:v>9873.17</c:v>
                </c:pt>
                <c:pt idx="12269">
                  <c:v>28362.66</c:v>
                </c:pt>
                <c:pt idx="12270">
                  <c:v>33797.480000000003</c:v>
                </c:pt>
                <c:pt idx="12271">
                  <c:v>75209.06</c:v>
                </c:pt>
                <c:pt idx="12272">
                  <c:v>51704.52</c:v>
                </c:pt>
                <c:pt idx="12273">
                  <c:v>38634.49</c:v>
                </c:pt>
                <c:pt idx="12274">
                  <c:v>10172.17</c:v>
                </c:pt>
                <c:pt idx="12275">
                  <c:v>63424.3</c:v>
                </c:pt>
                <c:pt idx="12276">
                  <c:v>61856.57</c:v>
                </c:pt>
                <c:pt idx="12277">
                  <c:v>68387.48</c:v>
                </c:pt>
                <c:pt idx="12278">
                  <c:v>21404.66</c:v>
                </c:pt>
                <c:pt idx="12279">
                  <c:v>28628.080000000002</c:v>
                </c:pt>
                <c:pt idx="12280">
                  <c:v>40653.29</c:v>
                </c:pt>
                <c:pt idx="12281">
                  <c:v>26700.79</c:v>
                </c:pt>
                <c:pt idx="12282">
                  <c:v>3719.46</c:v>
                </c:pt>
                <c:pt idx="12283">
                  <c:v>35261.599999999999</c:v>
                </c:pt>
                <c:pt idx="12284">
                  <c:v>29955.56</c:v>
                </c:pt>
                <c:pt idx="12285">
                  <c:v>8259.08</c:v>
                </c:pt>
                <c:pt idx="12286">
                  <c:v>10076.219999999999</c:v>
                </c:pt>
                <c:pt idx="12287">
                  <c:v>44309.53</c:v>
                </c:pt>
                <c:pt idx="12288">
                  <c:v>10101.040000000001</c:v>
                </c:pt>
                <c:pt idx="12289">
                  <c:v>98998.41</c:v>
                </c:pt>
                <c:pt idx="12290">
                  <c:v>41994.81</c:v>
                </c:pt>
                <c:pt idx="12291">
                  <c:v>31161.94</c:v>
                </c:pt>
                <c:pt idx="12292">
                  <c:v>21382.66</c:v>
                </c:pt>
                <c:pt idx="12293">
                  <c:v>1776.22</c:v>
                </c:pt>
                <c:pt idx="12294">
                  <c:v>18892.46</c:v>
                </c:pt>
                <c:pt idx="12295">
                  <c:v>11780.06</c:v>
                </c:pt>
                <c:pt idx="12296">
                  <c:v>15994.78</c:v>
                </c:pt>
                <c:pt idx="12297">
                  <c:v>31028.57</c:v>
                </c:pt>
                <c:pt idx="12298">
                  <c:v>20104.98</c:v>
                </c:pt>
                <c:pt idx="12299">
                  <c:v>63773.43</c:v>
                </c:pt>
                <c:pt idx="12300">
                  <c:v>26718.3</c:v>
                </c:pt>
                <c:pt idx="12301">
                  <c:v>26554.19</c:v>
                </c:pt>
                <c:pt idx="12302">
                  <c:v>7315.47</c:v>
                </c:pt>
                <c:pt idx="12303">
                  <c:v>19123.78</c:v>
                </c:pt>
                <c:pt idx="12304">
                  <c:v>31058.16</c:v>
                </c:pt>
                <c:pt idx="12305">
                  <c:v>9765.89</c:v>
                </c:pt>
                <c:pt idx="12306">
                  <c:v>10091.299999999999</c:v>
                </c:pt>
                <c:pt idx="12307">
                  <c:v>49049.09</c:v>
                </c:pt>
                <c:pt idx="12308">
                  <c:v>51213.04</c:v>
                </c:pt>
                <c:pt idx="12309">
                  <c:v>20901.38</c:v>
                </c:pt>
                <c:pt idx="12310">
                  <c:v>12726.8</c:v>
                </c:pt>
                <c:pt idx="12311">
                  <c:v>26898.48</c:v>
                </c:pt>
                <c:pt idx="12312">
                  <c:v>14959.61</c:v>
                </c:pt>
                <c:pt idx="12313">
                  <c:v>10009.69</c:v>
                </c:pt>
                <c:pt idx="12314">
                  <c:v>34628.160000000003</c:v>
                </c:pt>
                <c:pt idx="12315">
                  <c:v>5879.08</c:v>
                </c:pt>
                <c:pt idx="12316">
                  <c:v>18107.93</c:v>
                </c:pt>
                <c:pt idx="12317">
                  <c:v>14376.5</c:v>
                </c:pt>
                <c:pt idx="12318">
                  <c:v>22063.52</c:v>
                </c:pt>
                <c:pt idx="12319">
                  <c:v>33815.980000000003</c:v>
                </c:pt>
                <c:pt idx="12320">
                  <c:v>5948.84</c:v>
                </c:pt>
                <c:pt idx="12321">
                  <c:v>41090.36</c:v>
                </c:pt>
                <c:pt idx="12322">
                  <c:v>51844.77</c:v>
                </c:pt>
                <c:pt idx="12323">
                  <c:v>5794.49</c:v>
                </c:pt>
                <c:pt idx="12324">
                  <c:v>12023.21</c:v>
                </c:pt>
                <c:pt idx="12325">
                  <c:v>61995.86</c:v>
                </c:pt>
                <c:pt idx="12326">
                  <c:v>42264.39</c:v>
                </c:pt>
                <c:pt idx="12327">
                  <c:v>48966.79</c:v>
                </c:pt>
                <c:pt idx="12328">
                  <c:v>41720.49</c:v>
                </c:pt>
                <c:pt idx="12329">
                  <c:v>8763.01</c:v>
                </c:pt>
                <c:pt idx="12330">
                  <c:v>18722.66</c:v>
                </c:pt>
                <c:pt idx="12331">
                  <c:v>35097.47</c:v>
                </c:pt>
                <c:pt idx="12332">
                  <c:v>96618.06</c:v>
                </c:pt>
                <c:pt idx="12333">
                  <c:v>12701.74</c:v>
                </c:pt>
                <c:pt idx="12334">
                  <c:v>11112.44</c:v>
                </c:pt>
                <c:pt idx="12335">
                  <c:v>37795.480000000003</c:v>
                </c:pt>
                <c:pt idx="12336">
                  <c:v>60069.43</c:v>
                </c:pt>
                <c:pt idx="12337">
                  <c:v>12546.89</c:v>
                </c:pt>
                <c:pt idx="12338">
                  <c:v>72173.22</c:v>
                </c:pt>
                <c:pt idx="12339">
                  <c:v>18741.11</c:v>
                </c:pt>
                <c:pt idx="12340">
                  <c:v>2838.07</c:v>
                </c:pt>
                <c:pt idx="12341">
                  <c:v>34182.92</c:v>
                </c:pt>
                <c:pt idx="12342">
                  <c:v>37295.199999999997</c:v>
                </c:pt>
                <c:pt idx="12343">
                  <c:v>13313.58</c:v>
                </c:pt>
                <c:pt idx="12344">
                  <c:v>2098.91</c:v>
                </c:pt>
                <c:pt idx="12345">
                  <c:v>88624.62</c:v>
                </c:pt>
                <c:pt idx="12346">
                  <c:v>46318.23</c:v>
                </c:pt>
                <c:pt idx="12347">
                  <c:v>6804.94</c:v>
                </c:pt>
                <c:pt idx="12348">
                  <c:v>3155.54</c:v>
                </c:pt>
                <c:pt idx="12349">
                  <c:v>54640.91</c:v>
                </c:pt>
                <c:pt idx="12350">
                  <c:v>60173.48</c:v>
                </c:pt>
                <c:pt idx="12351">
                  <c:v>41317.800000000003</c:v>
                </c:pt>
                <c:pt idx="12352">
                  <c:v>50282.01</c:v>
                </c:pt>
                <c:pt idx="12353">
                  <c:v>33079.279999999999</c:v>
                </c:pt>
                <c:pt idx="12354">
                  <c:v>3616.47</c:v>
                </c:pt>
                <c:pt idx="12355">
                  <c:v>32003.58</c:v>
                </c:pt>
                <c:pt idx="12356">
                  <c:v>8374.2099999999991</c:v>
                </c:pt>
                <c:pt idx="12357">
                  <c:v>65325.4</c:v>
                </c:pt>
                <c:pt idx="12358">
                  <c:v>3052.1</c:v>
                </c:pt>
                <c:pt idx="12359">
                  <c:v>26971.98</c:v>
                </c:pt>
                <c:pt idx="12360">
                  <c:v>10084.35</c:v>
                </c:pt>
                <c:pt idx="12361">
                  <c:v>21646.28</c:v>
                </c:pt>
                <c:pt idx="12362">
                  <c:v>50720.15</c:v>
                </c:pt>
                <c:pt idx="12363">
                  <c:v>12932.96</c:v>
                </c:pt>
                <c:pt idx="12364">
                  <c:v>8392.17</c:v>
                </c:pt>
                <c:pt idx="12365">
                  <c:v>8047.46</c:v>
                </c:pt>
                <c:pt idx="12366">
                  <c:v>59480.99</c:v>
                </c:pt>
                <c:pt idx="12367">
                  <c:v>17284.900000000001</c:v>
                </c:pt>
                <c:pt idx="12368">
                  <c:v>29594.880000000001</c:v>
                </c:pt>
                <c:pt idx="12369">
                  <c:v>30609.18</c:v>
                </c:pt>
                <c:pt idx="12370">
                  <c:v>49497.27</c:v>
                </c:pt>
                <c:pt idx="12371">
                  <c:v>17387.900000000001</c:v>
                </c:pt>
                <c:pt idx="12372">
                  <c:v>22246.37</c:v>
                </c:pt>
                <c:pt idx="12373">
                  <c:v>13700.57</c:v>
                </c:pt>
                <c:pt idx="12374">
                  <c:v>5260.5</c:v>
                </c:pt>
                <c:pt idx="12375">
                  <c:v>19441.38</c:v>
                </c:pt>
                <c:pt idx="12376">
                  <c:v>28247.67</c:v>
                </c:pt>
                <c:pt idx="12377">
                  <c:v>34241.08</c:v>
                </c:pt>
                <c:pt idx="12378">
                  <c:v>7308.71</c:v>
                </c:pt>
                <c:pt idx="12379">
                  <c:v>55714.01</c:v>
                </c:pt>
                <c:pt idx="12380">
                  <c:v>65014.32</c:v>
                </c:pt>
                <c:pt idx="12381">
                  <c:v>8622.09</c:v>
                </c:pt>
                <c:pt idx="12382">
                  <c:v>74012.399999999994</c:v>
                </c:pt>
                <c:pt idx="12383">
                  <c:v>5182.29</c:v>
                </c:pt>
                <c:pt idx="12384">
                  <c:v>26288.560000000001</c:v>
                </c:pt>
                <c:pt idx="12385">
                  <c:v>45437.07</c:v>
                </c:pt>
                <c:pt idx="12386">
                  <c:v>7555.59</c:v>
                </c:pt>
                <c:pt idx="12387">
                  <c:v>41436.36</c:v>
                </c:pt>
                <c:pt idx="12388">
                  <c:v>60035.17</c:v>
                </c:pt>
                <c:pt idx="12389">
                  <c:v>11362.49</c:v>
                </c:pt>
                <c:pt idx="12390">
                  <c:v>34642.629999999997</c:v>
                </c:pt>
                <c:pt idx="12391">
                  <c:v>74059.759999999995</c:v>
                </c:pt>
                <c:pt idx="12392">
                  <c:v>29893.18</c:v>
                </c:pt>
                <c:pt idx="12393">
                  <c:v>19251.41</c:v>
                </c:pt>
                <c:pt idx="12394">
                  <c:v>23260.17</c:v>
                </c:pt>
                <c:pt idx="12395">
                  <c:v>89901.94</c:v>
                </c:pt>
                <c:pt idx="12396">
                  <c:v>12768.1</c:v>
                </c:pt>
                <c:pt idx="12397">
                  <c:v>13543.43</c:v>
                </c:pt>
                <c:pt idx="12398">
                  <c:v>13509.72</c:v>
                </c:pt>
                <c:pt idx="12399">
                  <c:v>5303.44</c:v>
                </c:pt>
                <c:pt idx="12400">
                  <c:v>13963.45</c:v>
                </c:pt>
                <c:pt idx="12401">
                  <c:v>49782.02</c:v>
                </c:pt>
                <c:pt idx="12402">
                  <c:v>8955.98</c:v>
                </c:pt>
                <c:pt idx="12403">
                  <c:v>61959.49</c:v>
                </c:pt>
                <c:pt idx="12404">
                  <c:v>99936.79</c:v>
                </c:pt>
                <c:pt idx="12405">
                  <c:v>8757.8700000000008</c:v>
                </c:pt>
                <c:pt idx="12406">
                  <c:v>23531.86</c:v>
                </c:pt>
                <c:pt idx="12407">
                  <c:v>34482.1</c:v>
                </c:pt>
                <c:pt idx="12408">
                  <c:v>19079.740000000002</c:v>
                </c:pt>
                <c:pt idx="12409">
                  <c:v>2629.32</c:v>
                </c:pt>
                <c:pt idx="12410">
                  <c:v>28354.02</c:v>
                </c:pt>
                <c:pt idx="12411">
                  <c:v>35342.870000000003</c:v>
                </c:pt>
                <c:pt idx="12412">
                  <c:v>7675.67</c:v>
                </c:pt>
                <c:pt idx="12413">
                  <c:v>68243.87</c:v>
                </c:pt>
                <c:pt idx="12414">
                  <c:v>18698.919999999998</c:v>
                </c:pt>
                <c:pt idx="12415">
                  <c:v>31555.439999999999</c:v>
                </c:pt>
                <c:pt idx="12416">
                  <c:v>11189.56</c:v>
                </c:pt>
                <c:pt idx="12417">
                  <c:v>53002.74</c:v>
                </c:pt>
                <c:pt idx="12418">
                  <c:v>25295.8</c:v>
                </c:pt>
                <c:pt idx="12419">
                  <c:v>20234.53</c:v>
                </c:pt>
                <c:pt idx="12420">
                  <c:v>6401.05</c:v>
                </c:pt>
                <c:pt idx="12421">
                  <c:v>9878.2999999999993</c:v>
                </c:pt>
                <c:pt idx="12422">
                  <c:v>43224.36</c:v>
                </c:pt>
                <c:pt idx="12423">
                  <c:v>23070.92</c:v>
                </c:pt>
                <c:pt idx="12424">
                  <c:v>10685.97</c:v>
                </c:pt>
                <c:pt idx="12425">
                  <c:v>101762.12</c:v>
                </c:pt>
                <c:pt idx="12426">
                  <c:v>60594.239999999998</c:v>
                </c:pt>
                <c:pt idx="12427">
                  <c:v>32931.68</c:v>
                </c:pt>
                <c:pt idx="12428">
                  <c:v>26682.89</c:v>
                </c:pt>
                <c:pt idx="12429">
                  <c:v>7932.42</c:v>
                </c:pt>
                <c:pt idx="12430">
                  <c:v>1766.18</c:v>
                </c:pt>
                <c:pt idx="12431">
                  <c:v>8205.02</c:v>
                </c:pt>
                <c:pt idx="12432">
                  <c:v>56859.82</c:v>
                </c:pt>
                <c:pt idx="12433">
                  <c:v>42087.4</c:v>
                </c:pt>
                <c:pt idx="12434">
                  <c:v>30932.5</c:v>
                </c:pt>
                <c:pt idx="12435">
                  <c:v>34556.839999999997</c:v>
                </c:pt>
                <c:pt idx="12436">
                  <c:v>2114.7199999999998</c:v>
                </c:pt>
                <c:pt idx="12437">
                  <c:v>57501.26</c:v>
                </c:pt>
                <c:pt idx="12438">
                  <c:v>5689.45</c:v>
                </c:pt>
                <c:pt idx="12439">
                  <c:v>12877.2</c:v>
                </c:pt>
                <c:pt idx="12440">
                  <c:v>65530.76</c:v>
                </c:pt>
                <c:pt idx="12441">
                  <c:v>35868.230000000003</c:v>
                </c:pt>
                <c:pt idx="12442">
                  <c:v>29248.03</c:v>
                </c:pt>
                <c:pt idx="12443">
                  <c:v>10106.09</c:v>
                </c:pt>
                <c:pt idx="12444">
                  <c:v>36255.83</c:v>
                </c:pt>
                <c:pt idx="12445">
                  <c:v>16473.84</c:v>
                </c:pt>
                <c:pt idx="12446">
                  <c:v>12491.09</c:v>
                </c:pt>
                <c:pt idx="12447">
                  <c:v>6757.7</c:v>
                </c:pt>
                <c:pt idx="12448">
                  <c:v>2507.2600000000002</c:v>
                </c:pt>
                <c:pt idx="12449">
                  <c:v>76269.69</c:v>
                </c:pt>
                <c:pt idx="12450">
                  <c:v>8403.44</c:v>
                </c:pt>
                <c:pt idx="12451">
                  <c:v>4613.3599999999997</c:v>
                </c:pt>
                <c:pt idx="12452">
                  <c:v>67095</c:v>
                </c:pt>
                <c:pt idx="12453">
                  <c:v>26463.86</c:v>
                </c:pt>
                <c:pt idx="12454">
                  <c:v>57114.16</c:v>
                </c:pt>
                <c:pt idx="12455">
                  <c:v>37524.31</c:v>
                </c:pt>
                <c:pt idx="12456">
                  <c:v>8170.18</c:v>
                </c:pt>
                <c:pt idx="12457">
                  <c:v>55744.92</c:v>
                </c:pt>
                <c:pt idx="12458">
                  <c:v>9141.01</c:v>
                </c:pt>
                <c:pt idx="12459">
                  <c:v>27481.65</c:v>
                </c:pt>
                <c:pt idx="12460">
                  <c:v>13136.81</c:v>
                </c:pt>
                <c:pt idx="12461">
                  <c:v>29015.87</c:v>
                </c:pt>
                <c:pt idx="12462">
                  <c:v>82651.38</c:v>
                </c:pt>
                <c:pt idx="12463">
                  <c:v>49952.36</c:v>
                </c:pt>
                <c:pt idx="12464">
                  <c:v>78663.27</c:v>
                </c:pt>
                <c:pt idx="12465">
                  <c:v>33590.97</c:v>
                </c:pt>
                <c:pt idx="12466">
                  <c:v>11923.96</c:v>
                </c:pt>
                <c:pt idx="12467">
                  <c:v>52602.11</c:v>
                </c:pt>
                <c:pt idx="12468">
                  <c:v>34525.449999999997</c:v>
                </c:pt>
                <c:pt idx="12469">
                  <c:v>31151.65</c:v>
                </c:pt>
                <c:pt idx="12470">
                  <c:v>33065</c:v>
                </c:pt>
                <c:pt idx="12471">
                  <c:v>14658.4</c:v>
                </c:pt>
                <c:pt idx="12472">
                  <c:v>9874.24</c:v>
                </c:pt>
                <c:pt idx="12473">
                  <c:v>82903.72</c:v>
                </c:pt>
                <c:pt idx="12474">
                  <c:v>16411.34</c:v>
                </c:pt>
                <c:pt idx="12475">
                  <c:v>46506.85</c:v>
                </c:pt>
                <c:pt idx="12476">
                  <c:v>13187.76</c:v>
                </c:pt>
                <c:pt idx="12477">
                  <c:v>7074.31</c:v>
                </c:pt>
                <c:pt idx="12478">
                  <c:v>89077.59</c:v>
                </c:pt>
                <c:pt idx="12479">
                  <c:v>71241.710000000006</c:v>
                </c:pt>
                <c:pt idx="12480">
                  <c:v>18424.39</c:v>
                </c:pt>
                <c:pt idx="12481">
                  <c:v>23266.06</c:v>
                </c:pt>
                <c:pt idx="12482">
                  <c:v>19002.689999999999</c:v>
                </c:pt>
                <c:pt idx="12483">
                  <c:v>29475.97</c:v>
                </c:pt>
                <c:pt idx="12484">
                  <c:v>30047.98</c:v>
                </c:pt>
                <c:pt idx="12485">
                  <c:v>24593.94</c:v>
                </c:pt>
                <c:pt idx="12486">
                  <c:v>52290.84</c:v>
                </c:pt>
                <c:pt idx="12487">
                  <c:v>90880.74</c:v>
                </c:pt>
                <c:pt idx="12488">
                  <c:v>44577.07</c:v>
                </c:pt>
                <c:pt idx="12489">
                  <c:v>10965.91</c:v>
                </c:pt>
                <c:pt idx="12490">
                  <c:v>26775.84</c:v>
                </c:pt>
                <c:pt idx="12491">
                  <c:v>10967.89</c:v>
                </c:pt>
                <c:pt idx="12492">
                  <c:v>29509.42</c:v>
                </c:pt>
                <c:pt idx="12493">
                  <c:v>58013.99</c:v>
                </c:pt>
                <c:pt idx="12494">
                  <c:v>57990.400000000001</c:v>
                </c:pt>
                <c:pt idx="12495">
                  <c:v>9298.0499999999993</c:v>
                </c:pt>
                <c:pt idx="12496">
                  <c:v>18367.490000000002</c:v>
                </c:pt>
                <c:pt idx="12497">
                  <c:v>60636.02</c:v>
                </c:pt>
                <c:pt idx="12498">
                  <c:v>12203.84</c:v>
                </c:pt>
                <c:pt idx="12499">
                  <c:v>22849.53</c:v>
                </c:pt>
                <c:pt idx="12500">
                  <c:v>53579.61</c:v>
                </c:pt>
                <c:pt idx="12501">
                  <c:v>43162.73</c:v>
                </c:pt>
                <c:pt idx="12502">
                  <c:v>26328.46</c:v>
                </c:pt>
                <c:pt idx="12503">
                  <c:v>43881.34</c:v>
                </c:pt>
                <c:pt idx="12504">
                  <c:v>74451.13</c:v>
                </c:pt>
                <c:pt idx="12505">
                  <c:v>6994.97</c:v>
                </c:pt>
                <c:pt idx="12506">
                  <c:v>64303.6</c:v>
                </c:pt>
                <c:pt idx="12507">
                  <c:v>16503.509999999998</c:v>
                </c:pt>
                <c:pt idx="12508">
                  <c:v>10316.219999999999</c:v>
                </c:pt>
                <c:pt idx="12509">
                  <c:v>32360.66</c:v>
                </c:pt>
                <c:pt idx="12510">
                  <c:v>15539.17</c:v>
                </c:pt>
                <c:pt idx="12511">
                  <c:v>73920.42</c:v>
                </c:pt>
                <c:pt idx="12512">
                  <c:v>10580.48</c:v>
                </c:pt>
                <c:pt idx="12513">
                  <c:v>34775.75</c:v>
                </c:pt>
                <c:pt idx="12514">
                  <c:v>26318.71</c:v>
                </c:pt>
                <c:pt idx="12515">
                  <c:v>95956.14</c:v>
                </c:pt>
                <c:pt idx="12516">
                  <c:v>3448.68</c:v>
                </c:pt>
                <c:pt idx="12517">
                  <c:v>3819.75</c:v>
                </c:pt>
                <c:pt idx="12518">
                  <c:v>12944.57</c:v>
                </c:pt>
                <c:pt idx="12519">
                  <c:v>25636.09</c:v>
                </c:pt>
                <c:pt idx="12520">
                  <c:v>17793.78</c:v>
                </c:pt>
                <c:pt idx="12521">
                  <c:v>11542.58</c:v>
                </c:pt>
                <c:pt idx="12522">
                  <c:v>44500.36</c:v>
                </c:pt>
                <c:pt idx="12523">
                  <c:v>17949.68</c:v>
                </c:pt>
                <c:pt idx="12524">
                  <c:v>1879.1</c:v>
                </c:pt>
                <c:pt idx="12525">
                  <c:v>73343.72</c:v>
                </c:pt>
                <c:pt idx="12526">
                  <c:v>76929.09</c:v>
                </c:pt>
                <c:pt idx="12527">
                  <c:v>67805.36</c:v>
                </c:pt>
                <c:pt idx="12528">
                  <c:v>30005.27</c:v>
                </c:pt>
                <c:pt idx="12529">
                  <c:v>3246.96</c:v>
                </c:pt>
                <c:pt idx="12530">
                  <c:v>7224.21</c:v>
                </c:pt>
                <c:pt idx="12531">
                  <c:v>19813.5</c:v>
                </c:pt>
                <c:pt idx="12532">
                  <c:v>26788.44</c:v>
                </c:pt>
                <c:pt idx="12533">
                  <c:v>48752.29</c:v>
                </c:pt>
                <c:pt idx="12534">
                  <c:v>24878.57</c:v>
                </c:pt>
                <c:pt idx="12535">
                  <c:v>39797.519999999997</c:v>
                </c:pt>
                <c:pt idx="12536">
                  <c:v>30811.1</c:v>
                </c:pt>
                <c:pt idx="12537">
                  <c:v>13558.6</c:v>
                </c:pt>
                <c:pt idx="12538">
                  <c:v>9075.82</c:v>
                </c:pt>
                <c:pt idx="12539">
                  <c:v>48302.27</c:v>
                </c:pt>
                <c:pt idx="12540">
                  <c:v>5208.42</c:v>
                </c:pt>
                <c:pt idx="12541">
                  <c:v>2696.42</c:v>
                </c:pt>
                <c:pt idx="12542">
                  <c:v>30282.3</c:v>
                </c:pt>
                <c:pt idx="12543">
                  <c:v>27639.95</c:v>
                </c:pt>
                <c:pt idx="12544">
                  <c:v>16828.98</c:v>
                </c:pt>
                <c:pt idx="12545">
                  <c:v>4711.0600000000004</c:v>
                </c:pt>
                <c:pt idx="12546">
                  <c:v>77320.990000000005</c:v>
                </c:pt>
                <c:pt idx="12547">
                  <c:v>51413.17</c:v>
                </c:pt>
                <c:pt idx="12548">
                  <c:v>32313.75</c:v>
                </c:pt>
                <c:pt idx="12549">
                  <c:v>73607.210000000006</c:v>
                </c:pt>
                <c:pt idx="12550">
                  <c:v>42414.37</c:v>
                </c:pt>
                <c:pt idx="12551">
                  <c:v>23238.31</c:v>
                </c:pt>
                <c:pt idx="12552">
                  <c:v>55808.87</c:v>
                </c:pt>
                <c:pt idx="12553">
                  <c:v>20313.63</c:v>
                </c:pt>
                <c:pt idx="12554">
                  <c:v>23583.65</c:v>
                </c:pt>
                <c:pt idx="12555">
                  <c:v>60241.34</c:v>
                </c:pt>
                <c:pt idx="12556">
                  <c:v>4286.1400000000003</c:v>
                </c:pt>
                <c:pt idx="12557">
                  <c:v>19562.61</c:v>
                </c:pt>
                <c:pt idx="12558">
                  <c:v>23809.05</c:v>
                </c:pt>
                <c:pt idx="12559">
                  <c:v>37658.879999999997</c:v>
                </c:pt>
                <c:pt idx="12560">
                  <c:v>16811.759999999998</c:v>
                </c:pt>
                <c:pt idx="12561">
                  <c:v>52045.9</c:v>
                </c:pt>
                <c:pt idx="12562">
                  <c:v>97768.44</c:v>
                </c:pt>
                <c:pt idx="12563">
                  <c:v>3400.97</c:v>
                </c:pt>
                <c:pt idx="12564">
                  <c:v>82011.22</c:v>
                </c:pt>
                <c:pt idx="12565">
                  <c:v>11762.1</c:v>
                </c:pt>
                <c:pt idx="12566">
                  <c:v>58217.59</c:v>
                </c:pt>
                <c:pt idx="12567">
                  <c:v>10012.09</c:v>
                </c:pt>
                <c:pt idx="12568">
                  <c:v>26104.42</c:v>
                </c:pt>
                <c:pt idx="12569">
                  <c:v>40536.85</c:v>
                </c:pt>
                <c:pt idx="12570">
                  <c:v>80136</c:v>
                </c:pt>
                <c:pt idx="12571">
                  <c:v>52171.69</c:v>
                </c:pt>
                <c:pt idx="12572">
                  <c:v>18845.66</c:v>
                </c:pt>
                <c:pt idx="12573">
                  <c:v>18744.740000000002</c:v>
                </c:pt>
                <c:pt idx="12574">
                  <c:v>21787.26</c:v>
                </c:pt>
                <c:pt idx="12575">
                  <c:v>9335.9500000000007</c:v>
                </c:pt>
                <c:pt idx="12576">
                  <c:v>12648.93</c:v>
                </c:pt>
                <c:pt idx="12577">
                  <c:v>67672.710000000006</c:v>
                </c:pt>
                <c:pt idx="12578">
                  <c:v>17027.93</c:v>
                </c:pt>
                <c:pt idx="12579">
                  <c:v>61259.75</c:v>
                </c:pt>
                <c:pt idx="12580">
                  <c:v>35027.370000000003</c:v>
                </c:pt>
                <c:pt idx="12581">
                  <c:v>41518.68</c:v>
                </c:pt>
                <c:pt idx="12582">
                  <c:v>90481.76</c:v>
                </c:pt>
                <c:pt idx="12583">
                  <c:v>41036.69</c:v>
                </c:pt>
                <c:pt idx="12584">
                  <c:v>8326.52</c:v>
                </c:pt>
                <c:pt idx="12585">
                  <c:v>2261.41</c:v>
                </c:pt>
                <c:pt idx="12586">
                  <c:v>34402.519999999997</c:v>
                </c:pt>
                <c:pt idx="12587">
                  <c:v>15889.71</c:v>
                </c:pt>
                <c:pt idx="12588">
                  <c:v>67104.259999999995</c:v>
                </c:pt>
                <c:pt idx="12589">
                  <c:v>3486.25</c:v>
                </c:pt>
                <c:pt idx="12590">
                  <c:v>3268.87</c:v>
                </c:pt>
                <c:pt idx="12591">
                  <c:v>9230.9599999999991</c:v>
                </c:pt>
                <c:pt idx="12592">
                  <c:v>66548.66</c:v>
                </c:pt>
                <c:pt idx="12593">
                  <c:v>19244.09</c:v>
                </c:pt>
                <c:pt idx="12594">
                  <c:v>35958.29</c:v>
                </c:pt>
                <c:pt idx="12595">
                  <c:v>26779.24</c:v>
                </c:pt>
                <c:pt idx="12596">
                  <c:v>27841.72</c:v>
                </c:pt>
                <c:pt idx="12597">
                  <c:v>2228.7600000000002</c:v>
                </c:pt>
                <c:pt idx="12598">
                  <c:v>29253.17</c:v>
                </c:pt>
                <c:pt idx="12599">
                  <c:v>16735.13</c:v>
                </c:pt>
                <c:pt idx="12600">
                  <c:v>32989.360000000001</c:v>
                </c:pt>
                <c:pt idx="12601">
                  <c:v>51981.87</c:v>
                </c:pt>
                <c:pt idx="12602">
                  <c:v>62815.91</c:v>
                </c:pt>
                <c:pt idx="12603">
                  <c:v>22309.46</c:v>
                </c:pt>
                <c:pt idx="12604">
                  <c:v>57203.9</c:v>
                </c:pt>
                <c:pt idx="12605">
                  <c:v>60519.68</c:v>
                </c:pt>
                <c:pt idx="12606">
                  <c:v>5363.72</c:v>
                </c:pt>
                <c:pt idx="12607">
                  <c:v>22348.240000000002</c:v>
                </c:pt>
                <c:pt idx="12608">
                  <c:v>8881.14</c:v>
                </c:pt>
                <c:pt idx="12609">
                  <c:v>19209.96</c:v>
                </c:pt>
                <c:pt idx="12610">
                  <c:v>46253.53</c:v>
                </c:pt>
                <c:pt idx="12611">
                  <c:v>5242.05</c:v>
                </c:pt>
                <c:pt idx="12612">
                  <c:v>23577.279999999999</c:v>
                </c:pt>
                <c:pt idx="12613">
                  <c:v>12545.61</c:v>
                </c:pt>
                <c:pt idx="12614">
                  <c:v>32532.68</c:v>
                </c:pt>
                <c:pt idx="12615">
                  <c:v>32416.05</c:v>
                </c:pt>
                <c:pt idx="12616">
                  <c:v>55091.34</c:v>
                </c:pt>
                <c:pt idx="12617">
                  <c:v>89759.69</c:v>
                </c:pt>
                <c:pt idx="12618">
                  <c:v>1747.54</c:v>
                </c:pt>
                <c:pt idx="12619">
                  <c:v>40102.97</c:v>
                </c:pt>
                <c:pt idx="12620">
                  <c:v>25841.42</c:v>
                </c:pt>
                <c:pt idx="12621">
                  <c:v>21528.74</c:v>
                </c:pt>
                <c:pt idx="12622">
                  <c:v>3613.05</c:v>
                </c:pt>
                <c:pt idx="12623">
                  <c:v>11489.98</c:v>
                </c:pt>
                <c:pt idx="12624">
                  <c:v>13780.79</c:v>
                </c:pt>
                <c:pt idx="12625">
                  <c:v>61438.02</c:v>
                </c:pt>
                <c:pt idx="12626">
                  <c:v>37926.04</c:v>
                </c:pt>
                <c:pt idx="12627">
                  <c:v>68188.600000000006</c:v>
                </c:pt>
                <c:pt idx="12628">
                  <c:v>11038.26</c:v>
                </c:pt>
                <c:pt idx="12629">
                  <c:v>12376.98</c:v>
                </c:pt>
                <c:pt idx="12630">
                  <c:v>11810.59</c:v>
                </c:pt>
                <c:pt idx="12631">
                  <c:v>6644.11</c:v>
                </c:pt>
                <c:pt idx="12632">
                  <c:v>85857.31</c:v>
                </c:pt>
                <c:pt idx="12633">
                  <c:v>3374.05</c:v>
                </c:pt>
                <c:pt idx="12634">
                  <c:v>47184.72</c:v>
                </c:pt>
                <c:pt idx="12635">
                  <c:v>2996.43</c:v>
                </c:pt>
                <c:pt idx="12636">
                  <c:v>19554.05</c:v>
                </c:pt>
                <c:pt idx="12637">
                  <c:v>99401.19</c:v>
                </c:pt>
                <c:pt idx="12638">
                  <c:v>63658.06</c:v>
                </c:pt>
                <c:pt idx="12639">
                  <c:v>13202.7</c:v>
                </c:pt>
                <c:pt idx="12640">
                  <c:v>1455.29</c:v>
                </c:pt>
                <c:pt idx="12641">
                  <c:v>16124.64</c:v>
                </c:pt>
                <c:pt idx="12642">
                  <c:v>36958.480000000003</c:v>
                </c:pt>
                <c:pt idx="12643">
                  <c:v>18468.509999999998</c:v>
                </c:pt>
                <c:pt idx="12644">
                  <c:v>28649.94</c:v>
                </c:pt>
                <c:pt idx="12645">
                  <c:v>25567.13</c:v>
                </c:pt>
                <c:pt idx="12646">
                  <c:v>92313.06</c:v>
                </c:pt>
                <c:pt idx="12647">
                  <c:v>19816.37</c:v>
                </c:pt>
                <c:pt idx="12648">
                  <c:v>65927.990000000005</c:v>
                </c:pt>
                <c:pt idx="12649">
                  <c:v>10684.49</c:v>
                </c:pt>
                <c:pt idx="12650">
                  <c:v>18710.650000000001</c:v>
                </c:pt>
                <c:pt idx="12651">
                  <c:v>34076.28</c:v>
                </c:pt>
                <c:pt idx="12652">
                  <c:v>43673.84</c:v>
                </c:pt>
                <c:pt idx="12653">
                  <c:v>53627.8</c:v>
                </c:pt>
                <c:pt idx="12654">
                  <c:v>25057.87</c:v>
                </c:pt>
                <c:pt idx="12655">
                  <c:v>9517.6</c:v>
                </c:pt>
                <c:pt idx="12656">
                  <c:v>27744.74</c:v>
                </c:pt>
                <c:pt idx="12657">
                  <c:v>10501.47</c:v>
                </c:pt>
                <c:pt idx="12658">
                  <c:v>11028.45</c:v>
                </c:pt>
                <c:pt idx="12659">
                  <c:v>61613.72</c:v>
                </c:pt>
                <c:pt idx="12660">
                  <c:v>30378.6</c:v>
                </c:pt>
                <c:pt idx="12661">
                  <c:v>4741.58</c:v>
                </c:pt>
                <c:pt idx="12662">
                  <c:v>6318.84</c:v>
                </c:pt>
                <c:pt idx="12663">
                  <c:v>63267.28</c:v>
                </c:pt>
                <c:pt idx="12664">
                  <c:v>60528.79</c:v>
                </c:pt>
                <c:pt idx="12665">
                  <c:v>20761.96</c:v>
                </c:pt>
                <c:pt idx="12666">
                  <c:v>6435.32</c:v>
                </c:pt>
                <c:pt idx="12667">
                  <c:v>7651.46</c:v>
                </c:pt>
                <c:pt idx="12668">
                  <c:v>22902.68</c:v>
                </c:pt>
                <c:pt idx="12669">
                  <c:v>12705.27</c:v>
                </c:pt>
                <c:pt idx="12670">
                  <c:v>31281.18</c:v>
                </c:pt>
                <c:pt idx="12671">
                  <c:v>40754.35</c:v>
                </c:pt>
                <c:pt idx="12672">
                  <c:v>23248.89</c:v>
                </c:pt>
                <c:pt idx="12673">
                  <c:v>14055.85</c:v>
                </c:pt>
                <c:pt idx="12674">
                  <c:v>19465.53</c:v>
                </c:pt>
                <c:pt idx="12675">
                  <c:v>27611.01</c:v>
                </c:pt>
                <c:pt idx="12676">
                  <c:v>19330.939999999999</c:v>
                </c:pt>
                <c:pt idx="12677">
                  <c:v>91900.59</c:v>
                </c:pt>
                <c:pt idx="12678">
                  <c:v>12373.96</c:v>
                </c:pt>
                <c:pt idx="12679">
                  <c:v>14621.46</c:v>
                </c:pt>
                <c:pt idx="12680">
                  <c:v>40716.519999999997</c:v>
                </c:pt>
                <c:pt idx="12681">
                  <c:v>51197.36</c:v>
                </c:pt>
                <c:pt idx="12682">
                  <c:v>27319.7</c:v>
                </c:pt>
                <c:pt idx="12683">
                  <c:v>7969.87</c:v>
                </c:pt>
                <c:pt idx="12684">
                  <c:v>41819.21</c:v>
                </c:pt>
                <c:pt idx="12685">
                  <c:v>23562.63</c:v>
                </c:pt>
                <c:pt idx="12686">
                  <c:v>7092.41</c:v>
                </c:pt>
                <c:pt idx="12687">
                  <c:v>19097.349999999999</c:v>
                </c:pt>
                <c:pt idx="12688">
                  <c:v>11780.12</c:v>
                </c:pt>
                <c:pt idx="12689">
                  <c:v>38162.980000000003</c:v>
                </c:pt>
                <c:pt idx="12690">
                  <c:v>75555.399999999994</c:v>
                </c:pt>
                <c:pt idx="12691">
                  <c:v>9074.6</c:v>
                </c:pt>
                <c:pt idx="12692">
                  <c:v>41729.480000000003</c:v>
                </c:pt>
                <c:pt idx="12693">
                  <c:v>2759.88</c:v>
                </c:pt>
                <c:pt idx="12694">
                  <c:v>45036.18</c:v>
                </c:pt>
                <c:pt idx="12695">
                  <c:v>30812.63</c:v>
                </c:pt>
                <c:pt idx="12696">
                  <c:v>62007.12</c:v>
                </c:pt>
                <c:pt idx="12697">
                  <c:v>11350.08</c:v>
                </c:pt>
                <c:pt idx="12698">
                  <c:v>48423.56</c:v>
                </c:pt>
                <c:pt idx="12699">
                  <c:v>14547.39</c:v>
                </c:pt>
                <c:pt idx="12700">
                  <c:v>12437.25</c:v>
                </c:pt>
                <c:pt idx="12701">
                  <c:v>18798.650000000001</c:v>
                </c:pt>
                <c:pt idx="12702">
                  <c:v>1778.95</c:v>
                </c:pt>
                <c:pt idx="12703">
                  <c:v>16075.74</c:v>
                </c:pt>
                <c:pt idx="12704">
                  <c:v>5402.03</c:v>
                </c:pt>
                <c:pt idx="12705">
                  <c:v>70813.679999999993</c:v>
                </c:pt>
                <c:pt idx="12706">
                  <c:v>14815.14</c:v>
                </c:pt>
                <c:pt idx="12707">
                  <c:v>90002.85</c:v>
                </c:pt>
                <c:pt idx="12708">
                  <c:v>11708.97</c:v>
                </c:pt>
                <c:pt idx="12709">
                  <c:v>18136.55</c:v>
                </c:pt>
                <c:pt idx="12710">
                  <c:v>14322.72</c:v>
                </c:pt>
                <c:pt idx="12711">
                  <c:v>4027.94</c:v>
                </c:pt>
                <c:pt idx="12712">
                  <c:v>39357.699999999997</c:v>
                </c:pt>
                <c:pt idx="12713">
                  <c:v>6598.81</c:v>
                </c:pt>
                <c:pt idx="12714">
                  <c:v>5333.06</c:v>
                </c:pt>
                <c:pt idx="12715">
                  <c:v>3819.14</c:v>
                </c:pt>
                <c:pt idx="12716">
                  <c:v>36833.71</c:v>
                </c:pt>
                <c:pt idx="12717">
                  <c:v>41531.14</c:v>
                </c:pt>
                <c:pt idx="12718">
                  <c:v>14246.55</c:v>
                </c:pt>
                <c:pt idx="12719">
                  <c:v>6878.73</c:v>
                </c:pt>
                <c:pt idx="12720">
                  <c:v>30838.69</c:v>
                </c:pt>
                <c:pt idx="12721">
                  <c:v>28196.14</c:v>
                </c:pt>
                <c:pt idx="12722">
                  <c:v>40246.980000000003</c:v>
                </c:pt>
                <c:pt idx="12723">
                  <c:v>19257.12</c:v>
                </c:pt>
                <c:pt idx="12724">
                  <c:v>43415.25</c:v>
                </c:pt>
                <c:pt idx="12725">
                  <c:v>4823.92</c:v>
                </c:pt>
                <c:pt idx="12726">
                  <c:v>36501.99</c:v>
                </c:pt>
                <c:pt idx="12727">
                  <c:v>27551.18</c:v>
                </c:pt>
                <c:pt idx="12728">
                  <c:v>47969.04</c:v>
                </c:pt>
                <c:pt idx="12729">
                  <c:v>13408.9</c:v>
                </c:pt>
                <c:pt idx="12730">
                  <c:v>10229.86</c:v>
                </c:pt>
                <c:pt idx="12731">
                  <c:v>58557.03</c:v>
                </c:pt>
                <c:pt idx="12732">
                  <c:v>37713.82</c:v>
                </c:pt>
                <c:pt idx="12733">
                  <c:v>41036.620000000003</c:v>
                </c:pt>
                <c:pt idx="12734">
                  <c:v>15868.35</c:v>
                </c:pt>
                <c:pt idx="12735">
                  <c:v>62065.33</c:v>
                </c:pt>
                <c:pt idx="12736">
                  <c:v>37541.910000000003</c:v>
                </c:pt>
                <c:pt idx="12737">
                  <c:v>9836.32</c:v>
                </c:pt>
                <c:pt idx="12738">
                  <c:v>7256.29</c:v>
                </c:pt>
                <c:pt idx="12739">
                  <c:v>67392.59</c:v>
                </c:pt>
                <c:pt idx="12740">
                  <c:v>100641.45</c:v>
                </c:pt>
                <c:pt idx="12741">
                  <c:v>7486.79</c:v>
                </c:pt>
                <c:pt idx="12742">
                  <c:v>41998.7</c:v>
                </c:pt>
                <c:pt idx="12743">
                  <c:v>31884.22</c:v>
                </c:pt>
                <c:pt idx="12744">
                  <c:v>10909.27</c:v>
                </c:pt>
                <c:pt idx="12745">
                  <c:v>44195.76</c:v>
                </c:pt>
                <c:pt idx="12746">
                  <c:v>11187.76</c:v>
                </c:pt>
                <c:pt idx="12747">
                  <c:v>71434.61</c:v>
                </c:pt>
                <c:pt idx="12748">
                  <c:v>37486.6</c:v>
                </c:pt>
                <c:pt idx="12749">
                  <c:v>16851.03</c:v>
                </c:pt>
                <c:pt idx="12750">
                  <c:v>33983.67</c:v>
                </c:pt>
                <c:pt idx="12751">
                  <c:v>42548.27</c:v>
                </c:pt>
                <c:pt idx="12752">
                  <c:v>49284.06</c:v>
                </c:pt>
                <c:pt idx="12753">
                  <c:v>61228.57</c:v>
                </c:pt>
                <c:pt idx="12754">
                  <c:v>6281.86</c:v>
                </c:pt>
                <c:pt idx="12755">
                  <c:v>8662.44</c:v>
                </c:pt>
                <c:pt idx="12756">
                  <c:v>10029.129999999999</c:v>
                </c:pt>
                <c:pt idx="12757">
                  <c:v>12698.74</c:v>
                </c:pt>
                <c:pt idx="12758">
                  <c:v>13545.35</c:v>
                </c:pt>
                <c:pt idx="12759">
                  <c:v>39357.17</c:v>
                </c:pt>
                <c:pt idx="12760">
                  <c:v>8991.19</c:v>
                </c:pt>
                <c:pt idx="12761">
                  <c:v>33173.800000000003</c:v>
                </c:pt>
                <c:pt idx="12762">
                  <c:v>72091.95</c:v>
                </c:pt>
                <c:pt idx="12763">
                  <c:v>80598.740000000005</c:v>
                </c:pt>
                <c:pt idx="12764">
                  <c:v>21145.79</c:v>
                </c:pt>
                <c:pt idx="12765">
                  <c:v>37419.81</c:v>
                </c:pt>
                <c:pt idx="12766">
                  <c:v>4642.8900000000003</c:v>
                </c:pt>
                <c:pt idx="12767">
                  <c:v>51837.14</c:v>
                </c:pt>
                <c:pt idx="12768">
                  <c:v>7593.36</c:v>
                </c:pt>
                <c:pt idx="12769">
                  <c:v>9058.48</c:v>
                </c:pt>
                <c:pt idx="12770">
                  <c:v>91104.43</c:v>
                </c:pt>
                <c:pt idx="12771">
                  <c:v>11806.89</c:v>
                </c:pt>
                <c:pt idx="12772">
                  <c:v>60538.38</c:v>
                </c:pt>
                <c:pt idx="12773">
                  <c:v>29273.200000000001</c:v>
                </c:pt>
                <c:pt idx="12774">
                  <c:v>83991.13</c:v>
                </c:pt>
                <c:pt idx="12775">
                  <c:v>50785.81</c:v>
                </c:pt>
                <c:pt idx="12776">
                  <c:v>47410.54</c:v>
                </c:pt>
                <c:pt idx="12777">
                  <c:v>22943.47</c:v>
                </c:pt>
                <c:pt idx="12778">
                  <c:v>5018.8500000000004</c:v>
                </c:pt>
                <c:pt idx="12779">
                  <c:v>12701.35</c:v>
                </c:pt>
                <c:pt idx="12780">
                  <c:v>53669.45</c:v>
                </c:pt>
                <c:pt idx="12781">
                  <c:v>40909.11</c:v>
                </c:pt>
                <c:pt idx="12782">
                  <c:v>3292.36</c:v>
                </c:pt>
                <c:pt idx="12783">
                  <c:v>47426.720000000001</c:v>
                </c:pt>
                <c:pt idx="12784">
                  <c:v>3209.16</c:v>
                </c:pt>
                <c:pt idx="12785">
                  <c:v>34789.279999999999</c:v>
                </c:pt>
                <c:pt idx="12786">
                  <c:v>51653.26</c:v>
                </c:pt>
                <c:pt idx="12787">
                  <c:v>21301.02</c:v>
                </c:pt>
                <c:pt idx="12788">
                  <c:v>60197.97</c:v>
                </c:pt>
                <c:pt idx="12789">
                  <c:v>26896.240000000002</c:v>
                </c:pt>
                <c:pt idx="12790">
                  <c:v>2406.15</c:v>
                </c:pt>
                <c:pt idx="12791">
                  <c:v>18365.39</c:v>
                </c:pt>
                <c:pt idx="12792">
                  <c:v>66425.62</c:v>
                </c:pt>
                <c:pt idx="12793">
                  <c:v>16646.47</c:v>
                </c:pt>
                <c:pt idx="12794">
                  <c:v>24410.86</c:v>
                </c:pt>
                <c:pt idx="12795">
                  <c:v>67076.17</c:v>
                </c:pt>
                <c:pt idx="12796">
                  <c:v>15065.66</c:v>
                </c:pt>
                <c:pt idx="12797">
                  <c:v>81618.28</c:v>
                </c:pt>
                <c:pt idx="12798">
                  <c:v>73411.13</c:v>
                </c:pt>
                <c:pt idx="12799">
                  <c:v>25913.73</c:v>
                </c:pt>
                <c:pt idx="12800">
                  <c:v>8899.6</c:v>
                </c:pt>
                <c:pt idx="12801">
                  <c:v>38655.64</c:v>
                </c:pt>
                <c:pt idx="12802">
                  <c:v>19562.830000000002</c:v>
                </c:pt>
                <c:pt idx="12803">
                  <c:v>16273.64</c:v>
                </c:pt>
                <c:pt idx="12804">
                  <c:v>46456.480000000003</c:v>
                </c:pt>
                <c:pt idx="12805">
                  <c:v>3117.26</c:v>
                </c:pt>
                <c:pt idx="12806">
                  <c:v>36507.24</c:v>
                </c:pt>
                <c:pt idx="12807">
                  <c:v>37661.99</c:v>
                </c:pt>
                <c:pt idx="12808">
                  <c:v>14214.66</c:v>
                </c:pt>
                <c:pt idx="12809">
                  <c:v>37175.379999999997</c:v>
                </c:pt>
                <c:pt idx="12810">
                  <c:v>51473.89</c:v>
                </c:pt>
                <c:pt idx="12811">
                  <c:v>50571.49</c:v>
                </c:pt>
                <c:pt idx="12812">
                  <c:v>12409.45</c:v>
                </c:pt>
                <c:pt idx="12813">
                  <c:v>39037.29</c:v>
                </c:pt>
                <c:pt idx="12814">
                  <c:v>10447.879999999999</c:v>
                </c:pt>
                <c:pt idx="12815">
                  <c:v>97830.080000000002</c:v>
                </c:pt>
                <c:pt idx="12816">
                  <c:v>2905.33</c:v>
                </c:pt>
                <c:pt idx="12817">
                  <c:v>23235.06</c:v>
                </c:pt>
                <c:pt idx="12818">
                  <c:v>101939.25</c:v>
                </c:pt>
                <c:pt idx="12819">
                  <c:v>17369.099999999999</c:v>
                </c:pt>
                <c:pt idx="12820">
                  <c:v>23884.28</c:v>
                </c:pt>
                <c:pt idx="12821">
                  <c:v>42782.51</c:v>
                </c:pt>
                <c:pt idx="12822">
                  <c:v>10048.209999999999</c:v>
                </c:pt>
                <c:pt idx="12823">
                  <c:v>42818.080000000002</c:v>
                </c:pt>
                <c:pt idx="12824">
                  <c:v>45813.21</c:v>
                </c:pt>
                <c:pt idx="12825">
                  <c:v>21700.46</c:v>
                </c:pt>
                <c:pt idx="12826">
                  <c:v>8346.91</c:v>
                </c:pt>
                <c:pt idx="12827">
                  <c:v>8942.1200000000008</c:v>
                </c:pt>
                <c:pt idx="12828">
                  <c:v>2254.3000000000002</c:v>
                </c:pt>
                <c:pt idx="12829">
                  <c:v>61939.71</c:v>
                </c:pt>
                <c:pt idx="12830">
                  <c:v>45615.72</c:v>
                </c:pt>
                <c:pt idx="12831">
                  <c:v>13070.58</c:v>
                </c:pt>
                <c:pt idx="12832">
                  <c:v>29785.040000000001</c:v>
                </c:pt>
                <c:pt idx="12833">
                  <c:v>7632.91</c:v>
                </c:pt>
                <c:pt idx="12834">
                  <c:v>14512.93</c:v>
                </c:pt>
                <c:pt idx="12835">
                  <c:v>6065.2</c:v>
                </c:pt>
                <c:pt idx="12836">
                  <c:v>21085.18</c:v>
                </c:pt>
                <c:pt idx="12837">
                  <c:v>9078.43</c:v>
                </c:pt>
                <c:pt idx="12838">
                  <c:v>43793.8</c:v>
                </c:pt>
                <c:pt idx="12839">
                  <c:v>53088.76</c:v>
                </c:pt>
                <c:pt idx="12840">
                  <c:v>8859.77</c:v>
                </c:pt>
                <c:pt idx="12841">
                  <c:v>22939.81</c:v>
                </c:pt>
                <c:pt idx="12842">
                  <c:v>9831.68</c:v>
                </c:pt>
                <c:pt idx="12843">
                  <c:v>13141.11</c:v>
                </c:pt>
                <c:pt idx="12844">
                  <c:v>76619.759999999995</c:v>
                </c:pt>
                <c:pt idx="12845">
                  <c:v>7208.54</c:v>
                </c:pt>
                <c:pt idx="12846">
                  <c:v>18807.79</c:v>
                </c:pt>
                <c:pt idx="12847">
                  <c:v>8067.68</c:v>
                </c:pt>
                <c:pt idx="12848">
                  <c:v>7599</c:v>
                </c:pt>
                <c:pt idx="12849">
                  <c:v>48209.7</c:v>
                </c:pt>
                <c:pt idx="12850">
                  <c:v>52292.77</c:v>
                </c:pt>
                <c:pt idx="12851">
                  <c:v>34821.949999999997</c:v>
                </c:pt>
                <c:pt idx="12852">
                  <c:v>8592.99</c:v>
                </c:pt>
                <c:pt idx="12853">
                  <c:v>7930.15</c:v>
                </c:pt>
                <c:pt idx="12854">
                  <c:v>30949.46</c:v>
                </c:pt>
                <c:pt idx="12855">
                  <c:v>26377.81</c:v>
                </c:pt>
                <c:pt idx="12856">
                  <c:v>7860.51</c:v>
                </c:pt>
                <c:pt idx="12857">
                  <c:v>16055.66</c:v>
                </c:pt>
                <c:pt idx="12858">
                  <c:v>1133.33</c:v>
                </c:pt>
                <c:pt idx="12859">
                  <c:v>4197.7700000000004</c:v>
                </c:pt>
                <c:pt idx="12860">
                  <c:v>26097.88</c:v>
                </c:pt>
                <c:pt idx="12861">
                  <c:v>30047.47</c:v>
                </c:pt>
                <c:pt idx="12862">
                  <c:v>21078</c:v>
                </c:pt>
                <c:pt idx="12863">
                  <c:v>53672.71</c:v>
                </c:pt>
                <c:pt idx="12864">
                  <c:v>5887.48</c:v>
                </c:pt>
                <c:pt idx="12865">
                  <c:v>15483.45</c:v>
                </c:pt>
                <c:pt idx="12866">
                  <c:v>19296.46</c:v>
                </c:pt>
                <c:pt idx="12867">
                  <c:v>22510.61</c:v>
                </c:pt>
                <c:pt idx="12868">
                  <c:v>22087.33</c:v>
                </c:pt>
                <c:pt idx="12869">
                  <c:v>89130.42</c:v>
                </c:pt>
                <c:pt idx="12870">
                  <c:v>18606.71</c:v>
                </c:pt>
                <c:pt idx="12871">
                  <c:v>18502.09</c:v>
                </c:pt>
                <c:pt idx="12872">
                  <c:v>97887.62</c:v>
                </c:pt>
                <c:pt idx="12873">
                  <c:v>7458.24</c:v>
                </c:pt>
                <c:pt idx="12874">
                  <c:v>6052.79</c:v>
                </c:pt>
                <c:pt idx="12875">
                  <c:v>67011.92</c:v>
                </c:pt>
                <c:pt idx="12876">
                  <c:v>2758.82</c:v>
                </c:pt>
                <c:pt idx="12877">
                  <c:v>50884.68</c:v>
                </c:pt>
                <c:pt idx="12878">
                  <c:v>14591.96</c:v>
                </c:pt>
                <c:pt idx="12879">
                  <c:v>11798.66</c:v>
                </c:pt>
                <c:pt idx="12880">
                  <c:v>23841.34</c:v>
                </c:pt>
                <c:pt idx="12881">
                  <c:v>8285.57</c:v>
                </c:pt>
                <c:pt idx="12882">
                  <c:v>26578.02</c:v>
                </c:pt>
                <c:pt idx="12883">
                  <c:v>68545.88</c:v>
                </c:pt>
                <c:pt idx="12884">
                  <c:v>46055.83</c:v>
                </c:pt>
                <c:pt idx="12885">
                  <c:v>32991.800000000003</c:v>
                </c:pt>
                <c:pt idx="12886">
                  <c:v>22523.759999999998</c:v>
                </c:pt>
                <c:pt idx="12887">
                  <c:v>30932.11</c:v>
                </c:pt>
                <c:pt idx="12888">
                  <c:v>83367.81</c:v>
                </c:pt>
                <c:pt idx="12889">
                  <c:v>29761.62</c:v>
                </c:pt>
                <c:pt idx="12890">
                  <c:v>53632.49</c:v>
                </c:pt>
                <c:pt idx="12891">
                  <c:v>22025.81</c:v>
                </c:pt>
                <c:pt idx="12892">
                  <c:v>13137.81</c:v>
                </c:pt>
                <c:pt idx="12893">
                  <c:v>57683.08</c:v>
                </c:pt>
                <c:pt idx="12894">
                  <c:v>26919.71</c:v>
                </c:pt>
                <c:pt idx="12895">
                  <c:v>63469.09</c:v>
                </c:pt>
                <c:pt idx="12896">
                  <c:v>12982.32</c:v>
                </c:pt>
                <c:pt idx="12897">
                  <c:v>78918.649999999994</c:v>
                </c:pt>
                <c:pt idx="12898">
                  <c:v>25134.1</c:v>
                </c:pt>
                <c:pt idx="12899">
                  <c:v>6273.99</c:v>
                </c:pt>
                <c:pt idx="12900">
                  <c:v>22583.26</c:v>
                </c:pt>
                <c:pt idx="12901">
                  <c:v>13043.24</c:v>
                </c:pt>
                <c:pt idx="12902">
                  <c:v>7846.23</c:v>
                </c:pt>
                <c:pt idx="12903">
                  <c:v>8173.05</c:v>
                </c:pt>
                <c:pt idx="12904">
                  <c:v>3194.29</c:v>
                </c:pt>
                <c:pt idx="12905">
                  <c:v>32545.23</c:v>
                </c:pt>
                <c:pt idx="12906">
                  <c:v>60796.85</c:v>
                </c:pt>
                <c:pt idx="12907">
                  <c:v>27513.73</c:v>
                </c:pt>
                <c:pt idx="12908">
                  <c:v>3800.01</c:v>
                </c:pt>
                <c:pt idx="12909">
                  <c:v>15754.91</c:v>
                </c:pt>
                <c:pt idx="12910">
                  <c:v>59701.41</c:v>
                </c:pt>
                <c:pt idx="12911">
                  <c:v>48398.18</c:v>
                </c:pt>
                <c:pt idx="12912">
                  <c:v>81287.429999999993</c:v>
                </c:pt>
                <c:pt idx="12913">
                  <c:v>6526.47</c:v>
                </c:pt>
                <c:pt idx="12914">
                  <c:v>69957.509999999995</c:v>
                </c:pt>
                <c:pt idx="12915">
                  <c:v>10478.16</c:v>
                </c:pt>
                <c:pt idx="12916">
                  <c:v>26117.72</c:v>
                </c:pt>
                <c:pt idx="12917">
                  <c:v>32943.22</c:v>
                </c:pt>
                <c:pt idx="12918">
                  <c:v>52789.07</c:v>
                </c:pt>
                <c:pt idx="12919">
                  <c:v>4230.3500000000004</c:v>
                </c:pt>
                <c:pt idx="12920">
                  <c:v>72800.06</c:v>
                </c:pt>
                <c:pt idx="12921">
                  <c:v>18262.439999999999</c:v>
                </c:pt>
                <c:pt idx="12922">
                  <c:v>47629.05</c:v>
                </c:pt>
                <c:pt idx="12923">
                  <c:v>8152.97</c:v>
                </c:pt>
                <c:pt idx="12924">
                  <c:v>11335.46</c:v>
                </c:pt>
                <c:pt idx="12925">
                  <c:v>50117.22</c:v>
                </c:pt>
                <c:pt idx="12926">
                  <c:v>3630.65</c:v>
                </c:pt>
                <c:pt idx="12927">
                  <c:v>62393.81</c:v>
                </c:pt>
                <c:pt idx="12928">
                  <c:v>9844.84</c:v>
                </c:pt>
                <c:pt idx="12929">
                  <c:v>6345</c:v>
                </c:pt>
                <c:pt idx="12930">
                  <c:v>49958.5</c:v>
                </c:pt>
                <c:pt idx="12931">
                  <c:v>16624.36</c:v>
                </c:pt>
                <c:pt idx="12932">
                  <c:v>73118.98</c:v>
                </c:pt>
                <c:pt idx="12933">
                  <c:v>23494.43</c:v>
                </c:pt>
                <c:pt idx="12934">
                  <c:v>20083.689999999999</c:v>
                </c:pt>
                <c:pt idx="12935">
                  <c:v>49359</c:v>
                </c:pt>
                <c:pt idx="12936">
                  <c:v>34988.35</c:v>
                </c:pt>
                <c:pt idx="12937">
                  <c:v>5018.1400000000003</c:v>
                </c:pt>
                <c:pt idx="12938">
                  <c:v>9683.5300000000007</c:v>
                </c:pt>
                <c:pt idx="12939">
                  <c:v>9062.99</c:v>
                </c:pt>
                <c:pt idx="12940">
                  <c:v>12599.31</c:v>
                </c:pt>
                <c:pt idx="12941">
                  <c:v>22565.47</c:v>
                </c:pt>
                <c:pt idx="12942">
                  <c:v>44336.93</c:v>
                </c:pt>
                <c:pt idx="12943">
                  <c:v>38641.839999999997</c:v>
                </c:pt>
                <c:pt idx="12944">
                  <c:v>12212.21</c:v>
                </c:pt>
                <c:pt idx="12945">
                  <c:v>42163.8</c:v>
                </c:pt>
                <c:pt idx="12946">
                  <c:v>27222.26</c:v>
                </c:pt>
                <c:pt idx="12947">
                  <c:v>15431.43</c:v>
                </c:pt>
                <c:pt idx="12948">
                  <c:v>27864.29</c:v>
                </c:pt>
                <c:pt idx="12949">
                  <c:v>20906.990000000002</c:v>
                </c:pt>
                <c:pt idx="12950">
                  <c:v>9957.61</c:v>
                </c:pt>
                <c:pt idx="12951">
                  <c:v>62210.62</c:v>
                </c:pt>
                <c:pt idx="12952">
                  <c:v>72385.240000000005</c:v>
                </c:pt>
                <c:pt idx="12953">
                  <c:v>58419.06</c:v>
                </c:pt>
                <c:pt idx="12954">
                  <c:v>16185.42</c:v>
                </c:pt>
                <c:pt idx="12955">
                  <c:v>41153.360000000001</c:v>
                </c:pt>
                <c:pt idx="12956">
                  <c:v>62215.839999999997</c:v>
                </c:pt>
                <c:pt idx="12957">
                  <c:v>59270.21</c:v>
                </c:pt>
                <c:pt idx="12958">
                  <c:v>16923.96</c:v>
                </c:pt>
                <c:pt idx="12959">
                  <c:v>4040.55</c:v>
                </c:pt>
                <c:pt idx="12960">
                  <c:v>18457.2</c:v>
                </c:pt>
                <c:pt idx="12961">
                  <c:v>24529.08</c:v>
                </c:pt>
                <c:pt idx="12962">
                  <c:v>7591.88</c:v>
                </c:pt>
                <c:pt idx="12963">
                  <c:v>43357.06</c:v>
                </c:pt>
                <c:pt idx="12964">
                  <c:v>31443.02</c:v>
                </c:pt>
                <c:pt idx="12965">
                  <c:v>15364.86</c:v>
                </c:pt>
                <c:pt idx="12966">
                  <c:v>11184.27</c:v>
                </c:pt>
                <c:pt idx="12967">
                  <c:v>35006.74</c:v>
                </c:pt>
                <c:pt idx="12968">
                  <c:v>9503.42</c:v>
                </c:pt>
                <c:pt idx="12969">
                  <c:v>80470.22</c:v>
                </c:pt>
                <c:pt idx="12970">
                  <c:v>3712.06</c:v>
                </c:pt>
                <c:pt idx="12971">
                  <c:v>32793.699999999997</c:v>
                </c:pt>
                <c:pt idx="12972">
                  <c:v>20663.98</c:v>
                </c:pt>
                <c:pt idx="12973">
                  <c:v>51781.120000000003</c:v>
                </c:pt>
                <c:pt idx="12974">
                  <c:v>20120.650000000001</c:v>
                </c:pt>
                <c:pt idx="12975">
                  <c:v>11627.56</c:v>
                </c:pt>
                <c:pt idx="12976">
                  <c:v>81834.16</c:v>
                </c:pt>
                <c:pt idx="12977">
                  <c:v>38344.949999999997</c:v>
                </c:pt>
                <c:pt idx="12978">
                  <c:v>13835.68</c:v>
                </c:pt>
                <c:pt idx="12979">
                  <c:v>4654.47</c:v>
                </c:pt>
                <c:pt idx="12980">
                  <c:v>38806.19</c:v>
                </c:pt>
                <c:pt idx="12981">
                  <c:v>60675.62</c:v>
                </c:pt>
                <c:pt idx="12982">
                  <c:v>15029.94</c:v>
                </c:pt>
                <c:pt idx="12983">
                  <c:v>11460.44</c:v>
                </c:pt>
                <c:pt idx="12984">
                  <c:v>8918.27</c:v>
                </c:pt>
                <c:pt idx="12985">
                  <c:v>25702.11</c:v>
                </c:pt>
                <c:pt idx="12986">
                  <c:v>17157</c:v>
                </c:pt>
                <c:pt idx="12987">
                  <c:v>65122.03</c:v>
                </c:pt>
                <c:pt idx="12988">
                  <c:v>36006.839999999997</c:v>
                </c:pt>
                <c:pt idx="12989">
                  <c:v>12957.29</c:v>
                </c:pt>
                <c:pt idx="12990">
                  <c:v>11073.97</c:v>
                </c:pt>
                <c:pt idx="12991">
                  <c:v>7954.02</c:v>
                </c:pt>
                <c:pt idx="12992">
                  <c:v>28436.73</c:v>
                </c:pt>
                <c:pt idx="12993">
                  <c:v>57159.48</c:v>
                </c:pt>
                <c:pt idx="12994">
                  <c:v>53722.3</c:v>
                </c:pt>
                <c:pt idx="12995">
                  <c:v>43050.86</c:v>
                </c:pt>
                <c:pt idx="12996">
                  <c:v>19149.38</c:v>
                </c:pt>
                <c:pt idx="12997">
                  <c:v>9019.23</c:v>
                </c:pt>
                <c:pt idx="12998">
                  <c:v>13636.16</c:v>
                </c:pt>
                <c:pt idx="12999">
                  <c:v>20317.919999999998</c:v>
                </c:pt>
                <c:pt idx="13000">
                  <c:v>41327.74</c:v>
                </c:pt>
                <c:pt idx="13001">
                  <c:v>21927.84</c:v>
                </c:pt>
                <c:pt idx="13002">
                  <c:v>34545.879999999997</c:v>
                </c:pt>
                <c:pt idx="13003">
                  <c:v>51700.11</c:v>
                </c:pt>
                <c:pt idx="13004">
                  <c:v>36519.43</c:v>
                </c:pt>
                <c:pt idx="13005">
                  <c:v>14665.27</c:v>
                </c:pt>
                <c:pt idx="13006">
                  <c:v>22945.040000000001</c:v>
                </c:pt>
                <c:pt idx="13007">
                  <c:v>32414.63</c:v>
                </c:pt>
                <c:pt idx="13008">
                  <c:v>35462.230000000003</c:v>
                </c:pt>
                <c:pt idx="13009">
                  <c:v>13383.7</c:v>
                </c:pt>
                <c:pt idx="13010">
                  <c:v>4414.24</c:v>
                </c:pt>
                <c:pt idx="13011">
                  <c:v>45512.88</c:v>
                </c:pt>
                <c:pt idx="13012">
                  <c:v>28825.439999999999</c:v>
                </c:pt>
                <c:pt idx="13013">
                  <c:v>85619.1</c:v>
                </c:pt>
                <c:pt idx="13014">
                  <c:v>81449.17</c:v>
                </c:pt>
                <c:pt idx="13015">
                  <c:v>34290.400000000001</c:v>
                </c:pt>
                <c:pt idx="13016">
                  <c:v>62460.08</c:v>
                </c:pt>
                <c:pt idx="13017">
                  <c:v>7325.43</c:v>
                </c:pt>
                <c:pt idx="13018">
                  <c:v>55218.27</c:v>
                </c:pt>
                <c:pt idx="13019">
                  <c:v>38229.160000000003</c:v>
                </c:pt>
                <c:pt idx="13020">
                  <c:v>32340.05</c:v>
                </c:pt>
                <c:pt idx="13021">
                  <c:v>17806.509999999998</c:v>
                </c:pt>
                <c:pt idx="13022">
                  <c:v>10822.23</c:v>
                </c:pt>
                <c:pt idx="13023">
                  <c:v>7800.95</c:v>
                </c:pt>
                <c:pt idx="13024">
                  <c:v>13585.27</c:v>
                </c:pt>
                <c:pt idx="13025">
                  <c:v>29566.720000000001</c:v>
                </c:pt>
                <c:pt idx="13026">
                  <c:v>19700.689999999999</c:v>
                </c:pt>
                <c:pt idx="13027">
                  <c:v>24391.360000000001</c:v>
                </c:pt>
                <c:pt idx="13028">
                  <c:v>59101.06</c:v>
                </c:pt>
                <c:pt idx="13029">
                  <c:v>12540.72</c:v>
                </c:pt>
                <c:pt idx="13030">
                  <c:v>3668.24</c:v>
                </c:pt>
                <c:pt idx="13031">
                  <c:v>9352.58</c:v>
                </c:pt>
                <c:pt idx="13032">
                  <c:v>42617.56</c:v>
                </c:pt>
                <c:pt idx="13033">
                  <c:v>25095.16</c:v>
                </c:pt>
                <c:pt idx="13034">
                  <c:v>40876.58</c:v>
                </c:pt>
                <c:pt idx="13035">
                  <c:v>71357.25</c:v>
                </c:pt>
                <c:pt idx="13036">
                  <c:v>13221.68</c:v>
                </c:pt>
                <c:pt idx="13037">
                  <c:v>7277.35</c:v>
                </c:pt>
                <c:pt idx="13038">
                  <c:v>8595.85</c:v>
                </c:pt>
                <c:pt idx="13039">
                  <c:v>40405.72</c:v>
                </c:pt>
                <c:pt idx="13040">
                  <c:v>35209.4</c:v>
                </c:pt>
                <c:pt idx="13041">
                  <c:v>27133.56</c:v>
                </c:pt>
                <c:pt idx="13042">
                  <c:v>16815.61</c:v>
                </c:pt>
                <c:pt idx="13043">
                  <c:v>40256.54</c:v>
                </c:pt>
                <c:pt idx="13044">
                  <c:v>4080.65</c:v>
                </c:pt>
                <c:pt idx="13045">
                  <c:v>46125.81</c:v>
                </c:pt>
                <c:pt idx="13046">
                  <c:v>36937.78</c:v>
                </c:pt>
                <c:pt idx="13047">
                  <c:v>31469.439999999999</c:v>
                </c:pt>
                <c:pt idx="13048">
                  <c:v>8451.65</c:v>
                </c:pt>
                <c:pt idx="13049">
                  <c:v>66070.2</c:v>
                </c:pt>
                <c:pt idx="13050">
                  <c:v>51969.33</c:v>
                </c:pt>
                <c:pt idx="13051">
                  <c:v>66954.62</c:v>
                </c:pt>
                <c:pt idx="13052">
                  <c:v>33153.199999999997</c:v>
                </c:pt>
                <c:pt idx="13053">
                  <c:v>35274.33</c:v>
                </c:pt>
                <c:pt idx="13054">
                  <c:v>24214.9</c:v>
                </c:pt>
                <c:pt idx="13055">
                  <c:v>8440.9500000000007</c:v>
                </c:pt>
                <c:pt idx="13056">
                  <c:v>7501.85</c:v>
                </c:pt>
                <c:pt idx="13057">
                  <c:v>7445</c:v>
                </c:pt>
                <c:pt idx="13058">
                  <c:v>12690.24</c:v>
                </c:pt>
                <c:pt idx="13059">
                  <c:v>66292.88</c:v>
                </c:pt>
                <c:pt idx="13060">
                  <c:v>71710.38</c:v>
                </c:pt>
                <c:pt idx="13061">
                  <c:v>29344.14</c:v>
                </c:pt>
                <c:pt idx="13062">
                  <c:v>25447.46</c:v>
                </c:pt>
                <c:pt idx="13063">
                  <c:v>44203.040000000001</c:v>
                </c:pt>
                <c:pt idx="13064">
                  <c:v>12190.14</c:v>
                </c:pt>
                <c:pt idx="13065">
                  <c:v>14635.59</c:v>
                </c:pt>
                <c:pt idx="13066">
                  <c:v>30336.14</c:v>
                </c:pt>
                <c:pt idx="13067">
                  <c:v>10420.540000000001</c:v>
                </c:pt>
                <c:pt idx="13068">
                  <c:v>31528.98</c:v>
                </c:pt>
                <c:pt idx="13069">
                  <c:v>13014.86</c:v>
                </c:pt>
                <c:pt idx="13070">
                  <c:v>51555.74</c:v>
                </c:pt>
                <c:pt idx="13071">
                  <c:v>17708.88</c:v>
                </c:pt>
                <c:pt idx="13072">
                  <c:v>27560.36</c:v>
                </c:pt>
                <c:pt idx="13073">
                  <c:v>22645.64</c:v>
                </c:pt>
                <c:pt idx="13074">
                  <c:v>41763.800000000003</c:v>
                </c:pt>
                <c:pt idx="13075">
                  <c:v>4004.79</c:v>
                </c:pt>
                <c:pt idx="13076">
                  <c:v>1542.83</c:v>
                </c:pt>
                <c:pt idx="13077">
                  <c:v>23552.59</c:v>
                </c:pt>
                <c:pt idx="13078">
                  <c:v>58197.3</c:v>
                </c:pt>
                <c:pt idx="13079">
                  <c:v>9673.7999999999993</c:v>
                </c:pt>
                <c:pt idx="13080">
                  <c:v>23035.4</c:v>
                </c:pt>
                <c:pt idx="13081">
                  <c:v>2711.58</c:v>
                </c:pt>
                <c:pt idx="13082">
                  <c:v>14044.11</c:v>
                </c:pt>
                <c:pt idx="13083">
                  <c:v>77966.28</c:v>
                </c:pt>
                <c:pt idx="13084">
                  <c:v>12767.99</c:v>
                </c:pt>
                <c:pt idx="13085">
                  <c:v>7489.72</c:v>
                </c:pt>
                <c:pt idx="13086">
                  <c:v>47956.01</c:v>
                </c:pt>
                <c:pt idx="13087">
                  <c:v>14141.07</c:v>
                </c:pt>
                <c:pt idx="13088">
                  <c:v>22572.240000000002</c:v>
                </c:pt>
                <c:pt idx="13089">
                  <c:v>52791.39</c:v>
                </c:pt>
                <c:pt idx="13090">
                  <c:v>38229.949999999997</c:v>
                </c:pt>
                <c:pt idx="13091">
                  <c:v>17952.939999999999</c:v>
                </c:pt>
                <c:pt idx="13092">
                  <c:v>28805.9</c:v>
                </c:pt>
                <c:pt idx="13093">
                  <c:v>36408.639999999999</c:v>
                </c:pt>
                <c:pt idx="13094">
                  <c:v>40014.080000000002</c:v>
                </c:pt>
                <c:pt idx="13095">
                  <c:v>7363.69</c:v>
                </c:pt>
                <c:pt idx="13096">
                  <c:v>60827.89</c:v>
                </c:pt>
                <c:pt idx="13097">
                  <c:v>28074.5</c:v>
                </c:pt>
                <c:pt idx="13098">
                  <c:v>60289.93</c:v>
                </c:pt>
                <c:pt idx="13099">
                  <c:v>40069.300000000003</c:v>
                </c:pt>
                <c:pt idx="13100">
                  <c:v>31037.83</c:v>
                </c:pt>
                <c:pt idx="13101">
                  <c:v>8414.43</c:v>
                </c:pt>
                <c:pt idx="13102">
                  <c:v>41425.019999999997</c:v>
                </c:pt>
                <c:pt idx="13103">
                  <c:v>38404.519999999997</c:v>
                </c:pt>
                <c:pt idx="13104">
                  <c:v>29588.31</c:v>
                </c:pt>
                <c:pt idx="13105">
                  <c:v>11065.15</c:v>
                </c:pt>
                <c:pt idx="13106">
                  <c:v>73351.149999999994</c:v>
                </c:pt>
                <c:pt idx="13107">
                  <c:v>14376.95</c:v>
                </c:pt>
                <c:pt idx="13108">
                  <c:v>24631.47</c:v>
                </c:pt>
                <c:pt idx="13109">
                  <c:v>14594.64</c:v>
                </c:pt>
                <c:pt idx="13110">
                  <c:v>83303.17</c:v>
                </c:pt>
                <c:pt idx="13111">
                  <c:v>8726.59</c:v>
                </c:pt>
                <c:pt idx="13112">
                  <c:v>70883.47</c:v>
                </c:pt>
                <c:pt idx="13113">
                  <c:v>12164.84</c:v>
                </c:pt>
                <c:pt idx="13114">
                  <c:v>52462.2</c:v>
                </c:pt>
                <c:pt idx="13115">
                  <c:v>24291.1</c:v>
                </c:pt>
                <c:pt idx="13116">
                  <c:v>9641.17</c:v>
                </c:pt>
                <c:pt idx="13117">
                  <c:v>17669.580000000002</c:v>
                </c:pt>
                <c:pt idx="13118">
                  <c:v>6470.07</c:v>
                </c:pt>
                <c:pt idx="13119">
                  <c:v>67387.67</c:v>
                </c:pt>
                <c:pt idx="13120">
                  <c:v>22504.400000000001</c:v>
                </c:pt>
                <c:pt idx="13121">
                  <c:v>51413.72</c:v>
                </c:pt>
                <c:pt idx="13122">
                  <c:v>5473.23</c:v>
                </c:pt>
                <c:pt idx="13123">
                  <c:v>64070.66</c:v>
                </c:pt>
                <c:pt idx="13124">
                  <c:v>6545.07</c:v>
                </c:pt>
                <c:pt idx="13125">
                  <c:v>57558.82</c:v>
                </c:pt>
                <c:pt idx="13126">
                  <c:v>53821.43</c:v>
                </c:pt>
                <c:pt idx="13127">
                  <c:v>87042.17</c:v>
                </c:pt>
                <c:pt idx="13128">
                  <c:v>32626.03</c:v>
                </c:pt>
                <c:pt idx="13129">
                  <c:v>9785.4500000000007</c:v>
                </c:pt>
                <c:pt idx="13130">
                  <c:v>35275.4</c:v>
                </c:pt>
                <c:pt idx="13131">
                  <c:v>28016.02</c:v>
                </c:pt>
                <c:pt idx="13132">
                  <c:v>72538.7</c:v>
                </c:pt>
                <c:pt idx="13133">
                  <c:v>34016.93</c:v>
                </c:pt>
                <c:pt idx="13134">
                  <c:v>6391.51</c:v>
                </c:pt>
                <c:pt idx="13135">
                  <c:v>19540.080000000002</c:v>
                </c:pt>
                <c:pt idx="13136">
                  <c:v>29528.42</c:v>
                </c:pt>
                <c:pt idx="13137">
                  <c:v>69767.8</c:v>
                </c:pt>
                <c:pt idx="13138">
                  <c:v>70100.02</c:v>
                </c:pt>
                <c:pt idx="13139">
                  <c:v>16887.57</c:v>
                </c:pt>
                <c:pt idx="13140">
                  <c:v>39762.89</c:v>
                </c:pt>
                <c:pt idx="13141">
                  <c:v>20360.78</c:v>
                </c:pt>
                <c:pt idx="13142">
                  <c:v>2748.03</c:v>
                </c:pt>
                <c:pt idx="13143">
                  <c:v>21459.32</c:v>
                </c:pt>
                <c:pt idx="13144">
                  <c:v>33639.35</c:v>
                </c:pt>
                <c:pt idx="13145">
                  <c:v>3060.08</c:v>
                </c:pt>
                <c:pt idx="13146">
                  <c:v>60858.81</c:v>
                </c:pt>
                <c:pt idx="13147">
                  <c:v>19909.18</c:v>
                </c:pt>
                <c:pt idx="13148">
                  <c:v>32759.37</c:v>
                </c:pt>
                <c:pt idx="13149">
                  <c:v>27490.76</c:v>
                </c:pt>
                <c:pt idx="13150">
                  <c:v>69901.88</c:v>
                </c:pt>
                <c:pt idx="13151">
                  <c:v>16224.39</c:v>
                </c:pt>
                <c:pt idx="13152">
                  <c:v>34423.370000000003</c:v>
                </c:pt>
                <c:pt idx="13153">
                  <c:v>29763.82</c:v>
                </c:pt>
                <c:pt idx="13154">
                  <c:v>3162.18</c:v>
                </c:pt>
                <c:pt idx="13155">
                  <c:v>39925.57</c:v>
                </c:pt>
                <c:pt idx="13156">
                  <c:v>48217.43</c:v>
                </c:pt>
                <c:pt idx="13157">
                  <c:v>29256.32</c:v>
                </c:pt>
                <c:pt idx="13158">
                  <c:v>27020.7</c:v>
                </c:pt>
                <c:pt idx="13159">
                  <c:v>29916.27</c:v>
                </c:pt>
                <c:pt idx="13160">
                  <c:v>42811.32</c:v>
                </c:pt>
                <c:pt idx="13161">
                  <c:v>22101.5</c:v>
                </c:pt>
                <c:pt idx="13162">
                  <c:v>52582.400000000001</c:v>
                </c:pt>
                <c:pt idx="13163">
                  <c:v>55574.63</c:v>
                </c:pt>
                <c:pt idx="13164">
                  <c:v>59110.21</c:v>
                </c:pt>
                <c:pt idx="13165">
                  <c:v>4670.54</c:v>
                </c:pt>
                <c:pt idx="13166">
                  <c:v>20557.16</c:v>
                </c:pt>
                <c:pt idx="13167">
                  <c:v>28933.42</c:v>
                </c:pt>
                <c:pt idx="13168">
                  <c:v>50336.26</c:v>
                </c:pt>
                <c:pt idx="13169">
                  <c:v>69016.67</c:v>
                </c:pt>
                <c:pt idx="13170">
                  <c:v>9568.3799999999992</c:v>
                </c:pt>
                <c:pt idx="13171">
                  <c:v>5802.8</c:v>
                </c:pt>
                <c:pt idx="13172">
                  <c:v>4883.55</c:v>
                </c:pt>
                <c:pt idx="13173">
                  <c:v>28496.63</c:v>
                </c:pt>
                <c:pt idx="13174">
                  <c:v>6681.65</c:v>
                </c:pt>
                <c:pt idx="13175">
                  <c:v>4274.21</c:v>
                </c:pt>
                <c:pt idx="13176">
                  <c:v>80851.649999999994</c:v>
                </c:pt>
                <c:pt idx="13177">
                  <c:v>17585.689999999999</c:v>
                </c:pt>
                <c:pt idx="13178">
                  <c:v>25409.91</c:v>
                </c:pt>
                <c:pt idx="13179">
                  <c:v>20108.18</c:v>
                </c:pt>
                <c:pt idx="13180">
                  <c:v>15544.28</c:v>
                </c:pt>
                <c:pt idx="13181">
                  <c:v>58350.28</c:v>
                </c:pt>
                <c:pt idx="13182">
                  <c:v>19117.060000000001</c:v>
                </c:pt>
                <c:pt idx="13183">
                  <c:v>43928.639999999999</c:v>
                </c:pt>
                <c:pt idx="13184">
                  <c:v>37708.019999999997</c:v>
                </c:pt>
                <c:pt idx="13185">
                  <c:v>7692.13</c:v>
                </c:pt>
                <c:pt idx="13186">
                  <c:v>30009.61</c:v>
                </c:pt>
                <c:pt idx="13187">
                  <c:v>56062.71</c:v>
                </c:pt>
                <c:pt idx="13188">
                  <c:v>15936.35</c:v>
                </c:pt>
                <c:pt idx="13189">
                  <c:v>15031.52</c:v>
                </c:pt>
                <c:pt idx="13190">
                  <c:v>8368.33</c:v>
                </c:pt>
                <c:pt idx="13191">
                  <c:v>32915.040000000001</c:v>
                </c:pt>
                <c:pt idx="13192">
                  <c:v>80901.41</c:v>
                </c:pt>
                <c:pt idx="13193">
                  <c:v>4247.04</c:v>
                </c:pt>
                <c:pt idx="13194">
                  <c:v>39963.760000000002</c:v>
                </c:pt>
                <c:pt idx="13195">
                  <c:v>18278.5</c:v>
                </c:pt>
                <c:pt idx="13196">
                  <c:v>40524.54</c:v>
                </c:pt>
                <c:pt idx="13197">
                  <c:v>36091.440000000002</c:v>
                </c:pt>
                <c:pt idx="13198">
                  <c:v>5588.54</c:v>
                </c:pt>
                <c:pt idx="13199">
                  <c:v>6215.68</c:v>
                </c:pt>
                <c:pt idx="13200">
                  <c:v>9072.4599999999991</c:v>
                </c:pt>
                <c:pt idx="13201">
                  <c:v>29971.84</c:v>
                </c:pt>
                <c:pt idx="13202">
                  <c:v>37782.57</c:v>
                </c:pt>
                <c:pt idx="13203">
                  <c:v>75551.179999999993</c:v>
                </c:pt>
                <c:pt idx="13204">
                  <c:v>21054.16</c:v>
                </c:pt>
                <c:pt idx="13205">
                  <c:v>4860.72</c:v>
                </c:pt>
                <c:pt idx="13206">
                  <c:v>60795.13</c:v>
                </c:pt>
                <c:pt idx="13207">
                  <c:v>56744.98</c:v>
                </c:pt>
                <c:pt idx="13208">
                  <c:v>10473.84</c:v>
                </c:pt>
                <c:pt idx="13209">
                  <c:v>44290.879999999997</c:v>
                </c:pt>
                <c:pt idx="13210">
                  <c:v>46856.4</c:v>
                </c:pt>
                <c:pt idx="13211">
                  <c:v>32772.25</c:v>
                </c:pt>
                <c:pt idx="13212">
                  <c:v>51870.77</c:v>
                </c:pt>
                <c:pt idx="13213">
                  <c:v>83922.33</c:v>
                </c:pt>
                <c:pt idx="13214">
                  <c:v>30183.360000000001</c:v>
                </c:pt>
                <c:pt idx="13215">
                  <c:v>99247.26</c:v>
                </c:pt>
                <c:pt idx="13216">
                  <c:v>13385.83</c:v>
                </c:pt>
                <c:pt idx="13217">
                  <c:v>94871.91</c:v>
                </c:pt>
                <c:pt idx="13218">
                  <c:v>60959.21</c:v>
                </c:pt>
                <c:pt idx="13219">
                  <c:v>21217.31</c:v>
                </c:pt>
                <c:pt idx="13220">
                  <c:v>10944.55</c:v>
                </c:pt>
                <c:pt idx="13221">
                  <c:v>6403.87</c:v>
                </c:pt>
                <c:pt idx="13222">
                  <c:v>31878.13</c:v>
                </c:pt>
                <c:pt idx="13223">
                  <c:v>6194.83</c:v>
                </c:pt>
                <c:pt idx="13224">
                  <c:v>8255.02</c:v>
                </c:pt>
                <c:pt idx="13225">
                  <c:v>72028.899999999994</c:v>
                </c:pt>
                <c:pt idx="13226">
                  <c:v>9736</c:v>
                </c:pt>
                <c:pt idx="13227">
                  <c:v>14396.38</c:v>
                </c:pt>
                <c:pt idx="13228">
                  <c:v>22185.39</c:v>
                </c:pt>
                <c:pt idx="13229">
                  <c:v>27457.83</c:v>
                </c:pt>
                <c:pt idx="13230">
                  <c:v>19228.86</c:v>
                </c:pt>
                <c:pt idx="13231">
                  <c:v>17980.3</c:v>
                </c:pt>
                <c:pt idx="13232">
                  <c:v>10132.42</c:v>
                </c:pt>
                <c:pt idx="13233">
                  <c:v>27012.55</c:v>
                </c:pt>
                <c:pt idx="13234">
                  <c:v>3763.7</c:v>
                </c:pt>
                <c:pt idx="13235">
                  <c:v>7020.59</c:v>
                </c:pt>
                <c:pt idx="13236">
                  <c:v>2613.9299999999998</c:v>
                </c:pt>
                <c:pt idx="13237">
                  <c:v>10433.56</c:v>
                </c:pt>
                <c:pt idx="13238">
                  <c:v>35544.129999999997</c:v>
                </c:pt>
                <c:pt idx="13239">
                  <c:v>31063.200000000001</c:v>
                </c:pt>
                <c:pt idx="13240">
                  <c:v>48034.81</c:v>
                </c:pt>
                <c:pt idx="13241">
                  <c:v>4241.0200000000004</c:v>
                </c:pt>
                <c:pt idx="13242">
                  <c:v>39833.96</c:v>
                </c:pt>
                <c:pt idx="13243">
                  <c:v>33257.86</c:v>
                </c:pt>
                <c:pt idx="13244">
                  <c:v>79725.66</c:v>
                </c:pt>
                <c:pt idx="13245">
                  <c:v>6835.59</c:v>
                </c:pt>
                <c:pt idx="13246">
                  <c:v>28504.51</c:v>
                </c:pt>
                <c:pt idx="13247">
                  <c:v>57319.92</c:v>
                </c:pt>
                <c:pt idx="13248">
                  <c:v>7216.41</c:v>
                </c:pt>
                <c:pt idx="13249">
                  <c:v>1925.37</c:v>
                </c:pt>
                <c:pt idx="13250">
                  <c:v>78090.83</c:v>
                </c:pt>
                <c:pt idx="13251">
                  <c:v>27314.34</c:v>
                </c:pt>
                <c:pt idx="13252">
                  <c:v>10285.19</c:v>
                </c:pt>
                <c:pt idx="13253">
                  <c:v>19896.38</c:v>
                </c:pt>
                <c:pt idx="13254">
                  <c:v>87446</c:v>
                </c:pt>
                <c:pt idx="13255">
                  <c:v>51111.08</c:v>
                </c:pt>
                <c:pt idx="13256">
                  <c:v>87039.43</c:v>
                </c:pt>
                <c:pt idx="13257">
                  <c:v>32163.67</c:v>
                </c:pt>
                <c:pt idx="13258">
                  <c:v>48035.11</c:v>
                </c:pt>
                <c:pt idx="13259">
                  <c:v>17724</c:v>
                </c:pt>
                <c:pt idx="13260">
                  <c:v>16560.14</c:v>
                </c:pt>
                <c:pt idx="13261">
                  <c:v>29706.639999999999</c:v>
                </c:pt>
                <c:pt idx="13262">
                  <c:v>21357.66</c:v>
                </c:pt>
                <c:pt idx="13263">
                  <c:v>41532.879999999997</c:v>
                </c:pt>
                <c:pt idx="13264">
                  <c:v>13637.4</c:v>
                </c:pt>
                <c:pt idx="13265">
                  <c:v>32994.11</c:v>
                </c:pt>
                <c:pt idx="13266">
                  <c:v>19754.939999999999</c:v>
                </c:pt>
                <c:pt idx="13267">
                  <c:v>53070.05</c:v>
                </c:pt>
                <c:pt idx="13268">
                  <c:v>2751.5</c:v>
                </c:pt>
                <c:pt idx="13269">
                  <c:v>36333.360000000001</c:v>
                </c:pt>
                <c:pt idx="13270">
                  <c:v>30505.55</c:v>
                </c:pt>
                <c:pt idx="13271">
                  <c:v>79863.08</c:v>
                </c:pt>
                <c:pt idx="13272">
                  <c:v>15959.54</c:v>
                </c:pt>
                <c:pt idx="13273">
                  <c:v>12198.88</c:v>
                </c:pt>
                <c:pt idx="13274">
                  <c:v>7881.62</c:v>
                </c:pt>
                <c:pt idx="13275">
                  <c:v>16359.05</c:v>
                </c:pt>
                <c:pt idx="13276">
                  <c:v>26985.75</c:v>
                </c:pt>
                <c:pt idx="13277">
                  <c:v>49351.05</c:v>
                </c:pt>
                <c:pt idx="13278">
                  <c:v>56615.66</c:v>
                </c:pt>
                <c:pt idx="13279">
                  <c:v>8546.77</c:v>
                </c:pt>
                <c:pt idx="13280">
                  <c:v>16676.29</c:v>
                </c:pt>
                <c:pt idx="13281">
                  <c:v>46004.91</c:v>
                </c:pt>
                <c:pt idx="13282">
                  <c:v>72364.149999999994</c:v>
                </c:pt>
                <c:pt idx="13283">
                  <c:v>36560.21</c:v>
                </c:pt>
                <c:pt idx="13284">
                  <c:v>17382.14</c:v>
                </c:pt>
                <c:pt idx="13285">
                  <c:v>27258.34</c:v>
                </c:pt>
                <c:pt idx="13286">
                  <c:v>20561.439999999999</c:v>
                </c:pt>
                <c:pt idx="13287">
                  <c:v>47397.33</c:v>
                </c:pt>
                <c:pt idx="13288">
                  <c:v>56906.2</c:v>
                </c:pt>
                <c:pt idx="13289">
                  <c:v>17133.32</c:v>
                </c:pt>
                <c:pt idx="13290">
                  <c:v>19790.5</c:v>
                </c:pt>
                <c:pt idx="13291">
                  <c:v>14391.3</c:v>
                </c:pt>
                <c:pt idx="13292">
                  <c:v>9729.3799999999992</c:v>
                </c:pt>
                <c:pt idx="13293">
                  <c:v>15031.55</c:v>
                </c:pt>
                <c:pt idx="13294">
                  <c:v>1068.4000000000001</c:v>
                </c:pt>
                <c:pt idx="13295">
                  <c:v>6979.18</c:v>
                </c:pt>
                <c:pt idx="13296">
                  <c:v>52681.78</c:v>
                </c:pt>
                <c:pt idx="13297">
                  <c:v>9038.17</c:v>
                </c:pt>
                <c:pt idx="13298">
                  <c:v>5933.51</c:v>
                </c:pt>
                <c:pt idx="13299">
                  <c:v>20210.21</c:v>
                </c:pt>
                <c:pt idx="13300">
                  <c:v>12439.22</c:v>
                </c:pt>
                <c:pt idx="13301">
                  <c:v>20174.830000000002</c:v>
                </c:pt>
                <c:pt idx="13302">
                  <c:v>9517.74</c:v>
                </c:pt>
                <c:pt idx="13303">
                  <c:v>48589.279999999999</c:v>
                </c:pt>
                <c:pt idx="13304">
                  <c:v>10866.53</c:v>
                </c:pt>
                <c:pt idx="13305">
                  <c:v>40703.269999999997</c:v>
                </c:pt>
                <c:pt idx="13306">
                  <c:v>48941.02</c:v>
                </c:pt>
                <c:pt idx="13307">
                  <c:v>70007.210000000006</c:v>
                </c:pt>
                <c:pt idx="13308">
                  <c:v>83174.11</c:v>
                </c:pt>
                <c:pt idx="13309">
                  <c:v>17532.099999999999</c:v>
                </c:pt>
                <c:pt idx="13310">
                  <c:v>83841.240000000005</c:v>
                </c:pt>
                <c:pt idx="13311">
                  <c:v>14284.3</c:v>
                </c:pt>
                <c:pt idx="13312">
                  <c:v>30049.59</c:v>
                </c:pt>
                <c:pt idx="13313">
                  <c:v>26986.49</c:v>
                </c:pt>
                <c:pt idx="13314">
                  <c:v>52697.93</c:v>
                </c:pt>
                <c:pt idx="13315">
                  <c:v>18321.09</c:v>
                </c:pt>
                <c:pt idx="13316">
                  <c:v>70512.88</c:v>
                </c:pt>
                <c:pt idx="13317">
                  <c:v>62606</c:v>
                </c:pt>
                <c:pt idx="13318">
                  <c:v>5499.02</c:v>
                </c:pt>
                <c:pt idx="13319">
                  <c:v>56466.96</c:v>
                </c:pt>
                <c:pt idx="13320">
                  <c:v>8705.89</c:v>
                </c:pt>
                <c:pt idx="13321">
                  <c:v>18835.400000000001</c:v>
                </c:pt>
                <c:pt idx="13322">
                  <c:v>10836</c:v>
                </c:pt>
                <c:pt idx="13323">
                  <c:v>17648.8</c:v>
                </c:pt>
                <c:pt idx="13324">
                  <c:v>41714.230000000003</c:v>
                </c:pt>
                <c:pt idx="13325">
                  <c:v>52171.25</c:v>
                </c:pt>
                <c:pt idx="13326">
                  <c:v>7948.66</c:v>
                </c:pt>
                <c:pt idx="13327">
                  <c:v>38574.959999999999</c:v>
                </c:pt>
                <c:pt idx="13328">
                  <c:v>15213.03</c:v>
                </c:pt>
                <c:pt idx="13329">
                  <c:v>58575.64</c:v>
                </c:pt>
                <c:pt idx="13330">
                  <c:v>39547.410000000003</c:v>
                </c:pt>
                <c:pt idx="13331">
                  <c:v>31206.42</c:v>
                </c:pt>
                <c:pt idx="13332">
                  <c:v>65974.990000000005</c:v>
                </c:pt>
                <c:pt idx="13333">
                  <c:v>4768.43</c:v>
                </c:pt>
                <c:pt idx="13334">
                  <c:v>68344.600000000006</c:v>
                </c:pt>
                <c:pt idx="13335">
                  <c:v>86931.6</c:v>
                </c:pt>
                <c:pt idx="13336">
                  <c:v>10140.94</c:v>
                </c:pt>
                <c:pt idx="13337">
                  <c:v>6048.88</c:v>
                </c:pt>
                <c:pt idx="13338">
                  <c:v>75335.61</c:v>
                </c:pt>
                <c:pt idx="13339">
                  <c:v>22187.15</c:v>
                </c:pt>
                <c:pt idx="13340">
                  <c:v>7474.46</c:v>
                </c:pt>
                <c:pt idx="13341">
                  <c:v>11029.31</c:v>
                </c:pt>
                <c:pt idx="13342">
                  <c:v>9882.6</c:v>
                </c:pt>
                <c:pt idx="13343">
                  <c:v>31181.69</c:v>
                </c:pt>
                <c:pt idx="13344">
                  <c:v>24083.83</c:v>
                </c:pt>
                <c:pt idx="13345">
                  <c:v>80318.95</c:v>
                </c:pt>
                <c:pt idx="13346">
                  <c:v>42925.21</c:v>
                </c:pt>
                <c:pt idx="13347">
                  <c:v>29438.959999999999</c:v>
                </c:pt>
                <c:pt idx="13348">
                  <c:v>73936.42</c:v>
                </c:pt>
                <c:pt idx="13349">
                  <c:v>4027.13</c:v>
                </c:pt>
                <c:pt idx="13350">
                  <c:v>11842.74</c:v>
                </c:pt>
                <c:pt idx="13351">
                  <c:v>83283.820000000007</c:v>
                </c:pt>
                <c:pt idx="13352">
                  <c:v>39972.53</c:v>
                </c:pt>
                <c:pt idx="13353">
                  <c:v>28897.09</c:v>
                </c:pt>
                <c:pt idx="13354">
                  <c:v>23230.240000000002</c:v>
                </c:pt>
                <c:pt idx="13355">
                  <c:v>11202.06</c:v>
                </c:pt>
                <c:pt idx="13356">
                  <c:v>24445.78</c:v>
                </c:pt>
                <c:pt idx="13357">
                  <c:v>23565.279999999999</c:v>
                </c:pt>
                <c:pt idx="13358">
                  <c:v>14006.33</c:v>
                </c:pt>
                <c:pt idx="13359">
                  <c:v>32504.560000000001</c:v>
                </c:pt>
                <c:pt idx="13360">
                  <c:v>17844.71</c:v>
                </c:pt>
                <c:pt idx="13361">
                  <c:v>47867.08</c:v>
                </c:pt>
                <c:pt idx="13362">
                  <c:v>8993.7800000000007</c:v>
                </c:pt>
                <c:pt idx="13363">
                  <c:v>32822.160000000003</c:v>
                </c:pt>
                <c:pt idx="13364">
                  <c:v>73226.070000000007</c:v>
                </c:pt>
                <c:pt idx="13365">
                  <c:v>14569.34</c:v>
                </c:pt>
                <c:pt idx="13366">
                  <c:v>6963.18</c:v>
                </c:pt>
                <c:pt idx="13367">
                  <c:v>8529.7999999999993</c:v>
                </c:pt>
                <c:pt idx="13368">
                  <c:v>17266.45</c:v>
                </c:pt>
                <c:pt idx="13369">
                  <c:v>8648.9</c:v>
                </c:pt>
                <c:pt idx="13370">
                  <c:v>10947.3</c:v>
                </c:pt>
                <c:pt idx="13371">
                  <c:v>67774.42</c:v>
                </c:pt>
                <c:pt idx="13372">
                  <c:v>15870.28</c:v>
                </c:pt>
                <c:pt idx="13373">
                  <c:v>29250.32</c:v>
                </c:pt>
                <c:pt idx="13374">
                  <c:v>25436.57</c:v>
                </c:pt>
                <c:pt idx="13375">
                  <c:v>43277.33</c:v>
                </c:pt>
                <c:pt idx="13376">
                  <c:v>42354.23</c:v>
                </c:pt>
                <c:pt idx="13377">
                  <c:v>12433.77</c:v>
                </c:pt>
                <c:pt idx="13378">
                  <c:v>70921.37</c:v>
                </c:pt>
                <c:pt idx="13379">
                  <c:v>70393.67</c:v>
                </c:pt>
                <c:pt idx="13380">
                  <c:v>11964.58</c:v>
                </c:pt>
                <c:pt idx="13381">
                  <c:v>15515.8</c:v>
                </c:pt>
                <c:pt idx="13382">
                  <c:v>7992.92</c:v>
                </c:pt>
                <c:pt idx="13383">
                  <c:v>11274.86</c:v>
                </c:pt>
                <c:pt idx="13384">
                  <c:v>40182.160000000003</c:v>
                </c:pt>
                <c:pt idx="13385">
                  <c:v>56946.12</c:v>
                </c:pt>
                <c:pt idx="13386">
                  <c:v>44823.45</c:v>
                </c:pt>
                <c:pt idx="13387">
                  <c:v>4194.78</c:v>
                </c:pt>
                <c:pt idx="13388">
                  <c:v>27194.75</c:v>
                </c:pt>
                <c:pt idx="13389">
                  <c:v>6933.74</c:v>
                </c:pt>
                <c:pt idx="13390">
                  <c:v>8561.35</c:v>
                </c:pt>
                <c:pt idx="13391">
                  <c:v>2247.52</c:v>
                </c:pt>
                <c:pt idx="13392">
                  <c:v>8845.5400000000009</c:v>
                </c:pt>
                <c:pt idx="13393">
                  <c:v>26759.38</c:v>
                </c:pt>
                <c:pt idx="13394">
                  <c:v>20694.3</c:v>
                </c:pt>
                <c:pt idx="13395">
                  <c:v>59218.239999999998</c:v>
                </c:pt>
                <c:pt idx="13396">
                  <c:v>40046.39</c:v>
                </c:pt>
                <c:pt idx="13397">
                  <c:v>11662.64</c:v>
                </c:pt>
                <c:pt idx="13398">
                  <c:v>104070.44</c:v>
                </c:pt>
                <c:pt idx="13399">
                  <c:v>47004.4</c:v>
                </c:pt>
                <c:pt idx="13400">
                  <c:v>7759.46</c:v>
                </c:pt>
                <c:pt idx="13401">
                  <c:v>70204.759999999995</c:v>
                </c:pt>
                <c:pt idx="13402">
                  <c:v>82989.56</c:v>
                </c:pt>
                <c:pt idx="13403">
                  <c:v>69254.990000000005</c:v>
                </c:pt>
                <c:pt idx="13404">
                  <c:v>18908.88</c:v>
                </c:pt>
                <c:pt idx="13405">
                  <c:v>61334.06</c:v>
                </c:pt>
                <c:pt idx="13406">
                  <c:v>54677.03</c:v>
                </c:pt>
                <c:pt idx="13407">
                  <c:v>34109.46</c:v>
                </c:pt>
                <c:pt idx="13408">
                  <c:v>84142.33</c:v>
                </c:pt>
                <c:pt idx="13409">
                  <c:v>2812.44</c:v>
                </c:pt>
                <c:pt idx="13410">
                  <c:v>47544.84</c:v>
                </c:pt>
                <c:pt idx="13411">
                  <c:v>16939</c:v>
                </c:pt>
                <c:pt idx="13412">
                  <c:v>64319.22</c:v>
                </c:pt>
                <c:pt idx="13413">
                  <c:v>61066.720000000001</c:v>
                </c:pt>
                <c:pt idx="13414">
                  <c:v>24459.94</c:v>
                </c:pt>
                <c:pt idx="13415">
                  <c:v>26146.13</c:v>
                </c:pt>
                <c:pt idx="13416">
                  <c:v>60360.85</c:v>
                </c:pt>
                <c:pt idx="13417">
                  <c:v>32642.06</c:v>
                </c:pt>
                <c:pt idx="13418">
                  <c:v>1825.62</c:v>
                </c:pt>
                <c:pt idx="13419">
                  <c:v>11317.95</c:v>
                </c:pt>
                <c:pt idx="13420">
                  <c:v>43734.76</c:v>
                </c:pt>
                <c:pt idx="13421">
                  <c:v>43500.49</c:v>
                </c:pt>
                <c:pt idx="13422">
                  <c:v>10365.85</c:v>
                </c:pt>
                <c:pt idx="13423">
                  <c:v>84511.14</c:v>
                </c:pt>
                <c:pt idx="13424">
                  <c:v>46365.32</c:v>
                </c:pt>
                <c:pt idx="13425">
                  <c:v>36854.370000000003</c:v>
                </c:pt>
                <c:pt idx="13426">
                  <c:v>17928.810000000001</c:v>
                </c:pt>
                <c:pt idx="13427">
                  <c:v>57203.02</c:v>
                </c:pt>
                <c:pt idx="13428">
                  <c:v>9760.2800000000007</c:v>
                </c:pt>
                <c:pt idx="13429">
                  <c:v>22193.7</c:v>
                </c:pt>
                <c:pt idx="13430">
                  <c:v>19814.21</c:v>
                </c:pt>
                <c:pt idx="13431">
                  <c:v>46662.1</c:v>
                </c:pt>
                <c:pt idx="13432">
                  <c:v>22364.65</c:v>
                </c:pt>
                <c:pt idx="13433">
                  <c:v>6684.76</c:v>
                </c:pt>
                <c:pt idx="13434">
                  <c:v>28337.94</c:v>
                </c:pt>
                <c:pt idx="13435">
                  <c:v>50308.49</c:v>
                </c:pt>
                <c:pt idx="13436">
                  <c:v>35019.18</c:v>
                </c:pt>
                <c:pt idx="13437">
                  <c:v>91326.88</c:v>
                </c:pt>
                <c:pt idx="13438">
                  <c:v>12867.47</c:v>
                </c:pt>
                <c:pt idx="13439">
                  <c:v>24384.78</c:v>
                </c:pt>
                <c:pt idx="13440">
                  <c:v>72952.649999999994</c:v>
                </c:pt>
                <c:pt idx="13441">
                  <c:v>3146.05</c:v>
                </c:pt>
                <c:pt idx="13442">
                  <c:v>3640.73</c:v>
                </c:pt>
                <c:pt idx="13443">
                  <c:v>70331.520000000004</c:v>
                </c:pt>
                <c:pt idx="13444">
                  <c:v>42833.62</c:v>
                </c:pt>
                <c:pt idx="13445">
                  <c:v>49355.040000000001</c:v>
                </c:pt>
                <c:pt idx="13446">
                  <c:v>17438.32</c:v>
                </c:pt>
                <c:pt idx="13447">
                  <c:v>68245.19</c:v>
                </c:pt>
                <c:pt idx="13448">
                  <c:v>6175.72</c:v>
                </c:pt>
                <c:pt idx="13449">
                  <c:v>16281.85</c:v>
                </c:pt>
                <c:pt idx="13450">
                  <c:v>38559.5</c:v>
                </c:pt>
                <c:pt idx="13451">
                  <c:v>5558.61</c:v>
                </c:pt>
                <c:pt idx="13452">
                  <c:v>20309.23</c:v>
                </c:pt>
                <c:pt idx="13453">
                  <c:v>20057.75</c:v>
                </c:pt>
                <c:pt idx="13454">
                  <c:v>2140.2600000000002</c:v>
                </c:pt>
                <c:pt idx="13455">
                  <c:v>8314.0499999999993</c:v>
                </c:pt>
                <c:pt idx="13456">
                  <c:v>34381.94</c:v>
                </c:pt>
                <c:pt idx="13457">
                  <c:v>34939.589999999997</c:v>
                </c:pt>
                <c:pt idx="13458">
                  <c:v>66522.86</c:v>
                </c:pt>
                <c:pt idx="13459">
                  <c:v>5616.66</c:v>
                </c:pt>
                <c:pt idx="13460">
                  <c:v>29641.72</c:v>
                </c:pt>
                <c:pt idx="13461">
                  <c:v>43488.73</c:v>
                </c:pt>
                <c:pt idx="13462">
                  <c:v>16888.3</c:v>
                </c:pt>
                <c:pt idx="13463">
                  <c:v>18054.48</c:v>
                </c:pt>
                <c:pt idx="13464">
                  <c:v>18573.080000000002</c:v>
                </c:pt>
                <c:pt idx="13465">
                  <c:v>53839.48</c:v>
                </c:pt>
                <c:pt idx="13466">
                  <c:v>24085.82</c:v>
                </c:pt>
                <c:pt idx="13467">
                  <c:v>18913.169999999998</c:v>
                </c:pt>
                <c:pt idx="13468">
                  <c:v>54353.04</c:v>
                </c:pt>
                <c:pt idx="13469">
                  <c:v>8496.77</c:v>
                </c:pt>
                <c:pt idx="13470">
                  <c:v>65646.52</c:v>
                </c:pt>
                <c:pt idx="13471">
                  <c:v>4436.87</c:v>
                </c:pt>
                <c:pt idx="13472">
                  <c:v>44762.17</c:v>
                </c:pt>
                <c:pt idx="13473">
                  <c:v>16929.23</c:v>
                </c:pt>
                <c:pt idx="13474">
                  <c:v>17603.759999999998</c:v>
                </c:pt>
                <c:pt idx="13475">
                  <c:v>28828.77</c:v>
                </c:pt>
                <c:pt idx="13476">
                  <c:v>1300.6099999999999</c:v>
                </c:pt>
                <c:pt idx="13477">
                  <c:v>34607.410000000003</c:v>
                </c:pt>
                <c:pt idx="13478">
                  <c:v>6325.58</c:v>
                </c:pt>
                <c:pt idx="13479">
                  <c:v>66994.55</c:v>
                </c:pt>
                <c:pt idx="13480">
                  <c:v>41552.660000000003</c:v>
                </c:pt>
                <c:pt idx="13481">
                  <c:v>12954.47</c:v>
                </c:pt>
                <c:pt idx="13482">
                  <c:v>2716.31</c:v>
                </c:pt>
                <c:pt idx="13483">
                  <c:v>42576.71</c:v>
                </c:pt>
                <c:pt idx="13484">
                  <c:v>8889.93</c:v>
                </c:pt>
                <c:pt idx="13485">
                  <c:v>53165.89</c:v>
                </c:pt>
                <c:pt idx="13486">
                  <c:v>6965.6</c:v>
                </c:pt>
                <c:pt idx="13487">
                  <c:v>20739.55</c:v>
                </c:pt>
                <c:pt idx="13488">
                  <c:v>35164.75</c:v>
                </c:pt>
                <c:pt idx="13489">
                  <c:v>9834.27</c:v>
                </c:pt>
                <c:pt idx="13490">
                  <c:v>1253.1199999999999</c:v>
                </c:pt>
                <c:pt idx="13491">
                  <c:v>48841.63</c:v>
                </c:pt>
                <c:pt idx="13492">
                  <c:v>12116.79</c:v>
                </c:pt>
                <c:pt idx="13493">
                  <c:v>9386.3700000000008</c:v>
                </c:pt>
                <c:pt idx="13494">
                  <c:v>68829.66</c:v>
                </c:pt>
                <c:pt idx="13495">
                  <c:v>9104.34</c:v>
                </c:pt>
                <c:pt idx="13496">
                  <c:v>63706.27</c:v>
                </c:pt>
                <c:pt idx="13497">
                  <c:v>65627.100000000006</c:v>
                </c:pt>
                <c:pt idx="13498">
                  <c:v>31655.61</c:v>
                </c:pt>
                <c:pt idx="13499">
                  <c:v>14012.62</c:v>
                </c:pt>
                <c:pt idx="13500">
                  <c:v>17834.88</c:v>
                </c:pt>
                <c:pt idx="13501">
                  <c:v>35072.269999999997</c:v>
                </c:pt>
                <c:pt idx="13502">
                  <c:v>46920.62</c:v>
                </c:pt>
                <c:pt idx="13503">
                  <c:v>71137.33</c:v>
                </c:pt>
                <c:pt idx="13504">
                  <c:v>28403.63</c:v>
                </c:pt>
                <c:pt idx="13505">
                  <c:v>18856.97</c:v>
                </c:pt>
                <c:pt idx="13506">
                  <c:v>95147.96</c:v>
                </c:pt>
                <c:pt idx="13507">
                  <c:v>6254.36</c:v>
                </c:pt>
                <c:pt idx="13508">
                  <c:v>18567.150000000001</c:v>
                </c:pt>
                <c:pt idx="13509">
                  <c:v>21303.200000000001</c:v>
                </c:pt>
                <c:pt idx="13510">
                  <c:v>42748.44</c:v>
                </c:pt>
                <c:pt idx="13511">
                  <c:v>32343.62</c:v>
                </c:pt>
                <c:pt idx="13512">
                  <c:v>8773.57</c:v>
                </c:pt>
                <c:pt idx="13513">
                  <c:v>11155.16</c:v>
                </c:pt>
                <c:pt idx="13514">
                  <c:v>30954</c:v>
                </c:pt>
                <c:pt idx="13515">
                  <c:v>37195.86</c:v>
                </c:pt>
                <c:pt idx="13516">
                  <c:v>44775.17</c:v>
                </c:pt>
                <c:pt idx="13517">
                  <c:v>16915.87</c:v>
                </c:pt>
                <c:pt idx="13518">
                  <c:v>25173</c:v>
                </c:pt>
                <c:pt idx="13519">
                  <c:v>15436.29</c:v>
                </c:pt>
                <c:pt idx="13520">
                  <c:v>14213.68</c:v>
                </c:pt>
                <c:pt idx="13521">
                  <c:v>3230.45</c:v>
                </c:pt>
                <c:pt idx="13522">
                  <c:v>14150.98</c:v>
                </c:pt>
                <c:pt idx="13523">
                  <c:v>5438.96</c:v>
                </c:pt>
                <c:pt idx="13524">
                  <c:v>4293.93</c:v>
                </c:pt>
                <c:pt idx="13525">
                  <c:v>19516.849999999999</c:v>
                </c:pt>
                <c:pt idx="13526">
                  <c:v>77999.460000000006</c:v>
                </c:pt>
                <c:pt idx="13527">
                  <c:v>33680.32</c:v>
                </c:pt>
                <c:pt idx="13528">
                  <c:v>22724.880000000001</c:v>
                </c:pt>
                <c:pt idx="13529">
                  <c:v>10984.1</c:v>
                </c:pt>
                <c:pt idx="13530">
                  <c:v>43535.02</c:v>
                </c:pt>
                <c:pt idx="13531">
                  <c:v>8549.0400000000009</c:v>
                </c:pt>
                <c:pt idx="13532">
                  <c:v>82479.789999999994</c:v>
                </c:pt>
                <c:pt idx="13533">
                  <c:v>1223.32</c:v>
                </c:pt>
                <c:pt idx="13534">
                  <c:v>20148.22</c:v>
                </c:pt>
                <c:pt idx="13535">
                  <c:v>67118.77</c:v>
                </c:pt>
                <c:pt idx="13536">
                  <c:v>3617.9</c:v>
                </c:pt>
                <c:pt idx="13537">
                  <c:v>40145.279999999999</c:v>
                </c:pt>
                <c:pt idx="13538">
                  <c:v>68662.67</c:v>
                </c:pt>
                <c:pt idx="13539">
                  <c:v>51421.39</c:v>
                </c:pt>
                <c:pt idx="13540">
                  <c:v>78858.11</c:v>
                </c:pt>
                <c:pt idx="13541">
                  <c:v>16503.84</c:v>
                </c:pt>
                <c:pt idx="13542">
                  <c:v>75048.33</c:v>
                </c:pt>
                <c:pt idx="13543">
                  <c:v>62484.49</c:v>
                </c:pt>
                <c:pt idx="13544">
                  <c:v>34653.910000000003</c:v>
                </c:pt>
                <c:pt idx="13545">
                  <c:v>19119.07</c:v>
                </c:pt>
                <c:pt idx="13546">
                  <c:v>44417.15</c:v>
                </c:pt>
                <c:pt idx="13547">
                  <c:v>8953.35</c:v>
                </c:pt>
                <c:pt idx="13548">
                  <c:v>41722.07</c:v>
                </c:pt>
                <c:pt idx="13549">
                  <c:v>22079.4</c:v>
                </c:pt>
                <c:pt idx="13550">
                  <c:v>66345.820000000007</c:v>
                </c:pt>
                <c:pt idx="13551">
                  <c:v>22449.67</c:v>
                </c:pt>
                <c:pt idx="13552">
                  <c:v>9682.2800000000007</c:v>
                </c:pt>
                <c:pt idx="13553">
                  <c:v>27541.02</c:v>
                </c:pt>
                <c:pt idx="13554">
                  <c:v>43187.24</c:v>
                </c:pt>
                <c:pt idx="13555">
                  <c:v>40801.660000000003</c:v>
                </c:pt>
                <c:pt idx="13556">
                  <c:v>7253.32</c:v>
                </c:pt>
                <c:pt idx="13557">
                  <c:v>3562.93</c:v>
                </c:pt>
                <c:pt idx="13558">
                  <c:v>24743.46</c:v>
                </c:pt>
                <c:pt idx="13559">
                  <c:v>25498.62</c:v>
                </c:pt>
                <c:pt idx="13560">
                  <c:v>35373.11</c:v>
                </c:pt>
                <c:pt idx="13561">
                  <c:v>60400.02</c:v>
                </c:pt>
                <c:pt idx="13562">
                  <c:v>34383.449999999997</c:v>
                </c:pt>
                <c:pt idx="13563">
                  <c:v>25293.81</c:v>
                </c:pt>
                <c:pt idx="13564">
                  <c:v>5512.21</c:v>
                </c:pt>
                <c:pt idx="13565">
                  <c:v>13909.64</c:v>
                </c:pt>
                <c:pt idx="13566">
                  <c:v>44124.11</c:v>
                </c:pt>
                <c:pt idx="13567">
                  <c:v>5187.32</c:v>
                </c:pt>
                <c:pt idx="13568">
                  <c:v>9934.0300000000007</c:v>
                </c:pt>
                <c:pt idx="13569">
                  <c:v>4803.08</c:v>
                </c:pt>
                <c:pt idx="13570">
                  <c:v>51482.37</c:v>
                </c:pt>
                <c:pt idx="13571">
                  <c:v>32040.6</c:v>
                </c:pt>
                <c:pt idx="13572">
                  <c:v>73914.880000000005</c:v>
                </c:pt>
                <c:pt idx="13573">
                  <c:v>47308.54</c:v>
                </c:pt>
                <c:pt idx="13574">
                  <c:v>20157.419999999998</c:v>
                </c:pt>
                <c:pt idx="13575">
                  <c:v>26512.639999999999</c:v>
                </c:pt>
                <c:pt idx="13576">
                  <c:v>41638.07</c:v>
                </c:pt>
                <c:pt idx="13577">
                  <c:v>3822.81</c:v>
                </c:pt>
                <c:pt idx="13578">
                  <c:v>56068.800000000003</c:v>
                </c:pt>
                <c:pt idx="13579">
                  <c:v>5794.45</c:v>
                </c:pt>
                <c:pt idx="13580">
                  <c:v>27526.43</c:v>
                </c:pt>
                <c:pt idx="13581">
                  <c:v>3365.96</c:v>
                </c:pt>
                <c:pt idx="13582">
                  <c:v>70020.06</c:v>
                </c:pt>
                <c:pt idx="13583">
                  <c:v>53629.98</c:v>
                </c:pt>
                <c:pt idx="13584">
                  <c:v>52596.31</c:v>
                </c:pt>
                <c:pt idx="13585">
                  <c:v>28341.919999999998</c:v>
                </c:pt>
                <c:pt idx="13586">
                  <c:v>29247.81</c:v>
                </c:pt>
                <c:pt idx="13587">
                  <c:v>29689.82</c:v>
                </c:pt>
                <c:pt idx="13588">
                  <c:v>27232.59</c:v>
                </c:pt>
                <c:pt idx="13589">
                  <c:v>37657.54</c:v>
                </c:pt>
                <c:pt idx="13590">
                  <c:v>57426.7</c:v>
                </c:pt>
                <c:pt idx="13591">
                  <c:v>58273.49</c:v>
                </c:pt>
                <c:pt idx="13592">
                  <c:v>21607.49</c:v>
                </c:pt>
                <c:pt idx="13593">
                  <c:v>27935.46</c:v>
                </c:pt>
                <c:pt idx="13594">
                  <c:v>32923.379999999997</c:v>
                </c:pt>
                <c:pt idx="13595">
                  <c:v>16450.72</c:v>
                </c:pt>
                <c:pt idx="13596">
                  <c:v>28116.84</c:v>
                </c:pt>
                <c:pt idx="13597">
                  <c:v>6422.98</c:v>
                </c:pt>
                <c:pt idx="13598">
                  <c:v>91430.55</c:v>
                </c:pt>
                <c:pt idx="13599">
                  <c:v>16677.57</c:v>
                </c:pt>
                <c:pt idx="13600">
                  <c:v>12620.29</c:v>
                </c:pt>
                <c:pt idx="13601">
                  <c:v>47966.83</c:v>
                </c:pt>
                <c:pt idx="13602">
                  <c:v>82176.47</c:v>
                </c:pt>
                <c:pt idx="13603">
                  <c:v>6894.74</c:v>
                </c:pt>
                <c:pt idx="13604">
                  <c:v>40732.300000000003</c:v>
                </c:pt>
                <c:pt idx="13605">
                  <c:v>26834.06</c:v>
                </c:pt>
                <c:pt idx="13606">
                  <c:v>69158.8</c:v>
                </c:pt>
                <c:pt idx="13607">
                  <c:v>7880.2</c:v>
                </c:pt>
                <c:pt idx="13608">
                  <c:v>69814.429999999993</c:v>
                </c:pt>
                <c:pt idx="13609">
                  <c:v>6480.26</c:v>
                </c:pt>
                <c:pt idx="13610">
                  <c:v>9680.4500000000007</c:v>
                </c:pt>
                <c:pt idx="13611">
                  <c:v>49762.44</c:v>
                </c:pt>
                <c:pt idx="13612">
                  <c:v>12884.51</c:v>
                </c:pt>
                <c:pt idx="13613">
                  <c:v>76072.289999999994</c:v>
                </c:pt>
                <c:pt idx="13614">
                  <c:v>5729.76</c:v>
                </c:pt>
                <c:pt idx="13615">
                  <c:v>89543.76</c:v>
                </c:pt>
                <c:pt idx="13616">
                  <c:v>63368.34</c:v>
                </c:pt>
                <c:pt idx="13617">
                  <c:v>17636.54</c:v>
                </c:pt>
                <c:pt idx="13618">
                  <c:v>6349.82</c:v>
                </c:pt>
                <c:pt idx="13619">
                  <c:v>11625.81</c:v>
                </c:pt>
                <c:pt idx="13620">
                  <c:v>28524.26</c:v>
                </c:pt>
                <c:pt idx="13621">
                  <c:v>41199.17</c:v>
                </c:pt>
                <c:pt idx="13622">
                  <c:v>50405.29</c:v>
                </c:pt>
                <c:pt idx="13623">
                  <c:v>48438.81</c:v>
                </c:pt>
                <c:pt idx="13624">
                  <c:v>36069.81</c:v>
                </c:pt>
                <c:pt idx="13625">
                  <c:v>10371.51</c:v>
                </c:pt>
                <c:pt idx="13626">
                  <c:v>7782.31</c:v>
                </c:pt>
                <c:pt idx="13627">
                  <c:v>27718.82</c:v>
                </c:pt>
                <c:pt idx="13628">
                  <c:v>13410.18</c:v>
                </c:pt>
                <c:pt idx="13629">
                  <c:v>6077.3</c:v>
                </c:pt>
                <c:pt idx="13630">
                  <c:v>20204.560000000001</c:v>
                </c:pt>
                <c:pt idx="13631">
                  <c:v>15156.37</c:v>
                </c:pt>
                <c:pt idx="13632">
                  <c:v>65012.39</c:v>
                </c:pt>
                <c:pt idx="13633">
                  <c:v>63102.03</c:v>
                </c:pt>
                <c:pt idx="13634">
                  <c:v>16836.64</c:v>
                </c:pt>
                <c:pt idx="13635">
                  <c:v>21663.84</c:v>
                </c:pt>
                <c:pt idx="13636">
                  <c:v>20900.82</c:v>
                </c:pt>
                <c:pt idx="13637">
                  <c:v>32065.43</c:v>
                </c:pt>
                <c:pt idx="13638">
                  <c:v>32521.82</c:v>
                </c:pt>
                <c:pt idx="13639">
                  <c:v>39133.919999999998</c:v>
                </c:pt>
                <c:pt idx="13640">
                  <c:v>21039.13</c:v>
                </c:pt>
                <c:pt idx="13641">
                  <c:v>28373.119999999999</c:v>
                </c:pt>
                <c:pt idx="13642">
                  <c:v>2483.14</c:v>
                </c:pt>
                <c:pt idx="13643">
                  <c:v>57624.78</c:v>
                </c:pt>
                <c:pt idx="13644">
                  <c:v>24208.880000000001</c:v>
                </c:pt>
                <c:pt idx="13645">
                  <c:v>66918.080000000002</c:v>
                </c:pt>
                <c:pt idx="13646">
                  <c:v>15579.02</c:v>
                </c:pt>
                <c:pt idx="13647">
                  <c:v>21111.02</c:v>
                </c:pt>
                <c:pt idx="13648">
                  <c:v>47804.87</c:v>
                </c:pt>
                <c:pt idx="13649">
                  <c:v>18123.21</c:v>
                </c:pt>
                <c:pt idx="13650">
                  <c:v>14700.25</c:v>
                </c:pt>
                <c:pt idx="13651">
                  <c:v>49058.73</c:v>
                </c:pt>
                <c:pt idx="13652">
                  <c:v>68566.39</c:v>
                </c:pt>
                <c:pt idx="13653">
                  <c:v>32523.41</c:v>
                </c:pt>
                <c:pt idx="13654">
                  <c:v>63262.04</c:v>
                </c:pt>
                <c:pt idx="13655">
                  <c:v>76906.83</c:v>
                </c:pt>
                <c:pt idx="13656">
                  <c:v>60020.6</c:v>
                </c:pt>
                <c:pt idx="13657">
                  <c:v>19483.09</c:v>
                </c:pt>
                <c:pt idx="13658">
                  <c:v>89946.61</c:v>
                </c:pt>
                <c:pt idx="13659">
                  <c:v>21172.79</c:v>
                </c:pt>
                <c:pt idx="13660">
                  <c:v>20575.34</c:v>
                </c:pt>
                <c:pt idx="13661">
                  <c:v>29693.41</c:v>
                </c:pt>
                <c:pt idx="13662">
                  <c:v>96660.17</c:v>
                </c:pt>
                <c:pt idx="13663">
                  <c:v>88385.38</c:v>
                </c:pt>
                <c:pt idx="13664">
                  <c:v>55027.16</c:v>
                </c:pt>
                <c:pt idx="13665">
                  <c:v>46570.23</c:v>
                </c:pt>
                <c:pt idx="13666">
                  <c:v>87201.76</c:v>
                </c:pt>
                <c:pt idx="13667">
                  <c:v>21959.45</c:v>
                </c:pt>
                <c:pt idx="13668">
                  <c:v>53795.31</c:v>
                </c:pt>
                <c:pt idx="13669">
                  <c:v>37490.370000000003</c:v>
                </c:pt>
                <c:pt idx="13670">
                  <c:v>23542.39</c:v>
                </c:pt>
                <c:pt idx="13671">
                  <c:v>25659.71</c:v>
                </c:pt>
                <c:pt idx="13672">
                  <c:v>4166.5</c:v>
                </c:pt>
                <c:pt idx="13673">
                  <c:v>24521.21</c:v>
                </c:pt>
                <c:pt idx="13674">
                  <c:v>28985.98</c:v>
                </c:pt>
                <c:pt idx="13675">
                  <c:v>76849.100000000006</c:v>
                </c:pt>
                <c:pt idx="13676">
                  <c:v>35318.47</c:v>
                </c:pt>
                <c:pt idx="13677">
                  <c:v>57079.64</c:v>
                </c:pt>
                <c:pt idx="13678">
                  <c:v>21287.74</c:v>
                </c:pt>
                <c:pt idx="13679">
                  <c:v>9711.2000000000007</c:v>
                </c:pt>
                <c:pt idx="13680">
                  <c:v>5252.78</c:v>
                </c:pt>
                <c:pt idx="13681">
                  <c:v>28281.119999999999</c:v>
                </c:pt>
                <c:pt idx="13682">
                  <c:v>5907.18</c:v>
                </c:pt>
                <c:pt idx="13683">
                  <c:v>1195.24</c:v>
                </c:pt>
                <c:pt idx="13684">
                  <c:v>19342.93</c:v>
                </c:pt>
                <c:pt idx="13685">
                  <c:v>43592.28</c:v>
                </c:pt>
                <c:pt idx="13686">
                  <c:v>14681.96</c:v>
                </c:pt>
                <c:pt idx="13687">
                  <c:v>10680.55</c:v>
                </c:pt>
                <c:pt idx="13688">
                  <c:v>61741.25</c:v>
                </c:pt>
                <c:pt idx="13689">
                  <c:v>52136.36</c:v>
                </c:pt>
                <c:pt idx="13690">
                  <c:v>35111.660000000003</c:v>
                </c:pt>
                <c:pt idx="13691">
                  <c:v>54312.55</c:v>
                </c:pt>
                <c:pt idx="13692">
                  <c:v>85036.68</c:v>
                </c:pt>
                <c:pt idx="13693">
                  <c:v>15607.15</c:v>
                </c:pt>
                <c:pt idx="13694">
                  <c:v>12227.54</c:v>
                </c:pt>
                <c:pt idx="13695">
                  <c:v>24546.69</c:v>
                </c:pt>
                <c:pt idx="13696">
                  <c:v>4228.92</c:v>
                </c:pt>
                <c:pt idx="13697">
                  <c:v>38655.64</c:v>
                </c:pt>
                <c:pt idx="13698">
                  <c:v>11700.36</c:v>
                </c:pt>
                <c:pt idx="13699">
                  <c:v>34304.129999999997</c:v>
                </c:pt>
                <c:pt idx="13700">
                  <c:v>11760.4</c:v>
                </c:pt>
                <c:pt idx="13701">
                  <c:v>43912.05</c:v>
                </c:pt>
                <c:pt idx="13702">
                  <c:v>11682.72</c:v>
                </c:pt>
                <c:pt idx="13703">
                  <c:v>20979.74</c:v>
                </c:pt>
                <c:pt idx="13704">
                  <c:v>70935.14</c:v>
                </c:pt>
                <c:pt idx="13705">
                  <c:v>2231.84</c:v>
                </c:pt>
                <c:pt idx="13706">
                  <c:v>9132.49</c:v>
                </c:pt>
                <c:pt idx="13707">
                  <c:v>39121.269999999997</c:v>
                </c:pt>
                <c:pt idx="13708">
                  <c:v>85746.99</c:v>
                </c:pt>
                <c:pt idx="13709">
                  <c:v>16368.66</c:v>
                </c:pt>
                <c:pt idx="13710">
                  <c:v>3762.55</c:v>
                </c:pt>
                <c:pt idx="13711">
                  <c:v>3575.95</c:v>
                </c:pt>
                <c:pt idx="13712">
                  <c:v>13521.38</c:v>
                </c:pt>
                <c:pt idx="13713">
                  <c:v>17123.45</c:v>
                </c:pt>
                <c:pt idx="13714">
                  <c:v>25861.82</c:v>
                </c:pt>
                <c:pt idx="13715">
                  <c:v>40286.870000000003</c:v>
                </c:pt>
                <c:pt idx="13716">
                  <c:v>13148.19</c:v>
                </c:pt>
                <c:pt idx="13717">
                  <c:v>43703.47</c:v>
                </c:pt>
                <c:pt idx="13718">
                  <c:v>15279.14</c:v>
                </c:pt>
                <c:pt idx="13719">
                  <c:v>95271.43</c:v>
                </c:pt>
                <c:pt idx="13720">
                  <c:v>6590.07</c:v>
                </c:pt>
                <c:pt idx="13721">
                  <c:v>15673.04</c:v>
                </c:pt>
                <c:pt idx="13722">
                  <c:v>39336.36</c:v>
                </c:pt>
                <c:pt idx="13723">
                  <c:v>57094.14</c:v>
                </c:pt>
                <c:pt idx="13724">
                  <c:v>33799.370000000003</c:v>
                </c:pt>
                <c:pt idx="13725">
                  <c:v>36309.879999999997</c:v>
                </c:pt>
                <c:pt idx="13726">
                  <c:v>58495.839999999997</c:v>
                </c:pt>
                <c:pt idx="13727">
                  <c:v>3793.73</c:v>
                </c:pt>
                <c:pt idx="13728">
                  <c:v>9671.35</c:v>
                </c:pt>
                <c:pt idx="13729">
                  <c:v>12004.02</c:v>
                </c:pt>
                <c:pt idx="13730">
                  <c:v>21920.720000000001</c:v>
                </c:pt>
                <c:pt idx="13731">
                  <c:v>70750.929999999993</c:v>
                </c:pt>
                <c:pt idx="13732">
                  <c:v>7878.91</c:v>
                </c:pt>
                <c:pt idx="13733">
                  <c:v>4092.51</c:v>
                </c:pt>
                <c:pt idx="13734">
                  <c:v>26797.93</c:v>
                </c:pt>
                <c:pt idx="13735">
                  <c:v>32382.84</c:v>
                </c:pt>
                <c:pt idx="13736">
                  <c:v>14644.43</c:v>
                </c:pt>
                <c:pt idx="13737">
                  <c:v>35895.72</c:v>
                </c:pt>
                <c:pt idx="13738">
                  <c:v>66494.64</c:v>
                </c:pt>
                <c:pt idx="13739">
                  <c:v>31686.61</c:v>
                </c:pt>
                <c:pt idx="13740">
                  <c:v>18060.189999999999</c:v>
                </c:pt>
                <c:pt idx="13741">
                  <c:v>28343.51</c:v>
                </c:pt>
                <c:pt idx="13742">
                  <c:v>4011.92</c:v>
                </c:pt>
                <c:pt idx="13743">
                  <c:v>12925.69</c:v>
                </c:pt>
                <c:pt idx="13744">
                  <c:v>34624.42</c:v>
                </c:pt>
                <c:pt idx="13745">
                  <c:v>32484.75</c:v>
                </c:pt>
                <c:pt idx="13746">
                  <c:v>11496.49</c:v>
                </c:pt>
                <c:pt idx="13747">
                  <c:v>28720.94</c:v>
                </c:pt>
                <c:pt idx="13748">
                  <c:v>27565.46</c:v>
                </c:pt>
                <c:pt idx="13749">
                  <c:v>14211.46</c:v>
                </c:pt>
                <c:pt idx="13750">
                  <c:v>31021.37</c:v>
                </c:pt>
                <c:pt idx="13751">
                  <c:v>83867.62</c:v>
                </c:pt>
                <c:pt idx="13752">
                  <c:v>8881.11</c:v>
                </c:pt>
                <c:pt idx="13753">
                  <c:v>79070.460000000006</c:v>
                </c:pt>
                <c:pt idx="13754">
                  <c:v>21027.79</c:v>
                </c:pt>
                <c:pt idx="13755">
                  <c:v>54518.52</c:v>
                </c:pt>
                <c:pt idx="13756">
                  <c:v>19346.830000000002</c:v>
                </c:pt>
                <c:pt idx="13757">
                  <c:v>33866.410000000003</c:v>
                </c:pt>
                <c:pt idx="13758">
                  <c:v>11567.18</c:v>
                </c:pt>
                <c:pt idx="13759">
                  <c:v>4038.2</c:v>
                </c:pt>
                <c:pt idx="13760">
                  <c:v>62454.23</c:v>
                </c:pt>
                <c:pt idx="13761">
                  <c:v>5069.82</c:v>
                </c:pt>
                <c:pt idx="13762">
                  <c:v>20343.77</c:v>
                </c:pt>
                <c:pt idx="13763">
                  <c:v>46104.57</c:v>
                </c:pt>
                <c:pt idx="13764">
                  <c:v>5136.04</c:v>
                </c:pt>
                <c:pt idx="13765">
                  <c:v>13775.88</c:v>
                </c:pt>
                <c:pt idx="13766">
                  <c:v>49569.41</c:v>
                </c:pt>
                <c:pt idx="13767">
                  <c:v>13479.88</c:v>
                </c:pt>
                <c:pt idx="13768">
                  <c:v>12340.23</c:v>
                </c:pt>
                <c:pt idx="13769">
                  <c:v>56281.05</c:v>
                </c:pt>
                <c:pt idx="13770">
                  <c:v>7812.96</c:v>
                </c:pt>
                <c:pt idx="13771">
                  <c:v>64001.96</c:v>
                </c:pt>
                <c:pt idx="13772">
                  <c:v>19597.98</c:v>
                </c:pt>
                <c:pt idx="13773">
                  <c:v>12833</c:v>
                </c:pt>
                <c:pt idx="13774">
                  <c:v>57037.98</c:v>
                </c:pt>
                <c:pt idx="13775">
                  <c:v>17633.54</c:v>
                </c:pt>
                <c:pt idx="13776">
                  <c:v>31057.24</c:v>
                </c:pt>
                <c:pt idx="13777">
                  <c:v>10169.68</c:v>
                </c:pt>
                <c:pt idx="13778">
                  <c:v>2742.01</c:v>
                </c:pt>
                <c:pt idx="13779">
                  <c:v>46222.47</c:v>
                </c:pt>
                <c:pt idx="13780">
                  <c:v>36328.400000000001</c:v>
                </c:pt>
                <c:pt idx="13781">
                  <c:v>14535.09</c:v>
                </c:pt>
                <c:pt idx="13782">
                  <c:v>29271.52</c:v>
                </c:pt>
                <c:pt idx="13783">
                  <c:v>41722.879999999997</c:v>
                </c:pt>
                <c:pt idx="13784">
                  <c:v>28427.33</c:v>
                </c:pt>
                <c:pt idx="13785">
                  <c:v>14207.38</c:v>
                </c:pt>
                <c:pt idx="13786">
                  <c:v>26192.880000000001</c:v>
                </c:pt>
                <c:pt idx="13787">
                  <c:v>37876.550000000003</c:v>
                </c:pt>
                <c:pt idx="13788">
                  <c:v>11732.83</c:v>
                </c:pt>
                <c:pt idx="13789">
                  <c:v>7315.01</c:v>
                </c:pt>
                <c:pt idx="13790">
                  <c:v>91061.36</c:v>
                </c:pt>
                <c:pt idx="13791">
                  <c:v>8359.4500000000007</c:v>
                </c:pt>
                <c:pt idx="13792">
                  <c:v>14238.17</c:v>
                </c:pt>
                <c:pt idx="13793">
                  <c:v>34398.5</c:v>
                </c:pt>
                <c:pt idx="13794">
                  <c:v>70509.39</c:v>
                </c:pt>
                <c:pt idx="13795">
                  <c:v>63172.44</c:v>
                </c:pt>
                <c:pt idx="13796">
                  <c:v>11921.9</c:v>
                </c:pt>
                <c:pt idx="13797">
                  <c:v>27337.34</c:v>
                </c:pt>
                <c:pt idx="13798">
                  <c:v>38704.97</c:v>
                </c:pt>
                <c:pt idx="13799">
                  <c:v>60513.83</c:v>
                </c:pt>
                <c:pt idx="13800">
                  <c:v>4133.43</c:v>
                </c:pt>
                <c:pt idx="13801">
                  <c:v>37793.54</c:v>
                </c:pt>
                <c:pt idx="13802">
                  <c:v>88215.23</c:v>
                </c:pt>
                <c:pt idx="13803">
                  <c:v>26009.14</c:v>
                </c:pt>
                <c:pt idx="13804">
                  <c:v>28846.5</c:v>
                </c:pt>
                <c:pt idx="13805">
                  <c:v>58690.9</c:v>
                </c:pt>
                <c:pt idx="13806">
                  <c:v>38603.72</c:v>
                </c:pt>
                <c:pt idx="13807">
                  <c:v>12702.44</c:v>
                </c:pt>
                <c:pt idx="13808">
                  <c:v>15955.38</c:v>
                </c:pt>
                <c:pt idx="13809">
                  <c:v>38841.769999999997</c:v>
                </c:pt>
                <c:pt idx="13810">
                  <c:v>25314.45</c:v>
                </c:pt>
                <c:pt idx="13811">
                  <c:v>7261.32</c:v>
                </c:pt>
                <c:pt idx="13812">
                  <c:v>42981.29</c:v>
                </c:pt>
                <c:pt idx="13813">
                  <c:v>36789.269999999997</c:v>
                </c:pt>
                <c:pt idx="13814">
                  <c:v>42930.54</c:v>
                </c:pt>
                <c:pt idx="13815">
                  <c:v>37930.620000000003</c:v>
                </c:pt>
                <c:pt idx="13816">
                  <c:v>68868.009999999995</c:v>
                </c:pt>
                <c:pt idx="13817">
                  <c:v>21737.65</c:v>
                </c:pt>
                <c:pt idx="13818">
                  <c:v>22281.34</c:v>
                </c:pt>
                <c:pt idx="13819">
                  <c:v>18640.47</c:v>
                </c:pt>
                <c:pt idx="13820">
                  <c:v>25322.41</c:v>
                </c:pt>
                <c:pt idx="13821">
                  <c:v>59752.31</c:v>
                </c:pt>
                <c:pt idx="13822">
                  <c:v>13464.28</c:v>
                </c:pt>
                <c:pt idx="13823">
                  <c:v>7704.14</c:v>
                </c:pt>
                <c:pt idx="13824">
                  <c:v>20098.13</c:v>
                </c:pt>
                <c:pt idx="13825">
                  <c:v>51255.81</c:v>
                </c:pt>
                <c:pt idx="13826">
                  <c:v>55300.52</c:v>
                </c:pt>
                <c:pt idx="13827">
                  <c:v>19618.39</c:v>
                </c:pt>
                <c:pt idx="13828">
                  <c:v>5161.63</c:v>
                </c:pt>
                <c:pt idx="13829">
                  <c:v>26987.42</c:v>
                </c:pt>
                <c:pt idx="13830">
                  <c:v>12310.98</c:v>
                </c:pt>
                <c:pt idx="13831">
                  <c:v>68816.88</c:v>
                </c:pt>
                <c:pt idx="13832">
                  <c:v>17970.91</c:v>
                </c:pt>
                <c:pt idx="13833">
                  <c:v>17283.099999999999</c:v>
                </c:pt>
                <c:pt idx="13834">
                  <c:v>44852.72</c:v>
                </c:pt>
                <c:pt idx="13835">
                  <c:v>66921.2</c:v>
                </c:pt>
                <c:pt idx="13836">
                  <c:v>27893.38</c:v>
                </c:pt>
                <c:pt idx="13837">
                  <c:v>9279.14</c:v>
                </c:pt>
                <c:pt idx="13838">
                  <c:v>28720.16</c:v>
                </c:pt>
                <c:pt idx="13839">
                  <c:v>26962.43</c:v>
                </c:pt>
                <c:pt idx="13840">
                  <c:v>53168.44</c:v>
                </c:pt>
                <c:pt idx="13841">
                  <c:v>23575.86</c:v>
                </c:pt>
                <c:pt idx="13842">
                  <c:v>29916.5</c:v>
                </c:pt>
                <c:pt idx="13843">
                  <c:v>47221.93</c:v>
                </c:pt>
                <c:pt idx="13844">
                  <c:v>44086.05</c:v>
                </c:pt>
                <c:pt idx="13845">
                  <c:v>69884.3</c:v>
                </c:pt>
                <c:pt idx="13846">
                  <c:v>50844.86</c:v>
                </c:pt>
                <c:pt idx="13847">
                  <c:v>62448.12</c:v>
                </c:pt>
                <c:pt idx="13848">
                  <c:v>71595.759999999995</c:v>
                </c:pt>
                <c:pt idx="13849">
                  <c:v>15751.72</c:v>
                </c:pt>
                <c:pt idx="13850">
                  <c:v>85040.97</c:v>
                </c:pt>
                <c:pt idx="13851">
                  <c:v>71512.210000000006</c:v>
                </c:pt>
                <c:pt idx="13852">
                  <c:v>48588.5</c:v>
                </c:pt>
                <c:pt idx="13853">
                  <c:v>8340.57</c:v>
                </c:pt>
                <c:pt idx="13854">
                  <c:v>54675.18</c:v>
                </c:pt>
                <c:pt idx="13855">
                  <c:v>69881.67</c:v>
                </c:pt>
                <c:pt idx="13856">
                  <c:v>61906.32</c:v>
                </c:pt>
                <c:pt idx="13857">
                  <c:v>70818.89</c:v>
                </c:pt>
                <c:pt idx="13858">
                  <c:v>49941.279999999999</c:v>
                </c:pt>
                <c:pt idx="13859">
                  <c:v>45196.42</c:v>
                </c:pt>
                <c:pt idx="13860">
                  <c:v>13409.71</c:v>
                </c:pt>
                <c:pt idx="13861">
                  <c:v>9245.9699999999993</c:v>
                </c:pt>
                <c:pt idx="13862">
                  <c:v>4740.17</c:v>
                </c:pt>
                <c:pt idx="13863">
                  <c:v>43069.31</c:v>
                </c:pt>
                <c:pt idx="13864">
                  <c:v>23056.42</c:v>
                </c:pt>
                <c:pt idx="13865">
                  <c:v>101348.21</c:v>
                </c:pt>
                <c:pt idx="13866">
                  <c:v>96772.73</c:v>
                </c:pt>
                <c:pt idx="13867">
                  <c:v>34011.599999999999</c:v>
                </c:pt>
                <c:pt idx="13868">
                  <c:v>53957.23</c:v>
                </c:pt>
                <c:pt idx="13869">
                  <c:v>6976.2</c:v>
                </c:pt>
                <c:pt idx="13870">
                  <c:v>39895.85</c:v>
                </c:pt>
                <c:pt idx="13871">
                  <c:v>12349.09</c:v>
                </c:pt>
                <c:pt idx="13872">
                  <c:v>11603.21</c:v>
                </c:pt>
                <c:pt idx="13873">
                  <c:v>20319.18</c:v>
                </c:pt>
                <c:pt idx="13874">
                  <c:v>36349.519999999997</c:v>
                </c:pt>
                <c:pt idx="13875">
                  <c:v>43940.3</c:v>
                </c:pt>
                <c:pt idx="13876">
                  <c:v>9932.2000000000007</c:v>
                </c:pt>
                <c:pt idx="13877">
                  <c:v>4507.1499999999996</c:v>
                </c:pt>
                <c:pt idx="13878">
                  <c:v>10843.81</c:v>
                </c:pt>
                <c:pt idx="13879">
                  <c:v>2304.48</c:v>
                </c:pt>
                <c:pt idx="13880">
                  <c:v>20126.5</c:v>
                </c:pt>
                <c:pt idx="13881">
                  <c:v>46374.53</c:v>
                </c:pt>
                <c:pt idx="13882">
                  <c:v>39470.93</c:v>
                </c:pt>
                <c:pt idx="13883">
                  <c:v>9397.82</c:v>
                </c:pt>
                <c:pt idx="13884">
                  <c:v>32480.33</c:v>
                </c:pt>
                <c:pt idx="13885">
                  <c:v>19250.78</c:v>
                </c:pt>
                <c:pt idx="13886">
                  <c:v>13289.33</c:v>
                </c:pt>
                <c:pt idx="13887">
                  <c:v>55173.88</c:v>
                </c:pt>
                <c:pt idx="13888">
                  <c:v>25644.46</c:v>
                </c:pt>
                <c:pt idx="13889">
                  <c:v>42066.92</c:v>
                </c:pt>
                <c:pt idx="13890">
                  <c:v>98134.26</c:v>
                </c:pt>
                <c:pt idx="13891">
                  <c:v>7666.93</c:v>
                </c:pt>
                <c:pt idx="13892">
                  <c:v>33296.42</c:v>
                </c:pt>
                <c:pt idx="13893">
                  <c:v>13200.6</c:v>
                </c:pt>
                <c:pt idx="13894">
                  <c:v>67149.820000000007</c:v>
                </c:pt>
                <c:pt idx="13895">
                  <c:v>37492.04</c:v>
                </c:pt>
                <c:pt idx="13896">
                  <c:v>40415.93</c:v>
                </c:pt>
                <c:pt idx="13897">
                  <c:v>46169.54</c:v>
                </c:pt>
                <c:pt idx="13898">
                  <c:v>20218.310000000001</c:v>
                </c:pt>
                <c:pt idx="13899">
                  <c:v>16076.73</c:v>
                </c:pt>
                <c:pt idx="13900">
                  <c:v>37401.160000000003</c:v>
                </c:pt>
                <c:pt idx="13901">
                  <c:v>10248.52</c:v>
                </c:pt>
                <c:pt idx="13902">
                  <c:v>8062.57</c:v>
                </c:pt>
                <c:pt idx="13903">
                  <c:v>14330.8</c:v>
                </c:pt>
                <c:pt idx="13904">
                  <c:v>28952.16</c:v>
                </c:pt>
                <c:pt idx="13905">
                  <c:v>57859.87</c:v>
                </c:pt>
                <c:pt idx="13906">
                  <c:v>23744.18</c:v>
                </c:pt>
                <c:pt idx="13907">
                  <c:v>59604.27</c:v>
                </c:pt>
                <c:pt idx="13908">
                  <c:v>88925.440000000002</c:v>
                </c:pt>
                <c:pt idx="13909">
                  <c:v>26320.14</c:v>
                </c:pt>
                <c:pt idx="13910">
                  <c:v>10278.07</c:v>
                </c:pt>
                <c:pt idx="13911">
                  <c:v>29173.52</c:v>
                </c:pt>
                <c:pt idx="13912">
                  <c:v>17190.330000000002</c:v>
                </c:pt>
                <c:pt idx="13913">
                  <c:v>4932.04</c:v>
                </c:pt>
                <c:pt idx="13914">
                  <c:v>45981.43</c:v>
                </c:pt>
                <c:pt idx="13915">
                  <c:v>36630.720000000001</c:v>
                </c:pt>
                <c:pt idx="13916">
                  <c:v>35177.1</c:v>
                </c:pt>
                <c:pt idx="13917">
                  <c:v>1771.11</c:v>
                </c:pt>
                <c:pt idx="13918">
                  <c:v>96722.22</c:v>
                </c:pt>
                <c:pt idx="13919">
                  <c:v>42772.21</c:v>
                </c:pt>
                <c:pt idx="13920">
                  <c:v>3161</c:v>
                </c:pt>
                <c:pt idx="13921">
                  <c:v>21704.44</c:v>
                </c:pt>
                <c:pt idx="13922">
                  <c:v>49001.77</c:v>
                </c:pt>
                <c:pt idx="13923">
                  <c:v>6990.44</c:v>
                </c:pt>
                <c:pt idx="13924">
                  <c:v>17855.59</c:v>
                </c:pt>
                <c:pt idx="13925">
                  <c:v>50649.54</c:v>
                </c:pt>
                <c:pt idx="13926">
                  <c:v>5995.48</c:v>
                </c:pt>
                <c:pt idx="13927">
                  <c:v>13315.73</c:v>
                </c:pt>
                <c:pt idx="13928">
                  <c:v>45489.37</c:v>
                </c:pt>
                <c:pt idx="13929">
                  <c:v>12345.19</c:v>
                </c:pt>
                <c:pt idx="13930">
                  <c:v>76467.600000000006</c:v>
                </c:pt>
                <c:pt idx="13931">
                  <c:v>28867.42</c:v>
                </c:pt>
                <c:pt idx="13932">
                  <c:v>83638.83</c:v>
                </c:pt>
                <c:pt idx="13933">
                  <c:v>31104.3</c:v>
                </c:pt>
                <c:pt idx="13934">
                  <c:v>22095.79</c:v>
                </c:pt>
                <c:pt idx="13935">
                  <c:v>25115.08</c:v>
                </c:pt>
                <c:pt idx="13936">
                  <c:v>8538.26</c:v>
                </c:pt>
                <c:pt idx="13937">
                  <c:v>17930.62</c:v>
                </c:pt>
                <c:pt idx="13938">
                  <c:v>53616.84</c:v>
                </c:pt>
                <c:pt idx="13939">
                  <c:v>22715.8</c:v>
                </c:pt>
                <c:pt idx="13940">
                  <c:v>17326.099999999999</c:v>
                </c:pt>
                <c:pt idx="13941">
                  <c:v>7556.39</c:v>
                </c:pt>
                <c:pt idx="13942">
                  <c:v>18532.29</c:v>
                </c:pt>
                <c:pt idx="13943">
                  <c:v>6302.2</c:v>
                </c:pt>
                <c:pt idx="13944">
                  <c:v>73168.960000000006</c:v>
                </c:pt>
                <c:pt idx="13945">
                  <c:v>14325.97</c:v>
                </c:pt>
                <c:pt idx="13946">
                  <c:v>45433</c:v>
                </c:pt>
                <c:pt idx="13947">
                  <c:v>22598.52</c:v>
                </c:pt>
                <c:pt idx="13948">
                  <c:v>49304.22</c:v>
                </c:pt>
                <c:pt idx="13949">
                  <c:v>31292.31</c:v>
                </c:pt>
                <c:pt idx="13950">
                  <c:v>23512.78</c:v>
                </c:pt>
                <c:pt idx="13951">
                  <c:v>38500.559999999998</c:v>
                </c:pt>
                <c:pt idx="13952">
                  <c:v>23890.55</c:v>
                </c:pt>
                <c:pt idx="13953">
                  <c:v>15150.24</c:v>
                </c:pt>
                <c:pt idx="13954">
                  <c:v>27015.279999999999</c:v>
                </c:pt>
                <c:pt idx="13955">
                  <c:v>13582.97</c:v>
                </c:pt>
                <c:pt idx="13956">
                  <c:v>45509.57</c:v>
                </c:pt>
                <c:pt idx="13957">
                  <c:v>12386.11</c:v>
                </c:pt>
                <c:pt idx="13958">
                  <c:v>83213.929999999993</c:v>
                </c:pt>
                <c:pt idx="13959">
                  <c:v>11038.8</c:v>
                </c:pt>
                <c:pt idx="13960">
                  <c:v>32078.400000000001</c:v>
                </c:pt>
                <c:pt idx="13961">
                  <c:v>61609.15</c:v>
                </c:pt>
                <c:pt idx="13962">
                  <c:v>71831.72</c:v>
                </c:pt>
                <c:pt idx="13963">
                  <c:v>10755.99</c:v>
                </c:pt>
                <c:pt idx="13964">
                  <c:v>12967.4</c:v>
                </c:pt>
                <c:pt idx="13965">
                  <c:v>9875.14</c:v>
                </c:pt>
                <c:pt idx="13966">
                  <c:v>5825.36</c:v>
                </c:pt>
                <c:pt idx="13967">
                  <c:v>15681.74</c:v>
                </c:pt>
                <c:pt idx="13968">
                  <c:v>69773.440000000002</c:v>
                </c:pt>
                <c:pt idx="13969">
                  <c:v>45073.65</c:v>
                </c:pt>
                <c:pt idx="13970">
                  <c:v>5471.73</c:v>
                </c:pt>
                <c:pt idx="13971">
                  <c:v>2540.96</c:v>
                </c:pt>
                <c:pt idx="13972">
                  <c:v>15462.25</c:v>
                </c:pt>
                <c:pt idx="13973">
                  <c:v>62938.32</c:v>
                </c:pt>
                <c:pt idx="13974">
                  <c:v>21369.41</c:v>
                </c:pt>
                <c:pt idx="13975">
                  <c:v>71856.23</c:v>
                </c:pt>
                <c:pt idx="13976">
                  <c:v>55585.57</c:v>
                </c:pt>
                <c:pt idx="13977">
                  <c:v>31248.34</c:v>
                </c:pt>
                <c:pt idx="13978">
                  <c:v>5270.81</c:v>
                </c:pt>
                <c:pt idx="13979">
                  <c:v>68249.41</c:v>
                </c:pt>
                <c:pt idx="13980">
                  <c:v>33750.980000000003</c:v>
                </c:pt>
                <c:pt idx="13981">
                  <c:v>32825.519999999997</c:v>
                </c:pt>
                <c:pt idx="13982">
                  <c:v>69730.710000000006</c:v>
                </c:pt>
                <c:pt idx="13983">
                  <c:v>28714.22</c:v>
                </c:pt>
                <c:pt idx="13984">
                  <c:v>29665.31</c:v>
                </c:pt>
                <c:pt idx="13985">
                  <c:v>23052.080000000002</c:v>
                </c:pt>
                <c:pt idx="13986">
                  <c:v>39286.01</c:v>
                </c:pt>
                <c:pt idx="13987">
                  <c:v>25706.62</c:v>
                </c:pt>
                <c:pt idx="13988">
                  <c:v>32273.119999999999</c:v>
                </c:pt>
                <c:pt idx="13989">
                  <c:v>46833.82</c:v>
                </c:pt>
                <c:pt idx="13990">
                  <c:v>38031.800000000003</c:v>
                </c:pt>
                <c:pt idx="13991">
                  <c:v>61153.85</c:v>
                </c:pt>
                <c:pt idx="13992">
                  <c:v>42567.519999999997</c:v>
                </c:pt>
                <c:pt idx="13993">
                  <c:v>3434.79</c:v>
                </c:pt>
                <c:pt idx="13994">
                  <c:v>6863.81</c:v>
                </c:pt>
                <c:pt idx="13995">
                  <c:v>9171.61</c:v>
                </c:pt>
                <c:pt idx="13996">
                  <c:v>20807.55</c:v>
                </c:pt>
                <c:pt idx="13997">
                  <c:v>71411.02</c:v>
                </c:pt>
                <c:pt idx="13998">
                  <c:v>93077.21</c:v>
                </c:pt>
                <c:pt idx="13999">
                  <c:v>81955.69</c:v>
                </c:pt>
                <c:pt idx="14000">
                  <c:v>8258.2900000000009</c:v>
                </c:pt>
                <c:pt idx="14001">
                  <c:v>28488.66</c:v>
                </c:pt>
                <c:pt idx="14002">
                  <c:v>48441.86</c:v>
                </c:pt>
                <c:pt idx="14003">
                  <c:v>13731.98</c:v>
                </c:pt>
                <c:pt idx="14004">
                  <c:v>11432.34</c:v>
                </c:pt>
                <c:pt idx="14005">
                  <c:v>83367.899999999994</c:v>
                </c:pt>
                <c:pt idx="14006">
                  <c:v>50153.68</c:v>
                </c:pt>
                <c:pt idx="14007">
                  <c:v>7648.11</c:v>
                </c:pt>
                <c:pt idx="14008">
                  <c:v>31135.82</c:v>
                </c:pt>
                <c:pt idx="14009">
                  <c:v>7163.7</c:v>
                </c:pt>
                <c:pt idx="14010">
                  <c:v>26479.57</c:v>
                </c:pt>
                <c:pt idx="14011">
                  <c:v>72786.39</c:v>
                </c:pt>
                <c:pt idx="14012">
                  <c:v>24943.55</c:v>
                </c:pt>
                <c:pt idx="14013">
                  <c:v>21166.7</c:v>
                </c:pt>
                <c:pt idx="14014">
                  <c:v>20909.259999999998</c:v>
                </c:pt>
                <c:pt idx="14015">
                  <c:v>57181.26</c:v>
                </c:pt>
                <c:pt idx="14016">
                  <c:v>4304.9799999999996</c:v>
                </c:pt>
                <c:pt idx="14017">
                  <c:v>32037.31</c:v>
                </c:pt>
                <c:pt idx="14018">
                  <c:v>32828.67</c:v>
                </c:pt>
                <c:pt idx="14019">
                  <c:v>9398.06</c:v>
                </c:pt>
                <c:pt idx="14020">
                  <c:v>83934.06</c:v>
                </c:pt>
                <c:pt idx="14021">
                  <c:v>6660.47</c:v>
                </c:pt>
                <c:pt idx="14022">
                  <c:v>44752.68</c:v>
                </c:pt>
                <c:pt idx="14023">
                  <c:v>1796.58</c:v>
                </c:pt>
                <c:pt idx="14024">
                  <c:v>13903.85</c:v>
                </c:pt>
                <c:pt idx="14025">
                  <c:v>8652.1299999999992</c:v>
                </c:pt>
                <c:pt idx="14026">
                  <c:v>69946.539999999994</c:v>
                </c:pt>
                <c:pt idx="14027">
                  <c:v>49904</c:v>
                </c:pt>
                <c:pt idx="14028">
                  <c:v>16238.25</c:v>
                </c:pt>
                <c:pt idx="14029">
                  <c:v>16529.89</c:v>
                </c:pt>
                <c:pt idx="14030">
                  <c:v>4493.96</c:v>
                </c:pt>
                <c:pt idx="14031">
                  <c:v>81678.559999999998</c:v>
                </c:pt>
                <c:pt idx="14032">
                  <c:v>11707.42</c:v>
                </c:pt>
                <c:pt idx="14033">
                  <c:v>34545.67</c:v>
                </c:pt>
                <c:pt idx="14034">
                  <c:v>15412.49</c:v>
                </c:pt>
                <c:pt idx="14035">
                  <c:v>9508.8799999999992</c:v>
                </c:pt>
                <c:pt idx="14036">
                  <c:v>25194.62</c:v>
                </c:pt>
                <c:pt idx="14037">
                  <c:v>14745.49</c:v>
                </c:pt>
                <c:pt idx="14038">
                  <c:v>12543.64</c:v>
                </c:pt>
                <c:pt idx="14039">
                  <c:v>11328.72</c:v>
                </c:pt>
                <c:pt idx="14040">
                  <c:v>25744.85</c:v>
                </c:pt>
                <c:pt idx="14041">
                  <c:v>67567.58</c:v>
                </c:pt>
                <c:pt idx="14042">
                  <c:v>79341.440000000002</c:v>
                </c:pt>
                <c:pt idx="14043">
                  <c:v>59814.96</c:v>
                </c:pt>
                <c:pt idx="14044">
                  <c:v>24098.63</c:v>
                </c:pt>
                <c:pt idx="14045">
                  <c:v>11659.31</c:v>
                </c:pt>
                <c:pt idx="14046">
                  <c:v>13291.68</c:v>
                </c:pt>
                <c:pt idx="14047">
                  <c:v>62207.21</c:v>
                </c:pt>
                <c:pt idx="14048">
                  <c:v>17543.27</c:v>
                </c:pt>
                <c:pt idx="14049">
                  <c:v>62239.48</c:v>
                </c:pt>
                <c:pt idx="14050">
                  <c:v>40703.67</c:v>
                </c:pt>
                <c:pt idx="14051">
                  <c:v>62864.87</c:v>
                </c:pt>
                <c:pt idx="14052">
                  <c:v>97555.82</c:v>
                </c:pt>
                <c:pt idx="14053">
                  <c:v>20676.32</c:v>
                </c:pt>
                <c:pt idx="14054">
                  <c:v>26645.599999999999</c:v>
                </c:pt>
                <c:pt idx="14055">
                  <c:v>83946.33</c:v>
                </c:pt>
                <c:pt idx="14056">
                  <c:v>16017.21</c:v>
                </c:pt>
                <c:pt idx="14057">
                  <c:v>18905.84</c:v>
                </c:pt>
                <c:pt idx="14058">
                  <c:v>28228.66</c:v>
                </c:pt>
                <c:pt idx="14059">
                  <c:v>77566.44</c:v>
                </c:pt>
                <c:pt idx="14060">
                  <c:v>17079.46</c:v>
                </c:pt>
                <c:pt idx="14061">
                  <c:v>41605.33</c:v>
                </c:pt>
                <c:pt idx="14062">
                  <c:v>84524.26</c:v>
                </c:pt>
                <c:pt idx="14063">
                  <c:v>31609.040000000001</c:v>
                </c:pt>
                <c:pt idx="14064">
                  <c:v>61820.78</c:v>
                </c:pt>
                <c:pt idx="14065">
                  <c:v>4744.28</c:v>
                </c:pt>
                <c:pt idx="14066">
                  <c:v>70276.88</c:v>
                </c:pt>
                <c:pt idx="14067">
                  <c:v>73977.960000000006</c:v>
                </c:pt>
                <c:pt idx="14068">
                  <c:v>9252.39</c:v>
                </c:pt>
                <c:pt idx="14069">
                  <c:v>46632.76</c:v>
                </c:pt>
                <c:pt idx="14070">
                  <c:v>49857.63</c:v>
                </c:pt>
                <c:pt idx="14071">
                  <c:v>31436.37</c:v>
                </c:pt>
                <c:pt idx="14072">
                  <c:v>15341.6</c:v>
                </c:pt>
                <c:pt idx="14073">
                  <c:v>28979.09</c:v>
                </c:pt>
                <c:pt idx="14074">
                  <c:v>15568.69</c:v>
                </c:pt>
                <c:pt idx="14075">
                  <c:v>16093.92</c:v>
                </c:pt>
                <c:pt idx="14076">
                  <c:v>103079.13</c:v>
                </c:pt>
                <c:pt idx="14077">
                  <c:v>41934.32</c:v>
                </c:pt>
                <c:pt idx="14078">
                  <c:v>45325.04</c:v>
                </c:pt>
                <c:pt idx="14079">
                  <c:v>4817.2</c:v>
                </c:pt>
                <c:pt idx="14080">
                  <c:v>15737.75</c:v>
                </c:pt>
                <c:pt idx="14081">
                  <c:v>22753.8</c:v>
                </c:pt>
                <c:pt idx="14082">
                  <c:v>30364.65</c:v>
                </c:pt>
                <c:pt idx="14083">
                  <c:v>34327.79</c:v>
                </c:pt>
                <c:pt idx="14084">
                  <c:v>30187.21</c:v>
                </c:pt>
                <c:pt idx="14085">
                  <c:v>26000.99</c:v>
                </c:pt>
                <c:pt idx="14086">
                  <c:v>28785.39</c:v>
                </c:pt>
                <c:pt idx="14087">
                  <c:v>34120.550000000003</c:v>
                </c:pt>
                <c:pt idx="14088">
                  <c:v>16974.259999999998</c:v>
                </c:pt>
                <c:pt idx="14089">
                  <c:v>34539.71</c:v>
                </c:pt>
                <c:pt idx="14090">
                  <c:v>27551.33</c:v>
                </c:pt>
                <c:pt idx="14091">
                  <c:v>23720.13</c:v>
                </c:pt>
                <c:pt idx="14092">
                  <c:v>1850.59</c:v>
                </c:pt>
                <c:pt idx="14093">
                  <c:v>4138.1400000000003</c:v>
                </c:pt>
                <c:pt idx="14094">
                  <c:v>26663.84</c:v>
                </c:pt>
                <c:pt idx="14095">
                  <c:v>98626.5</c:v>
                </c:pt>
                <c:pt idx="14096">
                  <c:v>78057</c:v>
                </c:pt>
                <c:pt idx="14097">
                  <c:v>85064.08</c:v>
                </c:pt>
                <c:pt idx="14098">
                  <c:v>15360.91</c:v>
                </c:pt>
                <c:pt idx="14099">
                  <c:v>46680.480000000003</c:v>
                </c:pt>
                <c:pt idx="14100">
                  <c:v>71266.61</c:v>
                </c:pt>
                <c:pt idx="14101">
                  <c:v>18974.8</c:v>
                </c:pt>
                <c:pt idx="14102">
                  <c:v>33953.279999999999</c:v>
                </c:pt>
                <c:pt idx="14103">
                  <c:v>26299.35</c:v>
                </c:pt>
                <c:pt idx="14104">
                  <c:v>51792.89</c:v>
                </c:pt>
                <c:pt idx="14105">
                  <c:v>50125.11</c:v>
                </c:pt>
                <c:pt idx="14106">
                  <c:v>27008.19</c:v>
                </c:pt>
                <c:pt idx="14107">
                  <c:v>55036.88</c:v>
                </c:pt>
                <c:pt idx="14108">
                  <c:v>35123.050000000003</c:v>
                </c:pt>
                <c:pt idx="14109">
                  <c:v>23848.11</c:v>
                </c:pt>
                <c:pt idx="14110">
                  <c:v>14330.15</c:v>
                </c:pt>
                <c:pt idx="14111">
                  <c:v>17924.68</c:v>
                </c:pt>
                <c:pt idx="14112">
                  <c:v>37775.71</c:v>
                </c:pt>
                <c:pt idx="14113">
                  <c:v>92914.01</c:v>
                </c:pt>
                <c:pt idx="14114">
                  <c:v>42677.33</c:v>
                </c:pt>
                <c:pt idx="14115">
                  <c:v>42251.62</c:v>
                </c:pt>
                <c:pt idx="14116">
                  <c:v>10770.53</c:v>
                </c:pt>
                <c:pt idx="14117">
                  <c:v>3488.65</c:v>
                </c:pt>
                <c:pt idx="14118">
                  <c:v>52784.93</c:v>
                </c:pt>
                <c:pt idx="14119">
                  <c:v>71791.649999999994</c:v>
                </c:pt>
                <c:pt idx="14120">
                  <c:v>39500.410000000003</c:v>
                </c:pt>
                <c:pt idx="14121">
                  <c:v>28560.99</c:v>
                </c:pt>
                <c:pt idx="14122">
                  <c:v>15248.61</c:v>
                </c:pt>
                <c:pt idx="14123">
                  <c:v>81436.53</c:v>
                </c:pt>
                <c:pt idx="14124">
                  <c:v>53826.95</c:v>
                </c:pt>
                <c:pt idx="14125">
                  <c:v>10750.04</c:v>
                </c:pt>
                <c:pt idx="14126">
                  <c:v>30209.51</c:v>
                </c:pt>
                <c:pt idx="14127">
                  <c:v>35782.15</c:v>
                </c:pt>
                <c:pt idx="14128">
                  <c:v>64268.61</c:v>
                </c:pt>
                <c:pt idx="14129">
                  <c:v>7386.47</c:v>
                </c:pt>
                <c:pt idx="14130">
                  <c:v>3167.91</c:v>
                </c:pt>
                <c:pt idx="14131">
                  <c:v>23718.87</c:v>
                </c:pt>
                <c:pt idx="14132">
                  <c:v>14498.92</c:v>
                </c:pt>
                <c:pt idx="14133">
                  <c:v>76293.17</c:v>
                </c:pt>
                <c:pt idx="14134">
                  <c:v>23600.78</c:v>
                </c:pt>
                <c:pt idx="14135">
                  <c:v>64673.8</c:v>
                </c:pt>
                <c:pt idx="14136">
                  <c:v>69535.789999999994</c:v>
                </c:pt>
                <c:pt idx="14137">
                  <c:v>4237.1499999999996</c:v>
                </c:pt>
                <c:pt idx="14138">
                  <c:v>61506.16</c:v>
                </c:pt>
                <c:pt idx="14139">
                  <c:v>36649.410000000003</c:v>
                </c:pt>
                <c:pt idx="14140">
                  <c:v>22446.14</c:v>
                </c:pt>
                <c:pt idx="14141">
                  <c:v>3643.98</c:v>
                </c:pt>
                <c:pt idx="14142">
                  <c:v>5181.2299999999996</c:v>
                </c:pt>
                <c:pt idx="14143">
                  <c:v>50658.14</c:v>
                </c:pt>
                <c:pt idx="14144">
                  <c:v>21098.799999999999</c:v>
                </c:pt>
                <c:pt idx="14145">
                  <c:v>10154.4</c:v>
                </c:pt>
                <c:pt idx="14146">
                  <c:v>23818.66</c:v>
                </c:pt>
                <c:pt idx="14147">
                  <c:v>4335.66</c:v>
                </c:pt>
                <c:pt idx="14148">
                  <c:v>34053.519999999997</c:v>
                </c:pt>
                <c:pt idx="14149">
                  <c:v>42326.42</c:v>
                </c:pt>
                <c:pt idx="14150">
                  <c:v>40166.49</c:v>
                </c:pt>
                <c:pt idx="14151">
                  <c:v>10863.61</c:v>
                </c:pt>
                <c:pt idx="14152">
                  <c:v>10156.23</c:v>
                </c:pt>
                <c:pt idx="14153">
                  <c:v>41865.35</c:v>
                </c:pt>
                <c:pt idx="14154">
                  <c:v>9060.34</c:v>
                </c:pt>
                <c:pt idx="14155">
                  <c:v>32845.050000000003</c:v>
                </c:pt>
                <c:pt idx="14156">
                  <c:v>14713.96</c:v>
                </c:pt>
                <c:pt idx="14157">
                  <c:v>18145.41</c:v>
                </c:pt>
                <c:pt idx="14158">
                  <c:v>34414.480000000003</c:v>
                </c:pt>
                <c:pt idx="14159">
                  <c:v>24952.29</c:v>
                </c:pt>
                <c:pt idx="14160">
                  <c:v>2850.78</c:v>
                </c:pt>
                <c:pt idx="14161">
                  <c:v>39407.949999999997</c:v>
                </c:pt>
                <c:pt idx="14162">
                  <c:v>5947.86</c:v>
                </c:pt>
                <c:pt idx="14163">
                  <c:v>16460.060000000001</c:v>
                </c:pt>
                <c:pt idx="14164">
                  <c:v>6136.98</c:v>
                </c:pt>
                <c:pt idx="14165">
                  <c:v>2725.86</c:v>
                </c:pt>
                <c:pt idx="14166">
                  <c:v>10416.14</c:v>
                </c:pt>
                <c:pt idx="14167">
                  <c:v>25937.31</c:v>
                </c:pt>
                <c:pt idx="14168">
                  <c:v>56756.18</c:v>
                </c:pt>
                <c:pt idx="14169">
                  <c:v>27114.91</c:v>
                </c:pt>
                <c:pt idx="14170">
                  <c:v>95154.89</c:v>
                </c:pt>
                <c:pt idx="14171">
                  <c:v>32582.13</c:v>
                </c:pt>
                <c:pt idx="14172">
                  <c:v>43971.06</c:v>
                </c:pt>
                <c:pt idx="14173">
                  <c:v>36078.339999999997</c:v>
                </c:pt>
                <c:pt idx="14174">
                  <c:v>7159.4</c:v>
                </c:pt>
                <c:pt idx="14175">
                  <c:v>9513.89</c:v>
                </c:pt>
                <c:pt idx="14176">
                  <c:v>13079.71</c:v>
                </c:pt>
                <c:pt idx="14177">
                  <c:v>72776.62</c:v>
                </c:pt>
                <c:pt idx="14178">
                  <c:v>55710.14</c:v>
                </c:pt>
                <c:pt idx="14179">
                  <c:v>31843.88</c:v>
                </c:pt>
                <c:pt idx="14180">
                  <c:v>34943.440000000002</c:v>
                </c:pt>
                <c:pt idx="14181">
                  <c:v>21785.77</c:v>
                </c:pt>
                <c:pt idx="14182">
                  <c:v>11618.95</c:v>
                </c:pt>
                <c:pt idx="14183">
                  <c:v>58017.96</c:v>
                </c:pt>
                <c:pt idx="14184">
                  <c:v>2985.28</c:v>
                </c:pt>
                <c:pt idx="14185">
                  <c:v>9250.48</c:v>
                </c:pt>
                <c:pt idx="14186">
                  <c:v>25377.98</c:v>
                </c:pt>
                <c:pt idx="14187">
                  <c:v>7019.38</c:v>
                </c:pt>
                <c:pt idx="14188">
                  <c:v>66380.67</c:v>
                </c:pt>
                <c:pt idx="14189">
                  <c:v>5448.37</c:v>
                </c:pt>
                <c:pt idx="14190">
                  <c:v>13096.02</c:v>
                </c:pt>
                <c:pt idx="14191">
                  <c:v>1387.18</c:v>
                </c:pt>
                <c:pt idx="14192">
                  <c:v>10805.04</c:v>
                </c:pt>
                <c:pt idx="14193">
                  <c:v>32618.83</c:v>
                </c:pt>
                <c:pt idx="14194">
                  <c:v>15977.65</c:v>
                </c:pt>
                <c:pt idx="14195">
                  <c:v>22935.95</c:v>
                </c:pt>
                <c:pt idx="14196">
                  <c:v>71779.839999999997</c:v>
                </c:pt>
                <c:pt idx="14197">
                  <c:v>13710.75</c:v>
                </c:pt>
                <c:pt idx="14198">
                  <c:v>71593.960000000006</c:v>
                </c:pt>
                <c:pt idx="14199">
                  <c:v>10994.59</c:v>
                </c:pt>
                <c:pt idx="14200">
                  <c:v>60452.5</c:v>
                </c:pt>
                <c:pt idx="14201">
                  <c:v>52608.86</c:v>
                </c:pt>
                <c:pt idx="14202">
                  <c:v>70986.23</c:v>
                </c:pt>
                <c:pt idx="14203">
                  <c:v>7379.19</c:v>
                </c:pt>
                <c:pt idx="14204">
                  <c:v>20810.22</c:v>
                </c:pt>
                <c:pt idx="14205">
                  <c:v>16465.02</c:v>
                </c:pt>
                <c:pt idx="14206">
                  <c:v>5867.06</c:v>
                </c:pt>
                <c:pt idx="14207">
                  <c:v>16890.84</c:v>
                </c:pt>
                <c:pt idx="14208">
                  <c:v>6902.63</c:v>
                </c:pt>
                <c:pt idx="14209">
                  <c:v>24683.02</c:v>
                </c:pt>
                <c:pt idx="14210">
                  <c:v>50283.64</c:v>
                </c:pt>
                <c:pt idx="14211">
                  <c:v>5039.3</c:v>
                </c:pt>
                <c:pt idx="14212">
                  <c:v>27357.97</c:v>
                </c:pt>
                <c:pt idx="14213">
                  <c:v>29449</c:v>
                </c:pt>
                <c:pt idx="14214">
                  <c:v>12295.58</c:v>
                </c:pt>
                <c:pt idx="14215">
                  <c:v>73477.91</c:v>
                </c:pt>
                <c:pt idx="14216">
                  <c:v>83545.73</c:v>
                </c:pt>
                <c:pt idx="14217">
                  <c:v>80546.84</c:v>
                </c:pt>
                <c:pt idx="14218">
                  <c:v>28757.23</c:v>
                </c:pt>
                <c:pt idx="14219">
                  <c:v>39897.65</c:v>
                </c:pt>
                <c:pt idx="14220">
                  <c:v>60915.54</c:v>
                </c:pt>
                <c:pt idx="14221">
                  <c:v>38320.949999999997</c:v>
                </c:pt>
                <c:pt idx="14222">
                  <c:v>49441.4</c:v>
                </c:pt>
                <c:pt idx="14223">
                  <c:v>9387.94</c:v>
                </c:pt>
                <c:pt idx="14224">
                  <c:v>8203.07</c:v>
                </c:pt>
                <c:pt idx="14225">
                  <c:v>10745.62</c:v>
                </c:pt>
                <c:pt idx="14226">
                  <c:v>30388.47</c:v>
                </c:pt>
                <c:pt idx="14227">
                  <c:v>18403.46</c:v>
                </c:pt>
                <c:pt idx="14228">
                  <c:v>12845.44</c:v>
                </c:pt>
                <c:pt idx="14229">
                  <c:v>92192.88</c:v>
                </c:pt>
                <c:pt idx="14230">
                  <c:v>31509.56</c:v>
                </c:pt>
                <c:pt idx="14231">
                  <c:v>78313.62</c:v>
                </c:pt>
                <c:pt idx="14232">
                  <c:v>48877.5</c:v>
                </c:pt>
                <c:pt idx="14233">
                  <c:v>4567.12</c:v>
                </c:pt>
                <c:pt idx="14234">
                  <c:v>85826.06</c:v>
                </c:pt>
                <c:pt idx="14235">
                  <c:v>26487.51</c:v>
                </c:pt>
                <c:pt idx="14236">
                  <c:v>8743.91</c:v>
                </c:pt>
                <c:pt idx="14237">
                  <c:v>6670.25</c:v>
                </c:pt>
                <c:pt idx="14238">
                  <c:v>45863.11</c:v>
                </c:pt>
                <c:pt idx="14239">
                  <c:v>3945.56</c:v>
                </c:pt>
                <c:pt idx="14240">
                  <c:v>24383.14</c:v>
                </c:pt>
                <c:pt idx="14241">
                  <c:v>86824.14</c:v>
                </c:pt>
                <c:pt idx="14242">
                  <c:v>26180.28</c:v>
                </c:pt>
                <c:pt idx="14243">
                  <c:v>80704.320000000007</c:v>
                </c:pt>
                <c:pt idx="14244">
                  <c:v>36921.26</c:v>
                </c:pt>
                <c:pt idx="14245">
                  <c:v>72645.56</c:v>
                </c:pt>
                <c:pt idx="14246">
                  <c:v>67357.09</c:v>
                </c:pt>
                <c:pt idx="14247">
                  <c:v>15276.39</c:v>
                </c:pt>
                <c:pt idx="14248">
                  <c:v>48846.17</c:v>
                </c:pt>
                <c:pt idx="14249">
                  <c:v>30316.94</c:v>
                </c:pt>
                <c:pt idx="14250">
                  <c:v>6483.58</c:v>
                </c:pt>
                <c:pt idx="14251">
                  <c:v>20751.41</c:v>
                </c:pt>
                <c:pt idx="14252">
                  <c:v>33789.839999999997</c:v>
                </c:pt>
                <c:pt idx="14253">
                  <c:v>45610.52</c:v>
                </c:pt>
                <c:pt idx="14254">
                  <c:v>21327.94</c:v>
                </c:pt>
                <c:pt idx="14255">
                  <c:v>7710.4</c:v>
                </c:pt>
                <c:pt idx="14256">
                  <c:v>25852.43</c:v>
                </c:pt>
                <c:pt idx="14257">
                  <c:v>25279.95</c:v>
                </c:pt>
                <c:pt idx="14258">
                  <c:v>15490.52</c:v>
                </c:pt>
                <c:pt idx="14259">
                  <c:v>6298.13</c:v>
                </c:pt>
                <c:pt idx="14260">
                  <c:v>18494.36</c:v>
                </c:pt>
                <c:pt idx="14261">
                  <c:v>2519.58</c:v>
                </c:pt>
                <c:pt idx="14262">
                  <c:v>9002.9599999999991</c:v>
                </c:pt>
                <c:pt idx="14263">
                  <c:v>6086.67</c:v>
                </c:pt>
                <c:pt idx="14264">
                  <c:v>46438.559999999998</c:v>
                </c:pt>
                <c:pt idx="14265">
                  <c:v>9543.73</c:v>
                </c:pt>
                <c:pt idx="14266">
                  <c:v>32364.99</c:v>
                </c:pt>
                <c:pt idx="14267">
                  <c:v>27661.03</c:v>
                </c:pt>
                <c:pt idx="14268">
                  <c:v>4430.95</c:v>
                </c:pt>
                <c:pt idx="14269">
                  <c:v>1339.81</c:v>
                </c:pt>
                <c:pt idx="14270">
                  <c:v>31088.560000000001</c:v>
                </c:pt>
                <c:pt idx="14271">
                  <c:v>28833.55</c:v>
                </c:pt>
                <c:pt idx="14272">
                  <c:v>22792.13</c:v>
                </c:pt>
                <c:pt idx="14273">
                  <c:v>9767.0499999999993</c:v>
                </c:pt>
                <c:pt idx="14274">
                  <c:v>20241.900000000001</c:v>
                </c:pt>
                <c:pt idx="14275">
                  <c:v>79430.92</c:v>
                </c:pt>
                <c:pt idx="14276">
                  <c:v>35898.28</c:v>
                </c:pt>
                <c:pt idx="14277">
                  <c:v>54335.93</c:v>
                </c:pt>
                <c:pt idx="14278">
                  <c:v>72822.7</c:v>
                </c:pt>
                <c:pt idx="14279">
                  <c:v>42880.160000000003</c:v>
                </c:pt>
                <c:pt idx="14280">
                  <c:v>53975.5</c:v>
                </c:pt>
                <c:pt idx="14281">
                  <c:v>12051.43</c:v>
                </c:pt>
                <c:pt idx="14282">
                  <c:v>45482.57</c:v>
                </c:pt>
                <c:pt idx="14283">
                  <c:v>20500.88</c:v>
                </c:pt>
                <c:pt idx="14284">
                  <c:v>5919.98</c:v>
                </c:pt>
                <c:pt idx="14285">
                  <c:v>27113.78</c:v>
                </c:pt>
                <c:pt idx="14286">
                  <c:v>72039.03</c:v>
                </c:pt>
                <c:pt idx="14287">
                  <c:v>13188.25</c:v>
                </c:pt>
                <c:pt idx="14288">
                  <c:v>1166.28</c:v>
                </c:pt>
                <c:pt idx="14289">
                  <c:v>60132.76</c:v>
                </c:pt>
                <c:pt idx="14290">
                  <c:v>42800.94</c:v>
                </c:pt>
                <c:pt idx="14291">
                  <c:v>16082.18</c:v>
                </c:pt>
                <c:pt idx="14292">
                  <c:v>10925.9</c:v>
                </c:pt>
                <c:pt idx="14293">
                  <c:v>76818.84</c:v>
                </c:pt>
                <c:pt idx="14294">
                  <c:v>65695.73</c:v>
                </c:pt>
                <c:pt idx="14295">
                  <c:v>57152.84</c:v>
                </c:pt>
                <c:pt idx="14296">
                  <c:v>3773.89</c:v>
                </c:pt>
                <c:pt idx="14297">
                  <c:v>64458.92</c:v>
                </c:pt>
                <c:pt idx="14298">
                  <c:v>26336.62</c:v>
                </c:pt>
                <c:pt idx="14299">
                  <c:v>61129.15</c:v>
                </c:pt>
                <c:pt idx="14300">
                  <c:v>50073.86</c:v>
                </c:pt>
                <c:pt idx="14301">
                  <c:v>39961.43</c:v>
                </c:pt>
                <c:pt idx="14302">
                  <c:v>20787.73</c:v>
                </c:pt>
                <c:pt idx="14303">
                  <c:v>9370.07</c:v>
                </c:pt>
                <c:pt idx="14304">
                  <c:v>37625.9</c:v>
                </c:pt>
                <c:pt idx="14305">
                  <c:v>54224.92</c:v>
                </c:pt>
                <c:pt idx="14306">
                  <c:v>71437.649999999994</c:v>
                </c:pt>
                <c:pt idx="14307">
                  <c:v>13590.93</c:v>
                </c:pt>
                <c:pt idx="14308">
                  <c:v>58708.2</c:v>
                </c:pt>
                <c:pt idx="14309">
                  <c:v>14479.61</c:v>
                </c:pt>
                <c:pt idx="14310">
                  <c:v>43930.22</c:v>
                </c:pt>
                <c:pt idx="14311">
                  <c:v>24010.560000000001</c:v>
                </c:pt>
                <c:pt idx="14312">
                  <c:v>5675.46</c:v>
                </c:pt>
                <c:pt idx="14313">
                  <c:v>20140.64</c:v>
                </c:pt>
                <c:pt idx="14314">
                  <c:v>19695.23</c:v>
                </c:pt>
                <c:pt idx="14315">
                  <c:v>24809.26</c:v>
                </c:pt>
                <c:pt idx="14316">
                  <c:v>3225.39</c:v>
                </c:pt>
                <c:pt idx="14317">
                  <c:v>44206.8</c:v>
                </c:pt>
                <c:pt idx="14318">
                  <c:v>46392.79</c:v>
                </c:pt>
                <c:pt idx="14319">
                  <c:v>18820.349999999999</c:v>
                </c:pt>
                <c:pt idx="14320">
                  <c:v>35001.57</c:v>
                </c:pt>
                <c:pt idx="14321">
                  <c:v>1196.92</c:v>
                </c:pt>
                <c:pt idx="14322">
                  <c:v>21055.77</c:v>
                </c:pt>
                <c:pt idx="14323">
                  <c:v>14138.21</c:v>
                </c:pt>
                <c:pt idx="14324">
                  <c:v>27222.799999999999</c:v>
                </c:pt>
                <c:pt idx="14325">
                  <c:v>19795.96</c:v>
                </c:pt>
                <c:pt idx="14326">
                  <c:v>4928.7</c:v>
                </c:pt>
                <c:pt idx="14327">
                  <c:v>36640.26</c:v>
                </c:pt>
                <c:pt idx="14328">
                  <c:v>2809.13</c:v>
                </c:pt>
                <c:pt idx="14329">
                  <c:v>44586.2</c:v>
                </c:pt>
                <c:pt idx="14330">
                  <c:v>58459.38</c:v>
                </c:pt>
                <c:pt idx="14331">
                  <c:v>12679.55</c:v>
                </c:pt>
                <c:pt idx="14332">
                  <c:v>52336.73</c:v>
                </c:pt>
                <c:pt idx="14333">
                  <c:v>5609.15</c:v>
                </c:pt>
                <c:pt idx="14334">
                  <c:v>33865.69</c:v>
                </c:pt>
                <c:pt idx="14335">
                  <c:v>37123.379999999997</c:v>
                </c:pt>
                <c:pt idx="14336">
                  <c:v>25938.99</c:v>
                </c:pt>
                <c:pt idx="14337">
                  <c:v>68919.899999999994</c:v>
                </c:pt>
                <c:pt idx="14338">
                  <c:v>76092.45</c:v>
                </c:pt>
                <c:pt idx="14339">
                  <c:v>6209.64</c:v>
                </c:pt>
                <c:pt idx="14340">
                  <c:v>6073.34</c:v>
                </c:pt>
                <c:pt idx="14341">
                  <c:v>75201.5</c:v>
                </c:pt>
                <c:pt idx="14342">
                  <c:v>26249.41</c:v>
                </c:pt>
                <c:pt idx="14343">
                  <c:v>31619.7</c:v>
                </c:pt>
                <c:pt idx="14344">
                  <c:v>58195.81</c:v>
                </c:pt>
                <c:pt idx="14345">
                  <c:v>90275.19</c:v>
                </c:pt>
                <c:pt idx="14346">
                  <c:v>15297.39</c:v>
                </c:pt>
                <c:pt idx="14347">
                  <c:v>28543.72</c:v>
                </c:pt>
                <c:pt idx="14348">
                  <c:v>15102.26</c:v>
                </c:pt>
                <c:pt idx="14349">
                  <c:v>39539.64</c:v>
                </c:pt>
                <c:pt idx="14350">
                  <c:v>55303.75</c:v>
                </c:pt>
                <c:pt idx="14351">
                  <c:v>46844.02</c:v>
                </c:pt>
                <c:pt idx="14352">
                  <c:v>67923.759999999995</c:v>
                </c:pt>
                <c:pt idx="14353">
                  <c:v>16297.3</c:v>
                </c:pt>
                <c:pt idx="14354">
                  <c:v>66343.7</c:v>
                </c:pt>
                <c:pt idx="14355">
                  <c:v>35576.1</c:v>
                </c:pt>
                <c:pt idx="14356">
                  <c:v>17081.990000000002</c:v>
                </c:pt>
                <c:pt idx="14357">
                  <c:v>24606.67</c:v>
                </c:pt>
                <c:pt idx="14358">
                  <c:v>3757</c:v>
                </c:pt>
                <c:pt idx="14359">
                  <c:v>49507.75</c:v>
                </c:pt>
                <c:pt idx="14360">
                  <c:v>23540.04</c:v>
                </c:pt>
                <c:pt idx="14361">
                  <c:v>5012.3100000000004</c:v>
                </c:pt>
                <c:pt idx="14362">
                  <c:v>98662.31</c:v>
                </c:pt>
                <c:pt idx="14363">
                  <c:v>25647.360000000001</c:v>
                </c:pt>
                <c:pt idx="14364">
                  <c:v>52778.21</c:v>
                </c:pt>
                <c:pt idx="14365">
                  <c:v>45698.42</c:v>
                </c:pt>
                <c:pt idx="14366">
                  <c:v>78768.399999999994</c:v>
                </c:pt>
                <c:pt idx="14367">
                  <c:v>55669.57</c:v>
                </c:pt>
                <c:pt idx="14368">
                  <c:v>5805.77</c:v>
                </c:pt>
                <c:pt idx="14369">
                  <c:v>11231.83</c:v>
                </c:pt>
                <c:pt idx="14370">
                  <c:v>35932.22</c:v>
                </c:pt>
                <c:pt idx="14371">
                  <c:v>5077.1400000000003</c:v>
                </c:pt>
                <c:pt idx="14372">
                  <c:v>15170.53</c:v>
                </c:pt>
                <c:pt idx="14373">
                  <c:v>5735.6</c:v>
                </c:pt>
                <c:pt idx="14374">
                  <c:v>60785.61</c:v>
                </c:pt>
                <c:pt idx="14375">
                  <c:v>56952.92</c:v>
                </c:pt>
                <c:pt idx="14376">
                  <c:v>31078.99</c:v>
                </c:pt>
                <c:pt idx="14377">
                  <c:v>3487.54</c:v>
                </c:pt>
                <c:pt idx="14378">
                  <c:v>6928.27</c:v>
                </c:pt>
                <c:pt idx="14379">
                  <c:v>22109.79</c:v>
                </c:pt>
                <c:pt idx="14380">
                  <c:v>4967.78</c:v>
                </c:pt>
                <c:pt idx="14381">
                  <c:v>7183.67</c:v>
                </c:pt>
                <c:pt idx="14382">
                  <c:v>25995.119999999999</c:v>
                </c:pt>
                <c:pt idx="14383">
                  <c:v>7535.68</c:v>
                </c:pt>
                <c:pt idx="14384">
                  <c:v>29751.5</c:v>
                </c:pt>
                <c:pt idx="14385">
                  <c:v>31371.38</c:v>
                </c:pt>
                <c:pt idx="14386">
                  <c:v>76595.990000000005</c:v>
                </c:pt>
                <c:pt idx="14387">
                  <c:v>37683.300000000003</c:v>
                </c:pt>
                <c:pt idx="14388">
                  <c:v>67096.13</c:v>
                </c:pt>
                <c:pt idx="14389">
                  <c:v>6348.03</c:v>
                </c:pt>
                <c:pt idx="14390">
                  <c:v>11449.9</c:v>
                </c:pt>
                <c:pt idx="14391">
                  <c:v>60132.52</c:v>
                </c:pt>
                <c:pt idx="14392">
                  <c:v>17141.900000000001</c:v>
                </c:pt>
                <c:pt idx="14393">
                  <c:v>8252.56</c:v>
                </c:pt>
                <c:pt idx="14394">
                  <c:v>12610.31</c:v>
                </c:pt>
                <c:pt idx="14395">
                  <c:v>26040.04</c:v>
                </c:pt>
                <c:pt idx="14396">
                  <c:v>33138.76</c:v>
                </c:pt>
                <c:pt idx="14397">
                  <c:v>9689.5300000000007</c:v>
                </c:pt>
                <c:pt idx="14398">
                  <c:v>10918.75</c:v>
                </c:pt>
                <c:pt idx="14399">
                  <c:v>41878.300000000003</c:v>
                </c:pt>
                <c:pt idx="14400">
                  <c:v>29601.18</c:v>
                </c:pt>
                <c:pt idx="14401">
                  <c:v>16525.990000000002</c:v>
                </c:pt>
                <c:pt idx="14402">
                  <c:v>16923.86</c:v>
                </c:pt>
                <c:pt idx="14403">
                  <c:v>23891.7</c:v>
                </c:pt>
                <c:pt idx="14404">
                  <c:v>70257.850000000006</c:v>
                </c:pt>
                <c:pt idx="14405">
                  <c:v>70018.23</c:v>
                </c:pt>
                <c:pt idx="14406">
                  <c:v>29810.35</c:v>
                </c:pt>
                <c:pt idx="14407">
                  <c:v>60565.68</c:v>
                </c:pt>
                <c:pt idx="14408">
                  <c:v>15571.1</c:v>
                </c:pt>
                <c:pt idx="14409">
                  <c:v>94115.67</c:v>
                </c:pt>
                <c:pt idx="14410">
                  <c:v>50697.78</c:v>
                </c:pt>
                <c:pt idx="14411">
                  <c:v>2975.64</c:v>
                </c:pt>
                <c:pt idx="14412">
                  <c:v>32122.82</c:v>
                </c:pt>
                <c:pt idx="14413">
                  <c:v>80689.98</c:v>
                </c:pt>
                <c:pt idx="14414">
                  <c:v>40116.51</c:v>
                </c:pt>
                <c:pt idx="14415">
                  <c:v>17162.29</c:v>
                </c:pt>
                <c:pt idx="14416">
                  <c:v>16848.3</c:v>
                </c:pt>
                <c:pt idx="14417">
                  <c:v>20856.91</c:v>
                </c:pt>
                <c:pt idx="14418">
                  <c:v>28116.84</c:v>
                </c:pt>
                <c:pt idx="14419">
                  <c:v>4007.65</c:v>
                </c:pt>
                <c:pt idx="14420">
                  <c:v>102478.22</c:v>
                </c:pt>
                <c:pt idx="14421">
                  <c:v>20015.349999999999</c:v>
                </c:pt>
                <c:pt idx="14422">
                  <c:v>2606.1999999999998</c:v>
                </c:pt>
                <c:pt idx="14423">
                  <c:v>20202.59</c:v>
                </c:pt>
                <c:pt idx="14424">
                  <c:v>6369.99</c:v>
                </c:pt>
                <c:pt idx="14425">
                  <c:v>71737.84</c:v>
                </c:pt>
                <c:pt idx="14426">
                  <c:v>61397.599999999999</c:v>
                </c:pt>
                <c:pt idx="14427">
                  <c:v>10183.25</c:v>
                </c:pt>
                <c:pt idx="14428">
                  <c:v>25060.46</c:v>
                </c:pt>
                <c:pt idx="14429">
                  <c:v>2432.39</c:v>
                </c:pt>
                <c:pt idx="14430">
                  <c:v>72402.31</c:v>
                </c:pt>
                <c:pt idx="14431">
                  <c:v>22721.16</c:v>
                </c:pt>
                <c:pt idx="14432">
                  <c:v>69263.53</c:v>
                </c:pt>
                <c:pt idx="14433">
                  <c:v>2210.64</c:v>
                </c:pt>
                <c:pt idx="14434">
                  <c:v>19388.25</c:v>
                </c:pt>
                <c:pt idx="14435">
                  <c:v>15236.05</c:v>
                </c:pt>
                <c:pt idx="14436">
                  <c:v>6886.26</c:v>
                </c:pt>
                <c:pt idx="14437">
                  <c:v>43701.32</c:v>
                </c:pt>
                <c:pt idx="14438">
                  <c:v>54645.78</c:v>
                </c:pt>
                <c:pt idx="14439">
                  <c:v>39084.07</c:v>
                </c:pt>
                <c:pt idx="14440">
                  <c:v>43418.53</c:v>
                </c:pt>
                <c:pt idx="14441">
                  <c:v>6499.33</c:v>
                </c:pt>
                <c:pt idx="14442">
                  <c:v>80293.919999999998</c:v>
                </c:pt>
                <c:pt idx="14443">
                  <c:v>51627.82</c:v>
                </c:pt>
                <c:pt idx="14444">
                  <c:v>66257.02</c:v>
                </c:pt>
                <c:pt idx="14445">
                  <c:v>69616.179999999993</c:v>
                </c:pt>
                <c:pt idx="14446">
                  <c:v>7222.54</c:v>
                </c:pt>
                <c:pt idx="14447">
                  <c:v>76117.61</c:v>
                </c:pt>
                <c:pt idx="14448">
                  <c:v>33084.71</c:v>
                </c:pt>
                <c:pt idx="14449">
                  <c:v>33046.959999999999</c:v>
                </c:pt>
                <c:pt idx="14450">
                  <c:v>3503.29</c:v>
                </c:pt>
                <c:pt idx="14451">
                  <c:v>31060.2</c:v>
                </c:pt>
                <c:pt idx="14452">
                  <c:v>5058.8100000000004</c:v>
                </c:pt>
                <c:pt idx="14453">
                  <c:v>104893.84</c:v>
                </c:pt>
                <c:pt idx="14454">
                  <c:v>45879.38</c:v>
                </c:pt>
                <c:pt idx="14455">
                  <c:v>39301.919999999998</c:v>
                </c:pt>
                <c:pt idx="14456">
                  <c:v>10940.56</c:v>
                </c:pt>
                <c:pt idx="14457">
                  <c:v>44858.02</c:v>
                </c:pt>
                <c:pt idx="14458">
                  <c:v>3412.33</c:v>
                </c:pt>
                <c:pt idx="14459">
                  <c:v>92638.63</c:v>
                </c:pt>
                <c:pt idx="14460">
                  <c:v>77452.2</c:v>
                </c:pt>
                <c:pt idx="14461">
                  <c:v>17819.84</c:v>
                </c:pt>
                <c:pt idx="14462">
                  <c:v>98439.5</c:v>
                </c:pt>
                <c:pt idx="14463">
                  <c:v>12844.27</c:v>
                </c:pt>
                <c:pt idx="14464">
                  <c:v>35373.050000000003</c:v>
                </c:pt>
                <c:pt idx="14465">
                  <c:v>9507.1299999999992</c:v>
                </c:pt>
                <c:pt idx="14466">
                  <c:v>28462.93</c:v>
                </c:pt>
                <c:pt idx="14467">
                  <c:v>84706.65</c:v>
                </c:pt>
                <c:pt idx="14468">
                  <c:v>15989.32</c:v>
                </c:pt>
                <c:pt idx="14469">
                  <c:v>51567.89</c:v>
                </c:pt>
                <c:pt idx="14470">
                  <c:v>52337.31</c:v>
                </c:pt>
                <c:pt idx="14471">
                  <c:v>17269.919999999998</c:v>
                </c:pt>
                <c:pt idx="14472">
                  <c:v>36723.54</c:v>
                </c:pt>
                <c:pt idx="14473">
                  <c:v>60469.11</c:v>
                </c:pt>
                <c:pt idx="14474">
                  <c:v>77119.56</c:v>
                </c:pt>
                <c:pt idx="14475">
                  <c:v>16777.72</c:v>
                </c:pt>
                <c:pt idx="14476">
                  <c:v>40901.03</c:v>
                </c:pt>
                <c:pt idx="14477">
                  <c:v>56287.26</c:v>
                </c:pt>
                <c:pt idx="14478">
                  <c:v>47306.22</c:v>
                </c:pt>
                <c:pt idx="14479">
                  <c:v>44724.59</c:v>
                </c:pt>
                <c:pt idx="14480">
                  <c:v>37610.160000000003</c:v>
                </c:pt>
                <c:pt idx="14481">
                  <c:v>33024.730000000003</c:v>
                </c:pt>
                <c:pt idx="14482">
                  <c:v>35198.269999999997</c:v>
                </c:pt>
                <c:pt idx="14483">
                  <c:v>50607.56</c:v>
                </c:pt>
                <c:pt idx="14484">
                  <c:v>9005.89</c:v>
                </c:pt>
                <c:pt idx="14485">
                  <c:v>61256.24</c:v>
                </c:pt>
                <c:pt idx="14486">
                  <c:v>13168.26</c:v>
                </c:pt>
                <c:pt idx="14487">
                  <c:v>19799.2</c:v>
                </c:pt>
                <c:pt idx="14488">
                  <c:v>4830.84</c:v>
                </c:pt>
                <c:pt idx="14489">
                  <c:v>3401.62</c:v>
                </c:pt>
                <c:pt idx="14490">
                  <c:v>67842.19</c:v>
                </c:pt>
                <c:pt idx="14491">
                  <c:v>24078.35</c:v>
                </c:pt>
                <c:pt idx="14492">
                  <c:v>39338.92</c:v>
                </c:pt>
                <c:pt idx="14493">
                  <c:v>72707.259999999995</c:v>
                </c:pt>
                <c:pt idx="14494">
                  <c:v>75057.95</c:v>
                </c:pt>
                <c:pt idx="14495">
                  <c:v>42900.54</c:v>
                </c:pt>
                <c:pt idx="14496">
                  <c:v>93879.14</c:v>
                </c:pt>
                <c:pt idx="14497">
                  <c:v>59663.43</c:v>
                </c:pt>
                <c:pt idx="14498">
                  <c:v>10750.49</c:v>
                </c:pt>
                <c:pt idx="14499">
                  <c:v>52922.87</c:v>
                </c:pt>
                <c:pt idx="14500">
                  <c:v>63480.33</c:v>
                </c:pt>
                <c:pt idx="14501">
                  <c:v>15270.78</c:v>
                </c:pt>
                <c:pt idx="14502">
                  <c:v>39354.89</c:v>
                </c:pt>
                <c:pt idx="14503">
                  <c:v>49790.58</c:v>
                </c:pt>
                <c:pt idx="14504">
                  <c:v>68799.75</c:v>
                </c:pt>
                <c:pt idx="14505">
                  <c:v>82307.61</c:v>
                </c:pt>
                <c:pt idx="14506">
                  <c:v>6629.99</c:v>
                </c:pt>
                <c:pt idx="14507">
                  <c:v>39007.08</c:v>
                </c:pt>
                <c:pt idx="14508">
                  <c:v>6150.76</c:v>
                </c:pt>
                <c:pt idx="14509">
                  <c:v>25672.92</c:v>
                </c:pt>
                <c:pt idx="14510">
                  <c:v>8906.6200000000008</c:v>
                </c:pt>
                <c:pt idx="14511">
                  <c:v>33626</c:v>
                </c:pt>
                <c:pt idx="14512">
                  <c:v>5303.11</c:v>
                </c:pt>
                <c:pt idx="14513">
                  <c:v>24632.46</c:v>
                </c:pt>
                <c:pt idx="14514">
                  <c:v>29470.39</c:v>
                </c:pt>
                <c:pt idx="14515">
                  <c:v>68522.52</c:v>
                </c:pt>
                <c:pt idx="14516">
                  <c:v>47629.1</c:v>
                </c:pt>
                <c:pt idx="14517">
                  <c:v>8477.4</c:v>
                </c:pt>
                <c:pt idx="14518">
                  <c:v>7776.7</c:v>
                </c:pt>
                <c:pt idx="14519">
                  <c:v>23827.51</c:v>
                </c:pt>
                <c:pt idx="14520">
                  <c:v>36894.53</c:v>
                </c:pt>
                <c:pt idx="14521">
                  <c:v>12346.26</c:v>
                </c:pt>
                <c:pt idx="14522">
                  <c:v>36406.019999999997</c:v>
                </c:pt>
                <c:pt idx="14523">
                  <c:v>4466.1499999999996</c:v>
                </c:pt>
                <c:pt idx="14524">
                  <c:v>80081.399999999994</c:v>
                </c:pt>
                <c:pt idx="14525">
                  <c:v>25151.24</c:v>
                </c:pt>
                <c:pt idx="14526">
                  <c:v>39312.76</c:v>
                </c:pt>
                <c:pt idx="14527">
                  <c:v>8087.53</c:v>
                </c:pt>
                <c:pt idx="14528">
                  <c:v>84463.63</c:v>
                </c:pt>
                <c:pt idx="14529">
                  <c:v>3000.96</c:v>
                </c:pt>
                <c:pt idx="14530">
                  <c:v>22192.22</c:v>
                </c:pt>
                <c:pt idx="14531">
                  <c:v>19845.88</c:v>
                </c:pt>
                <c:pt idx="14532">
                  <c:v>8405.4</c:v>
                </c:pt>
                <c:pt idx="14533">
                  <c:v>19271.38</c:v>
                </c:pt>
                <c:pt idx="14534">
                  <c:v>41889.64</c:v>
                </c:pt>
                <c:pt idx="14535">
                  <c:v>73991.61</c:v>
                </c:pt>
                <c:pt idx="14536">
                  <c:v>18489.490000000002</c:v>
                </c:pt>
                <c:pt idx="14537">
                  <c:v>94580.64</c:v>
                </c:pt>
                <c:pt idx="14538">
                  <c:v>19131.18</c:v>
                </c:pt>
                <c:pt idx="14539">
                  <c:v>31028.13</c:v>
                </c:pt>
                <c:pt idx="14540">
                  <c:v>69102.94</c:v>
                </c:pt>
                <c:pt idx="14541">
                  <c:v>3247.08</c:v>
                </c:pt>
                <c:pt idx="14542">
                  <c:v>20850.009999999998</c:v>
                </c:pt>
                <c:pt idx="14543">
                  <c:v>28249.360000000001</c:v>
                </c:pt>
                <c:pt idx="14544">
                  <c:v>33419.480000000003</c:v>
                </c:pt>
                <c:pt idx="14545">
                  <c:v>36842.300000000003</c:v>
                </c:pt>
                <c:pt idx="14546">
                  <c:v>8707.66</c:v>
                </c:pt>
                <c:pt idx="14547">
                  <c:v>9044.2000000000007</c:v>
                </c:pt>
                <c:pt idx="14548">
                  <c:v>12199.19</c:v>
                </c:pt>
                <c:pt idx="14549">
                  <c:v>32842.449999999997</c:v>
                </c:pt>
                <c:pt idx="14550">
                  <c:v>4848.54</c:v>
                </c:pt>
                <c:pt idx="14551">
                  <c:v>8439.06</c:v>
                </c:pt>
                <c:pt idx="14552">
                  <c:v>57164.1</c:v>
                </c:pt>
                <c:pt idx="14553">
                  <c:v>62380.959999999999</c:v>
                </c:pt>
                <c:pt idx="14554">
                  <c:v>38921.46</c:v>
                </c:pt>
                <c:pt idx="14555">
                  <c:v>21447.98</c:v>
                </c:pt>
                <c:pt idx="14556">
                  <c:v>41714.57</c:v>
                </c:pt>
                <c:pt idx="14557">
                  <c:v>51460.1</c:v>
                </c:pt>
                <c:pt idx="14558">
                  <c:v>15767.09</c:v>
                </c:pt>
                <c:pt idx="14559">
                  <c:v>31447.75</c:v>
                </c:pt>
                <c:pt idx="14560">
                  <c:v>44535.96</c:v>
                </c:pt>
                <c:pt idx="14561">
                  <c:v>24691.81</c:v>
                </c:pt>
                <c:pt idx="14562">
                  <c:v>16026.82</c:v>
                </c:pt>
                <c:pt idx="14563">
                  <c:v>11157.3</c:v>
                </c:pt>
                <c:pt idx="14564">
                  <c:v>26965.05</c:v>
                </c:pt>
                <c:pt idx="14565">
                  <c:v>32494.2</c:v>
                </c:pt>
                <c:pt idx="14566">
                  <c:v>60638.68</c:v>
                </c:pt>
                <c:pt idx="14567">
                  <c:v>14954.75</c:v>
                </c:pt>
                <c:pt idx="14568">
                  <c:v>64324.51</c:v>
                </c:pt>
                <c:pt idx="14569">
                  <c:v>25019.03</c:v>
                </c:pt>
                <c:pt idx="14570">
                  <c:v>76156.7</c:v>
                </c:pt>
                <c:pt idx="14571">
                  <c:v>1114.01</c:v>
                </c:pt>
                <c:pt idx="14572">
                  <c:v>4208.3999999999996</c:v>
                </c:pt>
                <c:pt idx="14573">
                  <c:v>5445.82</c:v>
                </c:pt>
                <c:pt idx="14574">
                  <c:v>52192.88</c:v>
                </c:pt>
                <c:pt idx="14575">
                  <c:v>29335.1</c:v>
                </c:pt>
                <c:pt idx="14576">
                  <c:v>13332.52</c:v>
                </c:pt>
                <c:pt idx="14577">
                  <c:v>51549.06</c:v>
                </c:pt>
                <c:pt idx="14578">
                  <c:v>24902.92</c:v>
                </c:pt>
                <c:pt idx="14579">
                  <c:v>9285.91</c:v>
                </c:pt>
                <c:pt idx="14580">
                  <c:v>4685.58</c:v>
                </c:pt>
                <c:pt idx="14581">
                  <c:v>6258.3</c:v>
                </c:pt>
                <c:pt idx="14582">
                  <c:v>28236.63</c:v>
                </c:pt>
                <c:pt idx="14583">
                  <c:v>19603.14</c:v>
                </c:pt>
                <c:pt idx="14584">
                  <c:v>16241.09</c:v>
                </c:pt>
                <c:pt idx="14585">
                  <c:v>5576.86</c:v>
                </c:pt>
                <c:pt idx="14586">
                  <c:v>22520.23</c:v>
                </c:pt>
                <c:pt idx="14587">
                  <c:v>24090.6</c:v>
                </c:pt>
                <c:pt idx="14588">
                  <c:v>48937.4</c:v>
                </c:pt>
                <c:pt idx="14589">
                  <c:v>21431.29</c:v>
                </c:pt>
                <c:pt idx="14590">
                  <c:v>9773.44</c:v>
                </c:pt>
                <c:pt idx="14591">
                  <c:v>22309.18</c:v>
                </c:pt>
                <c:pt idx="14592">
                  <c:v>10343.81</c:v>
                </c:pt>
                <c:pt idx="14593">
                  <c:v>5549.29</c:v>
                </c:pt>
                <c:pt idx="14594">
                  <c:v>17641.509999999998</c:v>
                </c:pt>
                <c:pt idx="14595">
                  <c:v>69261.41</c:v>
                </c:pt>
                <c:pt idx="14596">
                  <c:v>9309.83</c:v>
                </c:pt>
                <c:pt idx="14597">
                  <c:v>11290.28</c:v>
                </c:pt>
                <c:pt idx="14598">
                  <c:v>19545.62</c:v>
                </c:pt>
                <c:pt idx="14599">
                  <c:v>22452.44</c:v>
                </c:pt>
                <c:pt idx="14600">
                  <c:v>46818.89</c:v>
                </c:pt>
                <c:pt idx="14601">
                  <c:v>47422.18</c:v>
                </c:pt>
                <c:pt idx="14602">
                  <c:v>9577.9599999999991</c:v>
                </c:pt>
                <c:pt idx="14603">
                  <c:v>83103.09</c:v>
                </c:pt>
                <c:pt idx="14604">
                  <c:v>11628.81</c:v>
                </c:pt>
                <c:pt idx="14605">
                  <c:v>2976.83</c:v>
                </c:pt>
                <c:pt idx="14606">
                  <c:v>44372.160000000003</c:v>
                </c:pt>
                <c:pt idx="14607">
                  <c:v>9374.59</c:v>
                </c:pt>
                <c:pt idx="14608">
                  <c:v>11005.26</c:v>
                </c:pt>
                <c:pt idx="14609">
                  <c:v>54034.09</c:v>
                </c:pt>
                <c:pt idx="14610">
                  <c:v>40236.97</c:v>
                </c:pt>
                <c:pt idx="14611">
                  <c:v>8426.2000000000007</c:v>
                </c:pt>
                <c:pt idx="14612">
                  <c:v>39545.32</c:v>
                </c:pt>
                <c:pt idx="14613">
                  <c:v>23769.69</c:v>
                </c:pt>
                <c:pt idx="14614">
                  <c:v>4842.1899999999996</c:v>
                </c:pt>
                <c:pt idx="14615">
                  <c:v>16277.98</c:v>
                </c:pt>
                <c:pt idx="14616">
                  <c:v>20044.87</c:v>
                </c:pt>
                <c:pt idx="14617">
                  <c:v>39796.94</c:v>
                </c:pt>
                <c:pt idx="14618">
                  <c:v>14699.41</c:v>
                </c:pt>
                <c:pt idx="14619">
                  <c:v>12165.65</c:v>
                </c:pt>
                <c:pt idx="14620">
                  <c:v>78289.66</c:v>
                </c:pt>
                <c:pt idx="14621">
                  <c:v>89611.93</c:v>
                </c:pt>
                <c:pt idx="14622">
                  <c:v>9099.68</c:v>
                </c:pt>
                <c:pt idx="14623">
                  <c:v>4218.2299999999996</c:v>
                </c:pt>
                <c:pt idx="14624">
                  <c:v>10798.14</c:v>
                </c:pt>
                <c:pt idx="14625">
                  <c:v>7343.82</c:v>
                </c:pt>
                <c:pt idx="14626">
                  <c:v>37086.589999999997</c:v>
                </c:pt>
                <c:pt idx="14627">
                  <c:v>5016.3100000000004</c:v>
                </c:pt>
                <c:pt idx="14628">
                  <c:v>6416.4</c:v>
                </c:pt>
                <c:pt idx="14629">
                  <c:v>56487.58</c:v>
                </c:pt>
                <c:pt idx="14630">
                  <c:v>4835.82</c:v>
                </c:pt>
                <c:pt idx="14631">
                  <c:v>23156.799999999999</c:v>
                </c:pt>
                <c:pt idx="14632">
                  <c:v>69579.73</c:v>
                </c:pt>
                <c:pt idx="14633">
                  <c:v>22194.84</c:v>
                </c:pt>
                <c:pt idx="14634">
                  <c:v>18377.45</c:v>
                </c:pt>
                <c:pt idx="14635">
                  <c:v>2460.42</c:v>
                </c:pt>
                <c:pt idx="14636">
                  <c:v>9878.99</c:v>
                </c:pt>
                <c:pt idx="14637">
                  <c:v>34837.71</c:v>
                </c:pt>
                <c:pt idx="14638">
                  <c:v>72411.39</c:v>
                </c:pt>
                <c:pt idx="14639">
                  <c:v>8417.81</c:v>
                </c:pt>
                <c:pt idx="14640">
                  <c:v>25831.26</c:v>
                </c:pt>
                <c:pt idx="14641">
                  <c:v>51711.35</c:v>
                </c:pt>
                <c:pt idx="14642">
                  <c:v>14358.96</c:v>
                </c:pt>
                <c:pt idx="14643">
                  <c:v>31210.48</c:v>
                </c:pt>
                <c:pt idx="14644">
                  <c:v>11690.53</c:v>
                </c:pt>
                <c:pt idx="14645">
                  <c:v>47083.34</c:v>
                </c:pt>
                <c:pt idx="14646">
                  <c:v>21360.99</c:v>
                </c:pt>
                <c:pt idx="14647">
                  <c:v>41554.959999999999</c:v>
                </c:pt>
                <c:pt idx="14648">
                  <c:v>37654.93</c:v>
                </c:pt>
                <c:pt idx="14649">
                  <c:v>15347.37</c:v>
                </c:pt>
                <c:pt idx="14650">
                  <c:v>37393.78</c:v>
                </c:pt>
                <c:pt idx="14651">
                  <c:v>9773.09</c:v>
                </c:pt>
                <c:pt idx="14652">
                  <c:v>30370.6</c:v>
                </c:pt>
                <c:pt idx="14653">
                  <c:v>13794.86</c:v>
                </c:pt>
                <c:pt idx="14654">
                  <c:v>9433.7000000000007</c:v>
                </c:pt>
                <c:pt idx="14655">
                  <c:v>11622.56</c:v>
                </c:pt>
                <c:pt idx="14656">
                  <c:v>82428.570000000007</c:v>
                </c:pt>
                <c:pt idx="14657">
                  <c:v>36190.31</c:v>
                </c:pt>
                <c:pt idx="14658">
                  <c:v>8853</c:v>
                </c:pt>
                <c:pt idx="14659">
                  <c:v>25805.119999999999</c:v>
                </c:pt>
                <c:pt idx="14660">
                  <c:v>5945.27</c:v>
                </c:pt>
                <c:pt idx="14661">
                  <c:v>34698.17</c:v>
                </c:pt>
                <c:pt idx="14662">
                  <c:v>30342.82</c:v>
                </c:pt>
                <c:pt idx="14663">
                  <c:v>21021.37</c:v>
                </c:pt>
                <c:pt idx="14664">
                  <c:v>12864.73</c:v>
                </c:pt>
                <c:pt idx="14665">
                  <c:v>18815.419999999998</c:v>
                </c:pt>
                <c:pt idx="14666">
                  <c:v>18755.86</c:v>
                </c:pt>
                <c:pt idx="14667">
                  <c:v>80840.259999999995</c:v>
                </c:pt>
                <c:pt idx="14668">
                  <c:v>3341.25</c:v>
                </c:pt>
                <c:pt idx="14669">
                  <c:v>21611.3</c:v>
                </c:pt>
                <c:pt idx="14670">
                  <c:v>13532.3</c:v>
                </c:pt>
                <c:pt idx="14671">
                  <c:v>36532.44</c:v>
                </c:pt>
                <c:pt idx="14672">
                  <c:v>19229.990000000002</c:v>
                </c:pt>
                <c:pt idx="14673">
                  <c:v>45542.95</c:v>
                </c:pt>
                <c:pt idx="14674">
                  <c:v>21132.560000000001</c:v>
                </c:pt>
                <c:pt idx="14675">
                  <c:v>1511.75</c:v>
                </c:pt>
                <c:pt idx="14676">
                  <c:v>72455.460000000006</c:v>
                </c:pt>
                <c:pt idx="14677">
                  <c:v>14477.92</c:v>
                </c:pt>
                <c:pt idx="14678">
                  <c:v>24899.39</c:v>
                </c:pt>
                <c:pt idx="14679">
                  <c:v>20160.82</c:v>
                </c:pt>
                <c:pt idx="14680">
                  <c:v>44873.45</c:v>
                </c:pt>
                <c:pt idx="14681">
                  <c:v>48011.67</c:v>
                </c:pt>
                <c:pt idx="14682">
                  <c:v>8425.56</c:v>
                </c:pt>
                <c:pt idx="14683">
                  <c:v>66001.64</c:v>
                </c:pt>
                <c:pt idx="14684">
                  <c:v>37898.800000000003</c:v>
                </c:pt>
                <c:pt idx="14685">
                  <c:v>62623.05</c:v>
                </c:pt>
                <c:pt idx="14686">
                  <c:v>6459.74</c:v>
                </c:pt>
                <c:pt idx="14687">
                  <c:v>70280.03</c:v>
                </c:pt>
                <c:pt idx="14688">
                  <c:v>4286.34</c:v>
                </c:pt>
                <c:pt idx="14689">
                  <c:v>11361.17</c:v>
                </c:pt>
                <c:pt idx="14690">
                  <c:v>86324.9</c:v>
                </c:pt>
                <c:pt idx="14691">
                  <c:v>60101.24</c:v>
                </c:pt>
                <c:pt idx="14692">
                  <c:v>21313.78</c:v>
                </c:pt>
                <c:pt idx="14693">
                  <c:v>29162.45</c:v>
                </c:pt>
                <c:pt idx="14694">
                  <c:v>28741.759999999998</c:v>
                </c:pt>
                <c:pt idx="14695">
                  <c:v>34249.82</c:v>
                </c:pt>
                <c:pt idx="14696">
                  <c:v>46087.97</c:v>
                </c:pt>
                <c:pt idx="14697">
                  <c:v>92717.94</c:v>
                </c:pt>
                <c:pt idx="14698">
                  <c:v>2149.4699999999998</c:v>
                </c:pt>
                <c:pt idx="14699">
                  <c:v>63380.45</c:v>
                </c:pt>
                <c:pt idx="14700">
                  <c:v>56049.63</c:v>
                </c:pt>
                <c:pt idx="14701">
                  <c:v>44605.760000000002</c:v>
                </c:pt>
                <c:pt idx="14702">
                  <c:v>21366.86</c:v>
                </c:pt>
                <c:pt idx="14703">
                  <c:v>21076.65</c:v>
                </c:pt>
                <c:pt idx="14704">
                  <c:v>5117.24</c:v>
                </c:pt>
                <c:pt idx="14705">
                  <c:v>69569.119999999995</c:v>
                </c:pt>
                <c:pt idx="14706">
                  <c:v>43122.52</c:v>
                </c:pt>
                <c:pt idx="14707">
                  <c:v>15154.25</c:v>
                </c:pt>
                <c:pt idx="14708">
                  <c:v>39175.82</c:v>
                </c:pt>
                <c:pt idx="14709">
                  <c:v>8728.84</c:v>
                </c:pt>
                <c:pt idx="14710">
                  <c:v>39677.58</c:v>
                </c:pt>
                <c:pt idx="14711">
                  <c:v>74997.09</c:v>
                </c:pt>
                <c:pt idx="14712">
                  <c:v>6595.05</c:v>
                </c:pt>
                <c:pt idx="14713">
                  <c:v>8224.59</c:v>
                </c:pt>
                <c:pt idx="14714">
                  <c:v>70215.58</c:v>
                </c:pt>
                <c:pt idx="14715">
                  <c:v>15673.56</c:v>
                </c:pt>
                <c:pt idx="14716">
                  <c:v>7655.15</c:v>
                </c:pt>
                <c:pt idx="14717">
                  <c:v>8824.5400000000009</c:v>
                </c:pt>
                <c:pt idx="14718">
                  <c:v>9685.0499999999993</c:v>
                </c:pt>
                <c:pt idx="14719">
                  <c:v>19698.63</c:v>
                </c:pt>
                <c:pt idx="14720">
                  <c:v>100589.58</c:v>
                </c:pt>
                <c:pt idx="14721">
                  <c:v>39078.06</c:v>
                </c:pt>
                <c:pt idx="14722">
                  <c:v>2554</c:v>
                </c:pt>
                <c:pt idx="14723">
                  <c:v>35323.339999999997</c:v>
                </c:pt>
                <c:pt idx="14724">
                  <c:v>47956.03</c:v>
                </c:pt>
                <c:pt idx="14725">
                  <c:v>25622.23</c:v>
                </c:pt>
                <c:pt idx="14726">
                  <c:v>17255.599999999999</c:v>
                </c:pt>
                <c:pt idx="14727">
                  <c:v>5676.72</c:v>
                </c:pt>
                <c:pt idx="14728">
                  <c:v>15845.53</c:v>
                </c:pt>
                <c:pt idx="14729">
                  <c:v>8195.98</c:v>
                </c:pt>
                <c:pt idx="14730">
                  <c:v>26947.88</c:v>
                </c:pt>
                <c:pt idx="14731">
                  <c:v>17337.73</c:v>
                </c:pt>
                <c:pt idx="14732">
                  <c:v>38622.83</c:v>
                </c:pt>
                <c:pt idx="14733">
                  <c:v>76946.720000000001</c:v>
                </c:pt>
                <c:pt idx="14734">
                  <c:v>11366.33</c:v>
                </c:pt>
                <c:pt idx="14735">
                  <c:v>13232.27</c:v>
                </c:pt>
                <c:pt idx="14736">
                  <c:v>41573.07</c:v>
                </c:pt>
                <c:pt idx="14737">
                  <c:v>34335.379999999997</c:v>
                </c:pt>
                <c:pt idx="14738">
                  <c:v>53456.93</c:v>
                </c:pt>
                <c:pt idx="14739">
                  <c:v>25168.12</c:v>
                </c:pt>
                <c:pt idx="14740">
                  <c:v>78601.11</c:v>
                </c:pt>
                <c:pt idx="14741">
                  <c:v>26187.02</c:v>
                </c:pt>
                <c:pt idx="14742">
                  <c:v>17472.04</c:v>
                </c:pt>
                <c:pt idx="14743">
                  <c:v>5656.58</c:v>
                </c:pt>
                <c:pt idx="14744">
                  <c:v>25009.8</c:v>
                </c:pt>
                <c:pt idx="14745">
                  <c:v>16434.68</c:v>
                </c:pt>
                <c:pt idx="14746">
                  <c:v>23906.46</c:v>
                </c:pt>
                <c:pt idx="14747">
                  <c:v>33588.910000000003</c:v>
                </c:pt>
                <c:pt idx="14748">
                  <c:v>7148.36</c:v>
                </c:pt>
                <c:pt idx="14749">
                  <c:v>23813.79</c:v>
                </c:pt>
                <c:pt idx="14750">
                  <c:v>34084.85</c:v>
                </c:pt>
                <c:pt idx="14751">
                  <c:v>99007.96</c:v>
                </c:pt>
                <c:pt idx="14752">
                  <c:v>10451.98</c:v>
                </c:pt>
                <c:pt idx="14753">
                  <c:v>18846.66</c:v>
                </c:pt>
                <c:pt idx="14754">
                  <c:v>23179.21</c:v>
                </c:pt>
                <c:pt idx="14755">
                  <c:v>54009.42</c:v>
                </c:pt>
                <c:pt idx="14756">
                  <c:v>3338.46</c:v>
                </c:pt>
                <c:pt idx="14757">
                  <c:v>2816.01</c:v>
                </c:pt>
                <c:pt idx="14758">
                  <c:v>99820.35</c:v>
                </c:pt>
                <c:pt idx="14759">
                  <c:v>26645.75</c:v>
                </c:pt>
                <c:pt idx="14760">
                  <c:v>88905.41</c:v>
                </c:pt>
                <c:pt idx="14761">
                  <c:v>13193.92</c:v>
                </c:pt>
                <c:pt idx="14762">
                  <c:v>17213.95</c:v>
                </c:pt>
                <c:pt idx="14763">
                  <c:v>9190.52</c:v>
                </c:pt>
                <c:pt idx="14764">
                  <c:v>76436.72</c:v>
                </c:pt>
                <c:pt idx="14765">
                  <c:v>17294.54</c:v>
                </c:pt>
                <c:pt idx="14766">
                  <c:v>35055.68</c:v>
                </c:pt>
                <c:pt idx="14767">
                  <c:v>84567.63</c:v>
                </c:pt>
                <c:pt idx="14768">
                  <c:v>10900.73</c:v>
                </c:pt>
                <c:pt idx="14769">
                  <c:v>5993.4</c:v>
                </c:pt>
                <c:pt idx="14770">
                  <c:v>37617.14</c:v>
                </c:pt>
                <c:pt idx="14771">
                  <c:v>90318.47</c:v>
                </c:pt>
                <c:pt idx="14772">
                  <c:v>39502.800000000003</c:v>
                </c:pt>
                <c:pt idx="14773">
                  <c:v>53756.639999999999</c:v>
                </c:pt>
                <c:pt idx="14774">
                  <c:v>22288.400000000001</c:v>
                </c:pt>
                <c:pt idx="14775">
                  <c:v>10480</c:v>
                </c:pt>
                <c:pt idx="14776">
                  <c:v>53146.879999999997</c:v>
                </c:pt>
                <c:pt idx="14777">
                  <c:v>5933.12</c:v>
                </c:pt>
                <c:pt idx="14778">
                  <c:v>68153.320000000007</c:v>
                </c:pt>
                <c:pt idx="14779">
                  <c:v>12524.99</c:v>
                </c:pt>
                <c:pt idx="14780">
                  <c:v>40362</c:v>
                </c:pt>
                <c:pt idx="14781">
                  <c:v>4496.54</c:v>
                </c:pt>
                <c:pt idx="14782">
                  <c:v>18415.07</c:v>
                </c:pt>
                <c:pt idx="14783">
                  <c:v>35610.79</c:v>
                </c:pt>
                <c:pt idx="14784">
                  <c:v>12630.56</c:v>
                </c:pt>
                <c:pt idx="14785">
                  <c:v>4588.21</c:v>
                </c:pt>
                <c:pt idx="14786">
                  <c:v>16196.63</c:v>
                </c:pt>
                <c:pt idx="14787">
                  <c:v>73995.259999999995</c:v>
                </c:pt>
                <c:pt idx="14788">
                  <c:v>11783.36</c:v>
                </c:pt>
                <c:pt idx="14789">
                  <c:v>40613.160000000003</c:v>
                </c:pt>
                <c:pt idx="14790">
                  <c:v>6256.19</c:v>
                </c:pt>
                <c:pt idx="14791">
                  <c:v>10028.32</c:v>
                </c:pt>
                <c:pt idx="14792">
                  <c:v>48126.65</c:v>
                </c:pt>
                <c:pt idx="14793">
                  <c:v>43239.5</c:v>
                </c:pt>
                <c:pt idx="14794">
                  <c:v>14615.28</c:v>
                </c:pt>
                <c:pt idx="14795">
                  <c:v>3778.05</c:v>
                </c:pt>
                <c:pt idx="14796">
                  <c:v>51193.8</c:v>
                </c:pt>
                <c:pt idx="14797">
                  <c:v>74130.740000000005</c:v>
                </c:pt>
                <c:pt idx="14798">
                  <c:v>14393.02</c:v>
                </c:pt>
                <c:pt idx="14799">
                  <c:v>17680.32</c:v>
                </c:pt>
                <c:pt idx="14800">
                  <c:v>4960.6000000000004</c:v>
                </c:pt>
                <c:pt idx="14801">
                  <c:v>11807.46</c:v>
                </c:pt>
                <c:pt idx="14802">
                  <c:v>55514</c:v>
                </c:pt>
                <c:pt idx="14803">
                  <c:v>41553.17</c:v>
                </c:pt>
                <c:pt idx="14804">
                  <c:v>18847.580000000002</c:v>
                </c:pt>
                <c:pt idx="14805">
                  <c:v>83713.009999999995</c:v>
                </c:pt>
                <c:pt idx="14806">
                  <c:v>39599.83</c:v>
                </c:pt>
                <c:pt idx="14807">
                  <c:v>8057.24</c:v>
                </c:pt>
                <c:pt idx="14808">
                  <c:v>18048.189999999999</c:v>
                </c:pt>
                <c:pt idx="14809">
                  <c:v>24357.53</c:v>
                </c:pt>
                <c:pt idx="14810">
                  <c:v>35661.980000000003</c:v>
                </c:pt>
                <c:pt idx="14811">
                  <c:v>61464.23</c:v>
                </c:pt>
                <c:pt idx="14812">
                  <c:v>25696.61</c:v>
                </c:pt>
                <c:pt idx="14813">
                  <c:v>11511.61</c:v>
                </c:pt>
                <c:pt idx="14814">
                  <c:v>52403.22</c:v>
                </c:pt>
                <c:pt idx="14815">
                  <c:v>56483.91</c:v>
                </c:pt>
                <c:pt idx="14816">
                  <c:v>53485.96</c:v>
                </c:pt>
                <c:pt idx="14817">
                  <c:v>9804.4699999999993</c:v>
                </c:pt>
                <c:pt idx="14818">
                  <c:v>5654.61</c:v>
                </c:pt>
                <c:pt idx="14819">
                  <c:v>26534.97</c:v>
                </c:pt>
                <c:pt idx="14820">
                  <c:v>15114.68</c:v>
                </c:pt>
                <c:pt idx="14821">
                  <c:v>86582.37</c:v>
                </c:pt>
                <c:pt idx="14822">
                  <c:v>8311.64</c:v>
                </c:pt>
                <c:pt idx="14823">
                  <c:v>67366.06</c:v>
                </c:pt>
                <c:pt idx="14824">
                  <c:v>66859.13</c:v>
                </c:pt>
                <c:pt idx="14825">
                  <c:v>37733.06</c:v>
                </c:pt>
                <c:pt idx="14826">
                  <c:v>7023.92</c:v>
                </c:pt>
                <c:pt idx="14827">
                  <c:v>88193.49</c:v>
                </c:pt>
                <c:pt idx="14828">
                  <c:v>5597.98</c:v>
                </c:pt>
                <c:pt idx="14829">
                  <c:v>20065.37</c:v>
                </c:pt>
                <c:pt idx="14830">
                  <c:v>50224.49</c:v>
                </c:pt>
                <c:pt idx="14831">
                  <c:v>38158.68</c:v>
                </c:pt>
                <c:pt idx="14832">
                  <c:v>33413.69</c:v>
                </c:pt>
                <c:pt idx="14833">
                  <c:v>13103.06</c:v>
                </c:pt>
                <c:pt idx="14834">
                  <c:v>15433.46</c:v>
                </c:pt>
                <c:pt idx="14835">
                  <c:v>47179.39</c:v>
                </c:pt>
                <c:pt idx="14836">
                  <c:v>24051.09</c:v>
                </c:pt>
                <c:pt idx="14837">
                  <c:v>13067.34</c:v>
                </c:pt>
                <c:pt idx="14838">
                  <c:v>42703.18</c:v>
                </c:pt>
                <c:pt idx="14839">
                  <c:v>22563.01</c:v>
                </c:pt>
                <c:pt idx="14840">
                  <c:v>23359.17</c:v>
                </c:pt>
                <c:pt idx="14841">
                  <c:v>19653.8</c:v>
                </c:pt>
                <c:pt idx="14842">
                  <c:v>20368.91</c:v>
                </c:pt>
                <c:pt idx="14843">
                  <c:v>40479.33</c:v>
                </c:pt>
                <c:pt idx="14844">
                  <c:v>7071.86</c:v>
                </c:pt>
                <c:pt idx="14845">
                  <c:v>52888.92</c:v>
                </c:pt>
                <c:pt idx="14846">
                  <c:v>78025.5</c:v>
                </c:pt>
                <c:pt idx="14847">
                  <c:v>14976.78</c:v>
                </c:pt>
                <c:pt idx="14848">
                  <c:v>6137.49</c:v>
                </c:pt>
                <c:pt idx="14849">
                  <c:v>17872.93</c:v>
                </c:pt>
                <c:pt idx="14850">
                  <c:v>30740.76</c:v>
                </c:pt>
                <c:pt idx="14851">
                  <c:v>15363.87</c:v>
                </c:pt>
                <c:pt idx="14852">
                  <c:v>9375.5300000000007</c:v>
                </c:pt>
                <c:pt idx="14853">
                  <c:v>42429.18</c:v>
                </c:pt>
                <c:pt idx="14854">
                  <c:v>41999.53</c:v>
                </c:pt>
                <c:pt idx="14855">
                  <c:v>36284.720000000001</c:v>
                </c:pt>
                <c:pt idx="14856">
                  <c:v>39140.639999999999</c:v>
                </c:pt>
                <c:pt idx="14857">
                  <c:v>21920.44</c:v>
                </c:pt>
                <c:pt idx="14858">
                  <c:v>48277.69</c:v>
                </c:pt>
                <c:pt idx="14859">
                  <c:v>61253.81</c:v>
                </c:pt>
                <c:pt idx="14860">
                  <c:v>12344.85</c:v>
                </c:pt>
                <c:pt idx="14861">
                  <c:v>2336.98</c:v>
                </c:pt>
                <c:pt idx="14862">
                  <c:v>87327.14</c:v>
                </c:pt>
                <c:pt idx="14863">
                  <c:v>2980.34</c:v>
                </c:pt>
                <c:pt idx="14864">
                  <c:v>22210.69</c:v>
                </c:pt>
                <c:pt idx="14865">
                  <c:v>19649.93</c:v>
                </c:pt>
                <c:pt idx="14866">
                  <c:v>13828.88</c:v>
                </c:pt>
                <c:pt idx="14867">
                  <c:v>19846.7</c:v>
                </c:pt>
                <c:pt idx="14868">
                  <c:v>13918.81</c:v>
                </c:pt>
                <c:pt idx="14869">
                  <c:v>78654.33</c:v>
                </c:pt>
                <c:pt idx="14870">
                  <c:v>29094.82</c:v>
                </c:pt>
                <c:pt idx="14871">
                  <c:v>46839.74</c:v>
                </c:pt>
                <c:pt idx="14872">
                  <c:v>18990.759999999998</c:v>
                </c:pt>
                <c:pt idx="14873">
                  <c:v>36821.99</c:v>
                </c:pt>
                <c:pt idx="14874">
                  <c:v>5769.54</c:v>
                </c:pt>
                <c:pt idx="14875">
                  <c:v>41298.050000000003</c:v>
                </c:pt>
                <c:pt idx="14876">
                  <c:v>7909</c:v>
                </c:pt>
                <c:pt idx="14877">
                  <c:v>45643.69</c:v>
                </c:pt>
                <c:pt idx="14878">
                  <c:v>42079.59</c:v>
                </c:pt>
                <c:pt idx="14879">
                  <c:v>71464.399999999994</c:v>
                </c:pt>
                <c:pt idx="14880">
                  <c:v>15072.46</c:v>
                </c:pt>
                <c:pt idx="14881">
                  <c:v>34959.03</c:v>
                </c:pt>
                <c:pt idx="14882">
                  <c:v>41092.879999999997</c:v>
                </c:pt>
                <c:pt idx="14883">
                  <c:v>18464.919999999998</c:v>
                </c:pt>
                <c:pt idx="14884">
                  <c:v>39503.47</c:v>
                </c:pt>
                <c:pt idx="14885">
                  <c:v>3030.43</c:v>
                </c:pt>
                <c:pt idx="14886">
                  <c:v>56618.6</c:v>
                </c:pt>
                <c:pt idx="14887">
                  <c:v>44473.21</c:v>
                </c:pt>
                <c:pt idx="14888">
                  <c:v>50161.73</c:v>
                </c:pt>
                <c:pt idx="14889">
                  <c:v>44168.959999999999</c:v>
                </c:pt>
                <c:pt idx="14890">
                  <c:v>19507.34</c:v>
                </c:pt>
                <c:pt idx="14891">
                  <c:v>9678.9</c:v>
                </c:pt>
                <c:pt idx="14892">
                  <c:v>31878.89</c:v>
                </c:pt>
                <c:pt idx="14893">
                  <c:v>10804.66</c:v>
                </c:pt>
                <c:pt idx="14894">
                  <c:v>5480.54</c:v>
                </c:pt>
                <c:pt idx="14895">
                  <c:v>20295.16</c:v>
                </c:pt>
                <c:pt idx="14896">
                  <c:v>75544.34</c:v>
                </c:pt>
                <c:pt idx="14897">
                  <c:v>12830.24</c:v>
                </c:pt>
                <c:pt idx="14898">
                  <c:v>36194.550000000003</c:v>
                </c:pt>
                <c:pt idx="14899">
                  <c:v>6846.54</c:v>
                </c:pt>
                <c:pt idx="14900">
                  <c:v>43428.04</c:v>
                </c:pt>
                <c:pt idx="14901">
                  <c:v>47972.26</c:v>
                </c:pt>
                <c:pt idx="14902">
                  <c:v>17675.87</c:v>
                </c:pt>
                <c:pt idx="14903">
                  <c:v>37690.589999999997</c:v>
                </c:pt>
                <c:pt idx="14904">
                  <c:v>49287.7</c:v>
                </c:pt>
                <c:pt idx="14905">
                  <c:v>5911.1</c:v>
                </c:pt>
                <c:pt idx="14906">
                  <c:v>93906.63</c:v>
                </c:pt>
                <c:pt idx="14907">
                  <c:v>18646.740000000002</c:v>
                </c:pt>
                <c:pt idx="14908">
                  <c:v>17245.87</c:v>
                </c:pt>
                <c:pt idx="14909">
                  <c:v>91068.08</c:v>
                </c:pt>
                <c:pt idx="14910">
                  <c:v>19933.7</c:v>
                </c:pt>
                <c:pt idx="14911">
                  <c:v>18343.400000000001</c:v>
                </c:pt>
                <c:pt idx="14912">
                  <c:v>50555.23</c:v>
                </c:pt>
                <c:pt idx="14913">
                  <c:v>19555.96</c:v>
                </c:pt>
                <c:pt idx="14914">
                  <c:v>4100.3599999999997</c:v>
                </c:pt>
                <c:pt idx="14915">
                  <c:v>44117.96</c:v>
                </c:pt>
                <c:pt idx="14916">
                  <c:v>10015.030000000001</c:v>
                </c:pt>
                <c:pt idx="14917">
                  <c:v>14154.92</c:v>
                </c:pt>
                <c:pt idx="14918">
                  <c:v>52727.28</c:v>
                </c:pt>
                <c:pt idx="14919">
                  <c:v>24009.26</c:v>
                </c:pt>
                <c:pt idx="14920">
                  <c:v>6702.3</c:v>
                </c:pt>
                <c:pt idx="14921">
                  <c:v>73719.16</c:v>
                </c:pt>
                <c:pt idx="14922">
                  <c:v>10970.98</c:v>
                </c:pt>
                <c:pt idx="14923">
                  <c:v>61118.25</c:v>
                </c:pt>
                <c:pt idx="14924">
                  <c:v>68675.25</c:v>
                </c:pt>
                <c:pt idx="14925">
                  <c:v>5713.81</c:v>
                </c:pt>
                <c:pt idx="14926">
                  <c:v>34506.199999999997</c:v>
                </c:pt>
                <c:pt idx="14927">
                  <c:v>9552.49</c:v>
                </c:pt>
                <c:pt idx="14928">
                  <c:v>15854.58</c:v>
                </c:pt>
                <c:pt idx="14929">
                  <c:v>64866.1</c:v>
                </c:pt>
                <c:pt idx="14930">
                  <c:v>66030.86</c:v>
                </c:pt>
                <c:pt idx="14931">
                  <c:v>85784.83</c:v>
                </c:pt>
                <c:pt idx="14932">
                  <c:v>29191.81</c:v>
                </c:pt>
                <c:pt idx="14933">
                  <c:v>89332.11</c:v>
                </c:pt>
                <c:pt idx="14934">
                  <c:v>19323.05</c:v>
                </c:pt>
                <c:pt idx="14935">
                  <c:v>33446.76</c:v>
                </c:pt>
                <c:pt idx="14936">
                  <c:v>43300.34</c:v>
                </c:pt>
                <c:pt idx="14937">
                  <c:v>9278.2000000000007</c:v>
                </c:pt>
                <c:pt idx="14938">
                  <c:v>15510.24</c:v>
                </c:pt>
                <c:pt idx="14939">
                  <c:v>13651.34</c:v>
                </c:pt>
                <c:pt idx="14940">
                  <c:v>101552.64</c:v>
                </c:pt>
                <c:pt idx="14941">
                  <c:v>51325.760000000002</c:v>
                </c:pt>
                <c:pt idx="14942">
                  <c:v>5901.41</c:v>
                </c:pt>
                <c:pt idx="14943">
                  <c:v>13134.35</c:v>
                </c:pt>
                <c:pt idx="14944">
                  <c:v>17382.96</c:v>
                </c:pt>
                <c:pt idx="14945">
                  <c:v>19133.73</c:v>
                </c:pt>
                <c:pt idx="14946">
                  <c:v>78966.94</c:v>
                </c:pt>
                <c:pt idx="14947">
                  <c:v>18417.580000000002</c:v>
                </c:pt>
                <c:pt idx="14948">
                  <c:v>29099.79</c:v>
                </c:pt>
                <c:pt idx="14949">
                  <c:v>17238.689999999999</c:v>
                </c:pt>
                <c:pt idx="14950">
                  <c:v>7315.16</c:v>
                </c:pt>
                <c:pt idx="14951">
                  <c:v>46107.1</c:v>
                </c:pt>
                <c:pt idx="14952">
                  <c:v>11636.2</c:v>
                </c:pt>
                <c:pt idx="14953">
                  <c:v>16188.21</c:v>
                </c:pt>
                <c:pt idx="14954">
                  <c:v>4229.9799999999996</c:v>
                </c:pt>
                <c:pt idx="14955">
                  <c:v>11628.32</c:v>
                </c:pt>
                <c:pt idx="14956">
                  <c:v>53452.800000000003</c:v>
                </c:pt>
                <c:pt idx="14957">
                  <c:v>34598.339999999997</c:v>
                </c:pt>
                <c:pt idx="14958">
                  <c:v>44669.18</c:v>
                </c:pt>
                <c:pt idx="14959">
                  <c:v>34972.43</c:v>
                </c:pt>
                <c:pt idx="14960">
                  <c:v>20815.39</c:v>
                </c:pt>
                <c:pt idx="14961">
                  <c:v>37148.26</c:v>
                </c:pt>
                <c:pt idx="14962">
                  <c:v>9873.44</c:v>
                </c:pt>
                <c:pt idx="14963">
                  <c:v>43871.199999999997</c:v>
                </c:pt>
                <c:pt idx="14964">
                  <c:v>41643.339999999997</c:v>
                </c:pt>
                <c:pt idx="14965">
                  <c:v>55254.07</c:v>
                </c:pt>
                <c:pt idx="14966">
                  <c:v>18547.07</c:v>
                </c:pt>
                <c:pt idx="14967">
                  <c:v>66134.460000000006</c:v>
                </c:pt>
                <c:pt idx="14968">
                  <c:v>5479.61</c:v>
                </c:pt>
                <c:pt idx="14969">
                  <c:v>9531.86</c:v>
                </c:pt>
                <c:pt idx="14970">
                  <c:v>37469.46</c:v>
                </c:pt>
                <c:pt idx="14971">
                  <c:v>6289.33</c:v>
                </c:pt>
                <c:pt idx="14972">
                  <c:v>15263.09</c:v>
                </c:pt>
                <c:pt idx="14973">
                  <c:v>20006.72</c:v>
                </c:pt>
                <c:pt idx="14974">
                  <c:v>91944.81</c:v>
                </c:pt>
                <c:pt idx="14975">
                  <c:v>6026.68</c:v>
                </c:pt>
                <c:pt idx="14976">
                  <c:v>103632.58</c:v>
                </c:pt>
                <c:pt idx="14977">
                  <c:v>12335.38</c:v>
                </c:pt>
                <c:pt idx="14978">
                  <c:v>14861.38</c:v>
                </c:pt>
                <c:pt idx="14979">
                  <c:v>40065.19</c:v>
                </c:pt>
                <c:pt idx="14980">
                  <c:v>24728.07</c:v>
                </c:pt>
                <c:pt idx="14981">
                  <c:v>77050.179999999993</c:v>
                </c:pt>
                <c:pt idx="14982">
                  <c:v>46355.94</c:v>
                </c:pt>
                <c:pt idx="14983">
                  <c:v>6607.76</c:v>
                </c:pt>
                <c:pt idx="14984">
                  <c:v>71988.92</c:v>
                </c:pt>
                <c:pt idx="14985">
                  <c:v>74019.960000000006</c:v>
                </c:pt>
                <c:pt idx="14986">
                  <c:v>28372.05</c:v>
                </c:pt>
                <c:pt idx="14987">
                  <c:v>49369.06</c:v>
                </c:pt>
                <c:pt idx="14988">
                  <c:v>84507.78</c:v>
                </c:pt>
                <c:pt idx="14989">
                  <c:v>4359.2700000000004</c:v>
                </c:pt>
                <c:pt idx="14990">
                  <c:v>3550.74</c:v>
                </c:pt>
                <c:pt idx="14991">
                  <c:v>53577.38</c:v>
                </c:pt>
                <c:pt idx="14992">
                  <c:v>15022.46</c:v>
                </c:pt>
                <c:pt idx="14993">
                  <c:v>3278.25</c:v>
                </c:pt>
                <c:pt idx="14994">
                  <c:v>19877.419999999998</c:v>
                </c:pt>
                <c:pt idx="14995">
                  <c:v>44706.9</c:v>
                </c:pt>
                <c:pt idx="14996">
                  <c:v>54035.360000000001</c:v>
                </c:pt>
                <c:pt idx="14997">
                  <c:v>8940.75</c:v>
                </c:pt>
                <c:pt idx="14998">
                  <c:v>9443.49</c:v>
                </c:pt>
                <c:pt idx="14999">
                  <c:v>68354.59</c:v>
                </c:pt>
                <c:pt idx="15000">
                  <c:v>73061.210000000006</c:v>
                </c:pt>
                <c:pt idx="15001">
                  <c:v>10591.56</c:v>
                </c:pt>
                <c:pt idx="15002">
                  <c:v>5695.54</c:v>
                </c:pt>
                <c:pt idx="15003">
                  <c:v>5480.54</c:v>
                </c:pt>
                <c:pt idx="15004">
                  <c:v>21329.279999999999</c:v>
                </c:pt>
                <c:pt idx="15005">
                  <c:v>56319.16</c:v>
                </c:pt>
                <c:pt idx="15006">
                  <c:v>31165.68</c:v>
                </c:pt>
                <c:pt idx="15007">
                  <c:v>24816.74</c:v>
                </c:pt>
                <c:pt idx="15008">
                  <c:v>31316.799999999999</c:v>
                </c:pt>
                <c:pt idx="15009">
                  <c:v>18727.16</c:v>
                </c:pt>
                <c:pt idx="15010">
                  <c:v>12597.56</c:v>
                </c:pt>
                <c:pt idx="15011">
                  <c:v>15325.16</c:v>
                </c:pt>
                <c:pt idx="15012">
                  <c:v>57484.04</c:v>
                </c:pt>
                <c:pt idx="15013">
                  <c:v>15905.45</c:v>
                </c:pt>
                <c:pt idx="15014">
                  <c:v>12573.48</c:v>
                </c:pt>
                <c:pt idx="15015">
                  <c:v>39431.230000000003</c:v>
                </c:pt>
                <c:pt idx="15016">
                  <c:v>6370.86</c:v>
                </c:pt>
                <c:pt idx="15017">
                  <c:v>30078.720000000001</c:v>
                </c:pt>
                <c:pt idx="15018">
                  <c:v>42004.56</c:v>
                </c:pt>
                <c:pt idx="15019">
                  <c:v>2300.21</c:v>
                </c:pt>
                <c:pt idx="15020">
                  <c:v>17857.560000000001</c:v>
                </c:pt>
                <c:pt idx="15021">
                  <c:v>13926.31</c:v>
                </c:pt>
                <c:pt idx="15022">
                  <c:v>36755.14</c:v>
                </c:pt>
                <c:pt idx="15023">
                  <c:v>41833.769999999997</c:v>
                </c:pt>
                <c:pt idx="15024">
                  <c:v>17926.34</c:v>
                </c:pt>
                <c:pt idx="15025">
                  <c:v>14585.51</c:v>
                </c:pt>
                <c:pt idx="15026">
                  <c:v>44287.199999999997</c:v>
                </c:pt>
                <c:pt idx="15027">
                  <c:v>1354.18</c:v>
                </c:pt>
                <c:pt idx="15028">
                  <c:v>24477.81</c:v>
                </c:pt>
                <c:pt idx="15029">
                  <c:v>59637.38</c:v>
                </c:pt>
                <c:pt idx="15030">
                  <c:v>24724.639999999999</c:v>
                </c:pt>
                <c:pt idx="15031">
                  <c:v>43068.06</c:v>
                </c:pt>
                <c:pt idx="15032">
                  <c:v>8979.94</c:v>
                </c:pt>
                <c:pt idx="15033">
                  <c:v>9024.08</c:v>
                </c:pt>
                <c:pt idx="15034">
                  <c:v>64820.87</c:v>
                </c:pt>
                <c:pt idx="15035">
                  <c:v>6693.14</c:v>
                </c:pt>
                <c:pt idx="15036">
                  <c:v>40597.199999999997</c:v>
                </c:pt>
                <c:pt idx="15037">
                  <c:v>79824.62</c:v>
                </c:pt>
                <c:pt idx="15038">
                  <c:v>44524.87</c:v>
                </c:pt>
                <c:pt idx="15039">
                  <c:v>4192.92</c:v>
                </c:pt>
                <c:pt idx="15040">
                  <c:v>38595.69</c:v>
                </c:pt>
                <c:pt idx="15041">
                  <c:v>67342.38</c:v>
                </c:pt>
                <c:pt idx="15042">
                  <c:v>18224.38</c:v>
                </c:pt>
                <c:pt idx="15043">
                  <c:v>3564.23</c:v>
                </c:pt>
                <c:pt idx="15044">
                  <c:v>13828.67</c:v>
                </c:pt>
                <c:pt idx="15045">
                  <c:v>24353.93</c:v>
                </c:pt>
                <c:pt idx="15046">
                  <c:v>14882.65</c:v>
                </c:pt>
                <c:pt idx="15047">
                  <c:v>71395.48</c:v>
                </c:pt>
                <c:pt idx="15048">
                  <c:v>26327.57</c:v>
                </c:pt>
                <c:pt idx="15049">
                  <c:v>17076.68</c:v>
                </c:pt>
                <c:pt idx="15050">
                  <c:v>25934.62</c:v>
                </c:pt>
                <c:pt idx="15051">
                  <c:v>69697.84</c:v>
                </c:pt>
                <c:pt idx="15052">
                  <c:v>52686.02</c:v>
                </c:pt>
                <c:pt idx="15053">
                  <c:v>14069.83</c:v>
                </c:pt>
                <c:pt idx="15054">
                  <c:v>60327.41</c:v>
                </c:pt>
                <c:pt idx="15055">
                  <c:v>8323.1</c:v>
                </c:pt>
                <c:pt idx="15056">
                  <c:v>9965.26</c:v>
                </c:pt>
                <c:pt idx="15057">
                  <c:v>2963.45</c:v>
                </c:pt>
                <c:pt idx="15058">
                  <c:v>34158.14</c:v>
                </c:pt>
                <c:pt idx="15059">
                  <c:v>5909.72</c:v>
                </c:pt>
                <c:pt idx="15060">
                  <c:v>26614.22</c:v>
                </c:pt>
                <c:pt idx="15061">
                  <c:v>19636.09</c:v>
                </c:pt>
                <c:pt idx="15062">
                  <c:v>28470.14</c:v>
                </c:pt>
                <c:pt idx="15063">
                  <c:v>54163.3</c:v>
                </c:pt>
                <c:pt idx="15064">
                  <c:v>15966.64</c:v>
                </c:pt>
                <c:pt idx="15065">
                  <c:v>15373.34</c:v>
                </c:pt>
                <c:pt idx="15066">
                  <c:v>43094.39</c:v>
                </c:pt>
                <c:pt idx="15067">
                  <c:v>8153.33</c:v>
                </c:pt>
                <c:pt idx="15068">
                  <c:v>18375.919999999998</c:v>
                </c:pt>
                <c:pt idx="15069">
                  <c:v>29611.64</c:v>
                </c:pt>
                <c:pt idx="15070">
                  <c:v>11329.82</c:v>
                </c:pt>
                <c:pt idx="15071">
                  <c:v>17167.03</c:v>
                </c:pt>
                <c:pt idx="15072">
                  <c:v>99044.19</c:v>
                </c:pt>
                <c:pt idx="15073">
                  <c:v>8677.2000000000007</c:v>
                </c:pt>
                <c:pt idx="15074">
                  <c:v>9162.43</c:v>
                </c:pt>
                <c:pt idx="15075">
                  <c:v>7409.91</c:v>
                </c:pt>
                <c:pt idx="15076">
                  <c:v>22481.3</c:v>
                </c:pt>
                <c:pt idx="15077">
                  <c:v>9470.7900000000009</c:v>
                </c:pt>
                <c:pt idx="15078">
                  <c:v>18133.13</c:v>
                </c:pt>
                <c:pt idx="15079">
                  <c:v>4577.58</c:v>
                </c:pt>
                <c:pt idx="15080">
                  <c:v>30706.2</c:v>
                </c:pt>
                <c:pt idx="15081">
                  <c:v>32228.240000000002</c:v>
                </c:pt>
                <c:pt idx="15082">
                  <c:v>8708.43</c:v>
                </c:pt>
                <c:pt idx="15083">
                  <c:v>38435.65</c:v>
                </c:pt>
                <c:pt idx="15084">
                  <c:v>65275.66</c:v>
                </c:pt>
                <c:pt idx="15085">
                  <c:v>32741.18</c:v>
                </c:pt>
                <c:pt idx="15086">
                  <c:v>22410.74</c:v>
                </c:pt>
                <c:pt idx="15087">
                  <c:v>7045.75</c:v>
                </c:pt>
                <c:pt idx="15088">
                  <c:v>12314.32</c:v>
                </c:pt>
                <c:pt idx="15089">
                  <c:v>7206.55</c:v>
                </c:pt>
                <c:pt idx="15090">
                  <c:v>47284.23</c:v>
                </c:pt>
                <c:pt idx="15091">
                  <c:v>6326.41</c:v>
                </c:pt>
                <c:pt idx="15092">
                  <c:v>14177.87</c:v>
                </c:pt>
                <c:pt idx="15093">
                  <c:v>69090.42</c:v>
                </c:pt>
                <c:pt idx="15094">
                  <c:v>23848.59</c:v>
                </c:pt>
                <c:pt idx="15095">
                  <c:v>61443.43</c:v>
                </c:pt>
                <c:pt idx="15096">
                  <c:v>56330</c:v>
                </c:pt>
                <c:pt idx="15097">
                  <c:v>15620.72</c:v>
                </c:pt>
                <c:pt idx="15098">
                  <c:v>39846.03</c:v>
                </c:pt>
                <c:pt idx="15099">
                  <c:v>5306.05</c:v>
                </c:pt>
                <c:pt idx="15100">
                  <c:v>6262.56</c:v>
                </c:pt>
                <c:pt idx="15101">
                  <c:v>12177.71</c:v>
                </c:pt>
                <c:pt idx="15102">
                  <c:v>35135.39</c:v>
                </c:pt>
                <c:pt idx="15103">
                  <c:v>12729.15</c:v>
                </c:pt>
                <c:pt idx="15104">
                  <c:v>22994.26</c:v>
                </c:pt>
                <c:pt idx="15105">
                  <c:v>31087.06</c:v>
                </c:pt>
                <c:pt idx="15106">
                  <c:v>25587.7</c:v>
                </c:pt>
                <c:pt idx="15107">
                  <c:v>14569</c:v>
                </c:pt>
                <c:pt idx="15108">
                  <c:v>23044.01</c:v>
                </c:pt>
                <c:pt idx="15109">
                  <c:v>49931.72</c:v>
                </c:pt>
                <c:pt idx="15110">
                  <c:v>42248.9</c:v>
                </c:pt>
                <c:pt idx="15111">
                  <c:v>44705.3</c:v>
                </c:pt>
                <c:pt idx="15112">
                  <c:v>41542.199999999997</c:v>
                </c:pt>
                <c:pt idx="15113">
                  <c:v>37468.870000000003</c:v>
                </c:pt>
                <c:pt idx="15114">
                  <c:v>6468.4</c:v>
                </c:pt>
                <c:pt idx="15115">
                  <c:v>8071.05</c:v>
                </c:pt>
                <c:pt idx="15116">
                  <c:v>6069.11</c:v>
                </c:pt>
                <c:pt idx="15117">
                  <c:v>30544.71</c:v>
                </c:pt>
                <c:pt idx="15118">
                  <c:v>15832.15</c:v>
                </c:pt>
                <c:pt idx="15119">
                  <c:v>4508.53</c:v>
                </c:pt>
                <c:pt idx="15120">
                  <c:v>15185.02</c:v>
                </c:pt>
                <c:pt idx="15121">
                  <c:v>3380.8</c:v>
                </c:pt>
                <c:pt idx="15122">
                  <c:v>30635.89</c:v>
                </c:pt>
                <c:pt idx="15123">
                  <c:v>34333.550000000003</c:v>
                </c:pt>
                <c:pt idx="15124">
                  <c:v>20956.66</c:v>
                </c:pt>
                <c:pt idx="15125">
                  <c:v>74029.62</c:v>
                </c:pt>
                <c:pt idx="15126">
                  <c:v>58388.81</c:v>
                </c:pt>
                <c:pt idx="15127">
                  <c:v>35877.4</c:v>
                </c:pt>
                <c:pt idx="15128">
                  <c:v>6823.51</c:v>
                </c:pt>
                <c:pt idx="15129">
                  <c:v>9935.4599999999991</c:v>
                </c:pt>
                <c:pt idx="15130">
                  <c:v>36244.400000000001</c:v>
                </c:pt>
                <c:pt idx="15131">
                  <c:v>47670.52</c:v>
                </c:pt>
                <c:pt idx="15132">
                  <c:v>71093.320000000007</c:v>
                </c:pt>
                <c:pt idx="15133">
                  <c:v>42724.66</c:v>
                </c:pt>
                <c:pt idx="15134">
                  <c:v>43619.519999999997</c:v>
                </c:pt>
                <c:pt idx="15135">
                  <c:v>25400.17</c:v>
                </c:pt>
                <c:pt idx="15136">
                  <c:v>99433.01</c:v>
                </c:pt>
                <c:pt idx="15137">
                  <c:v>9397.0400000000009</c:v>
                </c:pt>
                <c:pt idx="15138">
                  <c:v>76300.91</c:v>
                </c:pt>
                <c:pt idx="15139">
                  <c:v>45917.14</c:v>
                </c:pt>
                <c:pt idx="15140">
                  <c:v>62556.54</c:v>
                </c:pt>
                <c:pt idx="15141">
                  <c:v>10070.18</c:v>
                </c:pt>
                <c:pt idx="15142">
                  <c:v>32695.52</c:v>
                </c:pt>
                <c:pt idx="15143">
                  <c:v>87498.87</c:v>
                </c:pt>
                <c:pt idx="15144">
                  <c:v>56264.04</c:v>
                </c:pt>
                <c:pt idx="15145">
                  <c:v>41308.47</c:v>
                </c:pt>
                <c:pt idx="15146">
                  <c:v>56639.31</c:v>
                </c:pt>
                <c:pt idx="15147">
                  <c:v>49046.07</c:v>
                </c:pt>
                <c:pt idx="15148">
                  <c:v>23560.91</c:v>
                </c:pt>
                <c:pt idx="15149">
                  <c:v>18573.830000000002</c:v>
                </c:pt>
                <c:pt idx="15150">
                  <c:v>10476.620000000001</c:v>
                </c:pt>
                <c:pt idx="15151">
                  <c:v>89156.4</c:v>
                </c:pt>
                <c:pt idx="15152">
                  <c:v>9737.58</c:v>
                </c:pt>
                <c:pt idx="15153">
                  <c:v>11329.58</c:v>
                </c:pt>
                <c:pt idx="15154">
                  <c:v>31536.22</c:v>
                </c:pt>
                <c:pt idx="15155">
                  <c:v>38165.19</c:v>
                </c:pt>
                <c:pt idx="15156">
                  <c:v>35821.67</c:v>
                </c:pt>
                <c:pt idx="15157">
                  <c:v>14664.09</c:v>
                </c:pt>
                <c:pt idx="15158">
                  <c:v>22319.599999999999</c:v>
                </c:pt>
                <c:pt idx="15159">
                  <c:v>2108.66</c:v>
                </c:pt>
                <c:pt idx="15160">
                  <c:v>10517.9</c:v>
                </c:pt>
                <c:pt idx="15161">
                  <c:v>58065.42</c:v>
                </c:pt>
                <c:pt idx="15162">
                  <c:v>22038.57</c:v>
                </c:pt>
                <c:pt idx="15163">
                  <c:v>65883.710000000006</c:v>
                </c:pt>
                <c:pt idx="15164">
                  <c:v>57247.53</c:v>
                </c:pt>
                <c:pt idx="15165">
                  <c:v>92439.27</c:v>
                </c:pt>
                <c:pt idx="15166">
                  <c:v>20334.13</c:v>
                </c:pt>
                <c:pt idx="15167">
                  <c:v>49080.15</c:v>
                </c:pt>
                <c:pt idx="15168">
                  <c:v>26734.23</c:v>
                </c:pt>
                <c:pt idx="15169">
                  <c:v>11472.83</c:v>
                </c:pt>
                <c:pt idx="15170">
                  <c:v>48813.56</c:v>
                </c:pt>
                <c:pt idx="15171">
                  <c:v>5191.8900000000003</c:v>
                </c:pt>
                <c:pt idx="15172">
                  <c:v>73027.16</c:v>
                </c:pt>
                <c:pt idx="15173">
                  <c:v>8529.49</c:v>
                </c:pt>
                <c:pt idx="15174">
                  <c:v>8572.07</c:v>
                </c:pt>
                <c:pt idx="15175">
                  <c:v>19533.13</c:v>
                </c:pt>
                <c:pt idx="15176">
                  <c:v>46734.92</c:v>
                </c:pt>
                <c:pt idx="15177">
                  <c:v>13891.08</c:v>
                </c:pt>
                <c:pt idx="15178">
                  <c:v>74880.2</c:v>
                </c:pt>
                <c:pt idx="15179">
                  <c:v>33898.720000000001</c:v>
                </c:pt>
                <c:pt idx="15180">
                  <c:v>17739.099999999999</c:v>
                </c:pt>
                <c:pt idx="15181">
                  <c:v>12389.26</c:v>
                </c:pt>
                <c:pt idx="15182">
                  <c:v>68382.66</c:v>
                </c:pt>
                <c:pt idx="15183">
                  <c:v>29609.18</c:v>
                </c:pt>
                <c:pt idx="15184">
                  <c:v>41243.410000000003</c:v>
                </c:pt>
                <c:pt idx="15185">
                  <c:v>19334.599999999999</c:v>
                </c:pt>
                <c:pt idx="15186">
                  <c:v>66990.34</c:v>
                </c:pt>
                <c:pt idx="15187">
                  <c:v>2709</c:v>
                </c:pt>
                <c:pt idx="15188">
                  <c:v>19016.63</c:v>
                </c:pt>
                <c:pt idx="15189">
                  <c:v>32989.61</c:v>
                </c:pt>
                <c:pt idx="15190">
                  <c:v>52125.41</c:v>
                </c:pt>
                <c:pt idx="15191">
                  <c:v>53726.65</c:v>
                </c:pt>
                <c:pt idx="15192">
                  <c:v>25792.67</c:v>
                </c:pt>
                <c:pt idx="15193">
                  <c:v>14800.78</c:v>
                </c:pt>
                <c:pt idx="15194">
                  <c:v>20653.330000000002</c:v>
                </c:pt>
                <c:pt idx="15195">
                  <c:v>83683.25</c:v>
                </c:pt>
                <c:pt idx="15196">
                  <c:v>8050.62</c:v>
                </c:pt>
                <c:pt idx="15197">
                  <c:v>7825.04</c:v>
                </c:pt>
                <c:pt idx="15198">
                  <c:v>8847.01</c:v>
                </c:pt>
                <c:pt idx="15199">
                  <c:v>16176.68</c:v>
                </c:pt>
                <c:pt idx="15200">
                  <c:v>58056.26</c:v>
                </c:pt>
                <c:pt idx="15201">
                  <c:v>4837.46</c:v>
                </c:pt>
                <c:pt idx="15202">
                  <c:v>59160.5</c:v>
                </c:pt>
                <c:pt idx="15203">
                  <c:v>11735.22</c:v>
                </c:pt>
                <c:pt idx="15204">
                  <c:v>20927.82</c:v>
                </c:pt>
                <c:pt idx="15205">
                  <c:v>5862.74</c:v>
                </c:pt>
                <c:pt idx="15206">
                  <c:v>15323.09</c:v>
                </c:pt>
                <c:pt idx="15207">
                  <c:v>35212.25</c:v>
                </c:pt>
                <c:pt idx="15208">
                  <c:v>8215.74</c:v>
                </c:pt>
                <c:pt idx="15209">
                  <c:v>5991.99</c:v>
                </c:pt>
                <c:pt idx="15210">
                  <c:v>48581.440000000002</c:v>
                </c:pt>
                <c:pt idx="15211">
                  <c:v>65634.62</c:v>
                </c:pt>
                <c:pt idx="15212">
                  <c:v>24470.02</c:v>
                </c:pt>
                <c:pt idx="15213">
                  <c:v>28331.1</c:v>
                </c:pt>
                <c:pt idx="15214">
                  <c:v>60407.74</c:v>
                </c:pt>
                <c:pt idx="15215">
                  <c:v>27719.94</c:v>
                </c:pt>
                <c:pt idx="15216">
                  <c:v>38697.5</c:v>
                </c:pt>
                <c:pt idx="15217">
                  <c:v>34271.56</c:v>
                </c:pt>
                <c:pt idx="15218">
                  <c:v>9209.56</c:v>
                </c:pt>
                <c:pt idx="15219">
                  <c:v>81436.070000000007</c:v>
                </c:pt>
                <c:pt idx="15220">
                  <c:v>15766.9</c:v>
                </c:pt>
                <c:pt idx="15221">
                  <c:v>31764.85</c:v>
                </c:pt>
                <c:pt idx="15222">
                  <c:v>51034.1</c:v>
                </c:pt>
                <c:pt idx="15223">
                  <c:v>81582.820000000007</c:v>
                </c:pt>
                <c:pt idx="15224">
                  <c:v>23809.02</c:v>
                </c:pt>
                <c:pt idx="15225">
                  <c:v>68715.11</c:v>
                </c:pt>
                <c:pt idx="15226">
                  <c:v>25033.43</c:v>
                </c:pt>
                <c:pt idx="15227">
                  <c:v>2260.5300000000002</c:v>
                </c:pt>
                <c:pt idx="15228">
                  <c:v>92930.14</c:v>
                </c:pt>
                <c:pt idx="15229">
                  <c:v>31120.68</c:v>
                </c:pt>
                <c:pt idx="15230">
                  <c:v>14223.59</c:v>
                </c:pt>
                <c:pt idx="15231">
                  <c:v>72543.490000000005</c:v>
                </c:pt>
                <c:pt idx="15232">
                  <c:v>64638.25</c:v>
                </c:pt>
                <c:pt idx="15233">
                  <c:v>1717.6</c:v>
                </c:pt>
                <c:pt idx="15234">
                  <c:v>101847.58</c:v>
                </c:pt>
                <c:pt idx="15235">
                  <c:v>25310.35</c:v>
                </c:pt>
                <c:pt idx="15236">
                  <c:v>20740.669999999998</c:v>
                </c:pt>
                <c:pt idx="15237">
                  <c:v>8913.11</c:v>
                </c:pt>
                <c:pt idx="15238">
                  <c:v>25414.15</c:v>
                </c:pt>
                <c:pt idx="15239">
                  <c:v>67981.77</c:v>
                </c:pt>
                <c:pt idx="15240">
                  <c:v>6469.66</c:v>
                </c:pt>
                <c:pt idx="15241">
                  <c:v>18157.099999999999</c:v>
                </c:pt>
                <c:pt idx="15242">
                  <c:v>17982.009999999998</c:v>
                </c:pt>
                <c:pt idx="15243">
                  <c:v>4412.5</c:v>
                </c:pt>
                <c:pt idx="15244">
                  <c:v>3585.9</c:v>
                </c:pt>
                <c:pt idx="15245">
                  <c:v>2782.41</c:v>
                </c:pt>
                <c:pt idx="15246">
                  <c:v>22624.880000000001</c:v>
                </c:pt>
                <c:pt idx="15247">
                  <c:v>74988.479999999996</c:v>
                </c:pt>
                <c:pt idx="15248">
                  <c:v>18635.150000000001</c:v>
                </c:pt>
                <c:pt idx="15249">
                  <c:v>81180.75</c:v>
                </c:pt>
                <c:pt idx="15250">
                  <c:v>48482.22</c:v>
                </c:pt>
                <c:pt idx="15251">
                  <c:v>16112.82</c:v>
                </c:pt>
                <c:pt idx="15252">
                  <c:v>86910.14</c:v>
                </c:pt>
                <c:pt idx="15253">
                  <c:v>26744.240000000002</c:v>
                </c:pt>
                <c:pt idx="15254">
                  <c:v>25562.57</c:v>
                </c:pt>
                <c:pt idx="15255">
                  <c:v>27577.56</c:v>
                </c:pt>
                <c:pt idx="15256">
                  <c:v>94262.9</c:v>
                </c:pt>
                <c:pt idx="15257">
                  <c:v>21850.32</c:v>
                </c:pt>
                <c:pt idx="15258">
                  <c:v>79853.34</c:v>
                </c:pt>
                <c:pt idx="15259">
                  <c:v>47116.66</c:v>
                </c:pt>
                <c:pt idx="15260">
                  <c:v>13532.32</c:v>
                </c:pt>
                <c:pt idx="15261">
                  <c:v>13304.66</c:v>
                </c:pt>
                <c:pt idx="15262">
                  <c:v>25999</c:v>
                </c:pt>
                <c:pt idx="15263">
                  <c:v>19001.259999999998</c:v>
                </c:pt>
                <c:pt idx="15264">
                  <c:v>99955.48</c:v>
                </c:pt>
                <c:pt idx="15265">
                  <c:v>27215.69</c:v>
                </c:pt>
                <c:pt idx="15266">
                  <c:v>55864.41</c:v>
                </c:pt>
                <c:pt idx="15267">
                  <c:v>19142.72</c:v>
                </c:pt>
                <c:pt idx="15268">
                  <c:v>4117.66</c:v>
                </c:pt>
                <c:pt idx="15269">
                  <c:v>94851.02</c:v>
                </c:pt>
                <c:pt idx="15270">
                  <c:v>18558.96</c:v>
                </c:pt>
                <c:pt idx="15271">
                  <c:v>13404.73</c:v>
                </c:pt>
                <c:pt idx="15272">
                  <c:v>19394.68</c:v>
                </c:pt>
                <c:pt idx="15273">
                  <c:v>6767.5</c:v>
                </c:pt>
                <c:pt idx="15274">
                  <c:v>49964.46</c:v>
                </c:pt>
                <c:pt idx="15275">
                  <c:v>9625.06</c:v>
                </c:pt>
                <c:pt idx="15276">
                  <c:v>2913.76</c:v>
                </c:pt>
                <c:pt idx="15277">
                  <c:v>57899.199999999997</c:v>
                </c:pt>
                <c:pt idx="15278">
                  <c:v>42518.62</c:v>
                </c:pt>
                <c:pt idx="15279">
                  <c:v>9495.36</c:v>
                </c:pt>
                <c:pt idx="15280">
                  <c:v>4141.08</c:v>
                </c:pt>
                <c:pt idx="15281">
                  <c:v>48995.29</c:v>
                </c:pt>
                <c:pt idx="15282">
                  <c:v>87898.8</c:v>
                </c:pt>
                <c:pt idx="15283">
                  <c:v>9714.89</c:v>
                </c:pt>
                <c:pt idx="15284">
                  <c:v>70618.81</c:v>
                </c:pt>
                <c:pt idx="15285">
                  <c:v>15772</c:v>
                </c:pt>
                <c:pt idx="15286">
                  <c:v>42236.480000000003</c:v>
                </c:pt>
                <c:pt idx="15287">
                  <c:v>87322.2</c:v>
                </c:pt>
                <c:pt idx="15288">
                  <c:v>43475.1</c:v>
                </c:pt>
                <c:pt idx="15289">
                  <c:v>23115.08</c:v>
                </c:pt>
                <c:pt idx="15290">
                  <c:v>6069.76</c:v>
                </c:pt>
                <c:pt idx="15291">
                  <c:v>48154.6</c:v>
                </c:pt>
                <c:pt idx="15292">
                  <c:v>22036.85</c:v>
                </c:pt>
                <c:pt idx="15293">
                  <c:v>11176.36</c:v>
                </c:pt>
                <c:pt idx="15294">
                  <c:v>38446.6</c:v>
                </c:pt>
                <c:pt idx="15295">
                  <c:v>50318.04</c:v>
                </c:pt>
                <c:pt idx="15296">
                  <c:v>21959.74</c:v>
                </c:pt>
                <c:pt idx="15297">
                  <c:v>50726.81</c:v>
                </c:pt>
                <c:pt idx="15298">
                  <c:v>48319.16</c:v>
                </c:pt>
                <c:pt idx="15299">
                  <c:v>6802.74</c:v>
                </c:pt>
                <c:pt idx="15300">
                  <c:v>45750.86</c:v>
                </c:pt>
                <c:pt idx="15301">
                  <c:v>3081.51</c:v>
                </c:pt>
                <c:pt idx="15302">
                  <c:v>43628.5</c:v>
                </c:pt>
                <c:pt idx="15303">
                  <c:v>41645.18</c:v>
                </c:pt>
                <c:pt idx="15304">
                  <c:v>13484.49</c:v>
                </c:pt>
                <c:pt idx="15305">
                  <c:v>18045.849999999999</c:v>
                </c:pt>
                <c:pt idx="15306">
                  <c:v>65432.18</c:v>
                </c:pt>
                <c:pt idx="15307">
                  <c:v>56402.5</c:v>
                </c:pt>
                <c:pt idx="15308">
                  <c:v>37654.89</c:v>
                </c:pt>
                <c:pt idx="15309">
                  <c:v>69071.44</c:v>
                </c:pt>
                <c:pt idx="15310">
                  <c:v>35474.230000000003</c:v>
                </c:pt>
                <c:pt idx="15311">
                  <c:v>81182.22</c:v>
                </c:pt>
                <c:pt idx="15312">
                  <c:v>17938.330000000002</c:v>
                </c:pt>
                <c:pt idx="15313">
                  <c:v>10438.93</c:v>
                </c:pt>
                <c:pt idx="15314">
                  <c:v>41722.85</c:v>
                </c:pt>
                <c:pt idx="15315">
                  <c:v>21660.67</c:v>
                </c:pt>
                <c:pt idx="15316">
                  <c:v>26217.24</c:v>
                </c:pt>
                <c:pt idx="15317">
                  <c:v>86097.63</c:v>
                </c:pt>
                <c:pt idx="15318">
                  <c:v>56713.63</c:v>
                </c:pt>
                <c:pt idx="15319">
                  <c:v>13326.92</c:v>
                </c:pt>
                <c:pt idx="15320">
                  <c:v>20797.560000000001</c:v>
                </c:pt>
                <c:pt idx="15321">
                  <c:v>47422.7</c:v>
                </c:pt>
                <c:pt idx="15322">
                  <c:v>10962.29</c:v>
                </c:pt>
                <c:pt idx="15323">
                  <c:v>33018.480000000003</c:v>
                </c:pt>
                <c:pt idx="15324">
                  <c:v>4677.71</c:v>
                </c:pt>
                <c:pt idx="15325">
                  <c:v>2625.9</c:v>
                </c:pt>
                <c:pt idx="15326">
                  <c:v>34341.050000000003</c:v>
                </c:pt>
                <c:pt idx="15327">
                  <c:v>40648.31</c:v>
                </c:pt>
                <c:pt idx="15328">
                  <c:v>54309.19</c:v>
                </c:pt>
                <c:pt idx="15329">
                  <c:v>9949.4699999999993</c:v>
                </c:pt>
                <c:pt idx="15330">
                  <c:v>53982.39</c:v>
                </c:pt>
                <c:pt idx="15331">
                  <c:v>20812.259999999998</c:v>
                </c:pt>
                <c:pt idx="15332">
                  <c:v>49769.95</c:v>
                </c:pt>
                <c:pt idx="15333">
                  <c:v>4777.6099999999997</c:v>
                </c:pt>
                <c:pt idx="15334">
                  <c:v>6881.18</c:v>
                </c:pt>
                <c:pt idx="15335">
                  <c:v>73218.94</c:v>
                </c:pt>
                <c:pt idx="15336">
                  <c:v>28096.85</c:v>
                </c:pt>
                <c:pt idx="15337">
                  <c:v>82392.160000000003</c:v>
                </c:pt>
                <c:pt idx="15338">
                  <c:v>43649.64</c:v>
                </c:pt>
                <c:pt idx="15339">
                  <c:v>17084.21</c:v>
                </c:pt>
                <c:pt idx="15340">
                  <c:v>49263.96</c:v>
                </c:pt>
                <c:pt idx="15341">
                  <c:v>26146.07</c:v>
                </c:pt>
                <c:pt idx="15342">
                  <c:v>21649.86</c:v>
                </c:pt>
                <c:pt idx="15343">
                  <c:v>16670.080000000002</c:v>
                </c:pt>
                <c:pt idx="15344">
                  <c:v>67716.149999999994</c:v>
                </c:pt>
                <c:pt idx="15345">
                  <c:v>49461.53</c:v>
                </c:pt>
                <c:pt idx="15346">
                  <c:v>6842.99</c:v>
                </c:pt>
                <c:pt idx="15347">
                  <c:v>8214.57</c:v>
                </c:pt>
                <c:pt idx="15348">
                  <c:v>5520.58</c:v>
                </c:pt>
                <c:pt idx="15349">
                  <c:v>12425.3</c:v>
                </c:pt>
                <c:pt idx="15350">
                  <c:v>70608.55</c:v>
                </c:pt>
                <c:pt idx="15351">
                  <c:v>4242.08</c:v>
                </c:pt>
                <c:pt idx="15352">
                  <c:v>21212.57</c:v>
                </c:pt>
                <c:pt idx="15353">
                  <c:v>55943.24</c:v>
                </c:pt>
                <c:pt idx="15354">
                  <c:v>14381.89</c:v>
                </c:pt>
                <c:pt idx="15355">
                  <c:v>16384.03</c:v>
                </c:pt>
                <c:pt idx="15356">
                  <c:v>28911.64</c:v>
                </c:pt>
                <c:pt idx="15357">
                  <c:v>1892.49</c:v>
                </c:pt>
                <c:pt idx="15358">
                  <c:v>5516.72</c:v>
                </c:pt>
                <c:pt idx="15359">
                  <c:v>72229.75</c:v>
                </c:pt>
                <c:pt idx="15360">
                  <c:v>89887.55</c:v>
                </c:pt>
                <c:pt idx="15361">
                  <c:v>16052.67</c:v>
                </c:pt>
                <c:pt idx="15362">
                  <c:v>49765.01</c:v>
                </c:pt>
                <c:pt idx="15363">
                  <c:v>35362.15</c:v>
                </c:pt>
                <c:pt idx="15364">
                  <c:v>21885.63</c:v>
                </c:pt>
                <c:pt idx="15365">
                  <c:v>6824.21</c:v>
                </c:pt>
                <c:pt idx="15366">
                  <c:v>68969.88</c:v>
                </c:pt>
                <c:pt idx="15367">
                  <c:v>30643.54</c:v>
                </c:pt>
                <c:pt idx="15368">
                  <c:v>14660.35</c:v>
                </c:pt>
                <c:pt idx="15369">
                  <c:v>10002.99</c:v>
                </c:pt>
                <c:pt idx="15370">
                  <c:v>58961.48</c:v>
                </c:pt>
                <c:pt idx="15371">
                  <c:v>8070.2</c:v>
                </c:pt>
                <c:pt idx="15372">
                  <c:v>14510.2</c:v>
                </c:pt>
                <c:pt idx="15373">
                  <c:v>27300.42</c:v>
                </c:pt>
                <c:pt idx="15374">
                  <c:v>36481.410000000003</c:v>
                </c:pt>
                <c:pt idx="15375">
                  <c:v>41362.080000000002</c:v>
                </c:pt>
                <c:pt idx="15376">
                  <c:v>45301.25</c:v>
                </c:pt>
                <c:pt idx="15377">
                  <c:v>45255.77</c:v>
                </c:pt>
                <c:pt idx="15378">
                  <c:v>73953.009999999995</c:v>
                </c:pt>
                <c:pt idx="15379">
                  <c:v>74734.47</c:v>
                </c:pt>
                <c:pt idx="15380">
                  <c:v>8527.3700000000008</c:v>
                </c:pt>
                <c:pt idx="15381">
                  <c:v>44630.96</c:v>
                </c:pt>
                <c:pt idx="15382">
                  <c:v>7656.77</c:v>
                </c:pt>
                <c:pt idx="15383">
                  <c:v>26723.72</c:v>
                </c:pt>
                <c:pt idx="15384">
                  <c:v>27721.29</c:v>
                </c:pt>
                <c:pt idx="15385">
                  <c:v>11136.21</c:v>
                </c:pt>
                <c:pt idx="15386">
                  <c:v>43424.9</c:v>
                </c:pt>
                <c:pt idx="15387">
                  <c:v>6316.51</c:v>
                </c:pt>
                <c:pt idx="15388">
                  <c:v>33826.39</c:v>
                </c:pt>
                <c:pt idx="15389">
                  <c:v>16881.95</c:v>
                </c:pt>
                <c:pt idx="15390">
                  <c:v>17980.36</c:v>
                </c:pt>
                <c:pt idx="15391">
                  <c:v>46411.28</c:v>
                </c:pt>
                <c:pt idx="15392">
                  <c:v>36278.720000000001</c:v>
                </c:pt>
                <c:pt idx="15393">
                  <c:v>30514.9</c:v>
                </c:pt>
                <c:pt idx="15394">
                  <c:v>31601.43</c:v>
                </c:pt>
                <c:pt idx="15395">
                  <c:v>30211.93</c:v>
                </c:pt>
                <c:pt idx="15396">
                  <c:v>8162.87</c:v>
                </c:pt>
                <c:pt idx="15397">
                  <c:v>13232.96</c:v>
                </c:pt>
                <c:pt idx="15398">
                  <c:v>30546.65</c:v>
                </c:pt>
                <c:pt idx="15399">
                  <c:v>64938.94</c:v>
                </c:pt>
                <c:pt idx="15400">
                  <c:v>57470.87</c:v>
                </c:pt>
                <c:pt idx="15401">
                  <c:v>62919.61</c:v>
                </c:pt>
                <c:pt idx="15402">
                  <c:v>44753.94</c:v>
                </c:pt>
                <c:pt idx="15403">
                  <c:v>80458.64</c:v>
                </c:pt>
                <c:pt idx="15404">
                  <c:v>45921.65</c:v>
                </c:pt>
                <c:pt idx="15405">
                  <c:v>16082.51</c:v>
                </c:pt>
                <c:pt idx="15406">
                  <c:v>64772.46</c:v>
                </c:pt>
                <c:pt idx="15407">
                  <c:v>27353.81</c:v>
                </c:pt>
                <c:pt idx="15408">
                  <c:v>17314.7</c:v>
                </c:pt>
                <c:pt idx="15409">
                  <c:v>53856.24</c:v>
                </c:pt>
                <c:pt idx="15410">
                  <c:v>12799.14</c:v>
                </c:pt>
                <c:pt idx="15411">
                  <c:v>37448.29</c:v>
                </c:pt>
                <c:pt idx="15412">
                  <c:v>6498.65</c:v>
                </c:pt>
                <c:pt idx="15413">
                  <c:v>49293.47</c:v>
                </c:pt>
                <c:pt idx="15414">
                  <c:v>8445.49</c:v>
                </c:pt>
                <c:pt idx="15415">
                  <c:v>10817.32</c:v>
                </c:pt>
                <c:pt idx="15416">
                  <c:v>58032.03</c:v>
                </c:pt>
                <c:pt idx="15417">
                  <c:v>7893.14</c:v>
                </c:pt>
                <c:pt idx="15418">
                  <c:v>34320.050000000003</c:v>
                </c:pt>
                <c:pt idx="15419">
                  <c:v>44185.05</c:v>
                </c:pt>
                <c:pt idx="15420">
                  <c:v>2191.6</c:v>
                </c:pt>
                <c:pt idx="15421">
                  <c:v>5892.79</c:v>
                </c:pt>
                <c:pt idx="15422">
                  <c:v>62218.48</c:v>
                </c:pt>
                <c:pt idx="15423">
                  <c:v>32394.18</c:v>
                </c:pt>
                <c:pt idx="15424">
                  <c:v>48650.8</c:v>
                </c:pt>
                <c:pt idx="15425">
                  <c:v>10238.19</c:v>
                </c:pt>
                <c:pt idx="15426">
                  <c:v>71886.7</c:v>
                </c:pt>
                <c:pt idx="15427">
                  <c:v>67875.47</c:v>
                </c:pt>
                <c:pt idx="15428">
                  <c:v>2877.32</c:v>
                </c:pt>
                <c:pt idx="15429">
                  <c:v>11752.18</c:v>
                </c:pt>
                <c:pt idx="15430">
                  <c:v>14083.05</c:v>
                </c:pt>
                <c:pt idx="15431">
                  <c:v>54411.12</c:v>
                </c:pt>
                <c:pt idx="15432">
                  <c:v>68080.55</c:v>
                </c:pt>
                <c:pt idx="15433">
                  <c:v>16429.73</c:v>
                </c:pt>
                <c:pt idx="15434">
                  <c:v>28666.92</c:v>
                </c:pt>
                <c:pt idx="15435">
                  <c:v>51011.1</c:v>
                </c:pt>
                <c:pt idx="15436">
                  <c:v>6322.22</c:v>
                </c:pt>
                <c:pt idx="15437">
                  <c:v>3699.98</c:v>
                </c:pt>
                <c:pt idx="15438">
                  <c:v>20968.37</c:v>
                </c:pt>
                <c:pt idx="15439">
                  <c:v>20534.98</c:v>
                </c:pt>
                <c:pt idx="15440">
                  <c:v>23795.439999999999</c:v>
                </c:pt>
                <c:pt idx="15441">
                  <c:v>27048.74</c:v>
                </c:pt>
                <c:pt idx="15442">
                  <c:v>30411.360000000001</c:v>
                </c:pt>
                <c:pt idx="15443">
                  <c:v>13571.5</c:v>
                </c:pt>
                <c:pt idx="15444">
                  <c:v>20159.8</c:v>
                </c:pt>
                <c:pt idx="15445">
                  <c:v>22288.48</c:v>
                </c:pt>
                <c:pt idx="15446">
                  <c:v>49712.2</c:v>
                </c:pt>
                <c:pt idx="15447">
                  <c:v>14248.4</c:v>
                </c:pt>
                <c:pt idx="15448">
                  <c:v>54758.12</c:v>
                </c:pt>
                <c:pt idx="15449">
                  <c:v>8893.02</c:v>
                </c:pt>
                <c:pt idx="15450">
                  <c:v>33894.230000000003</c:v>
                </c:pt>
                <c:pt idx="15451">
                  <c:v>28745.360000000001</c:v>
                </c:pt>
                <c:pt idx="15452">
                  <c:v>11792.94</c:v>
                </c:pt>
                <c:pt idx="15453">
                  <c:v>16455.259999999998</c:v>
                </c:pt>
                <c:pt idx="15454">
                  <c:v>6554.48</c:v>
                </c:pt>
                <c:pt idx="15455">
                  <c:v>6721.41</c:v>
                </c:pt>
                <c:pt idx="15456">
                  <c:v>36956.43</c:v>
                </c:pt>
                <c:pt idx="15457">
                  <c:v>87398.42</c:v>
                </c:pt>
                <c:pt idx="15458">
                  <c:v>59851.86</c:v>
                </c:pt>
                <c:pt idx="15459">
                  <c:v>9146.4699999999993</c:v>
                </c:pt>
                <c:pt idx="15460">
                  <c:v>3526.38</c:v>
                </c:pt>
                <c:pt idx="15461">
                  <c:v>2813.56</c:v>
                </c:pt>
                <c:pt idx="15462">
                  <c:v>34811.910000000003</c:v>
                </c:pt>
                <c:pt idx="15463">
                  <c:v>69243.360000000001</c:v>
                </c:pt>
                <c:pt idx="15464">
                  <c:v>7052</c:v>
                </c:pt>
                <c:pt idx="15465">
                  <c:v>77892.850000000006</c:v>
                </c:pt>
                <c:pt idx="15466">
                  <c:v>24769.24</c:v>
                </c:pt>
                <c:pt idx="15467">
                  <c:v>56105.279999999999</c:v>
                </c:pt>
                <c:pt idx="15468">
                  <c:v>5662.06</c:v>
                </c:pt>
                <c:pt idx="15469">
                  <c:v>71289.56</c:v>
                </c:pt>
                <c:pt idx="15470">
                  <c:v>57720.51</c:v>
                </c:pt>
                <c:pt idx="15471">
                  <c:v>1846.59</c:v>
                </c:pt>
                <c:pt idx="15472">
                  <c:v>23892.12</c:v>
                </c:pt>
                <c:pt idx="15473">
                  <c:v>70371.69</c:v>
                </c:pt>
                <c:pt idx="15474">
                  <c:v>5748.96</c:v>
                </c:pt>
                <c:pt idx="15475">
                  <c:v>59490.77</c:v>
                </c:pt>
                <c:pt idx="15476">
                  <c:v>47454.33</c:v>
                </c:pt>
                <c:pt idx="15477">
                  <c:v>51255.81</c:v>
                </c:pt>
                <c:pt idx="15478">
                  <c:v>42429.87</c:v>
                </c:pt>
                <c:pt idx="15479">
                  <c:v>36404.97</c:v>
                </c:pt>
                <c:pt idx="15480">
                  <c:v>43728.22</c:v>
                </c:pt>
                <c:pt idx="15481">
                  <c:v>7816.87</c:v>
                </c:pt>
                <c:pt idx="15482">
                  <c:v>49596.86</c:v>
                </c:pt>
                <c:pt idx="15483">
                  <c:v>26106.95</c:v>
                </c:pt>
                <c:pt idx="15484">
                  <c:v>18792.18</c:v>
                </c:pt>
                <c:pt idx="15485">
                  <c:v>5083.91</c:v>
                </c:pt>
                <c:pt idx="15486">
                  <c:v>69474.55</c:v>
                </c:pt>
                <c:pt idx="15487">
                  <c:v>35011.67</c:v>
                </c:pt>
                <c:pt idx="15488">
                  <c:v>13051.71</c:v>
                </c:pt>
                <c:pt idx="15489">
                  <c:v>42312.44</c:v>
                </c:pt>
                <c:pt idx="15490">
                  <c:v>77283.11</c:v>
                </c:pt>
                <c:pt idx="15491">
                  <c:v>54478.43</c:v>
                </c:pt>
                <c:pt idx="15492">
                  <c:v>40083.29</c:v>
                </c:pt>
                <c:pt idx="15493">
                  <c:v>22253.87</c:v>
                </c:pt>
                <c:pt idx="15494">
                  <c:v>49954.97</c:v>
                </c:pt>
                <c:pt idx="15495">
                  <c:v>10690.87</c:v>
                </c:pt>
                <c:pt idx="15496">
                  <c:v>9108.9599999999991</c:v>
                </c:pt>
                <c:pt idx="15497">
                  <c:v>10341.16</c:v>
                </c:pt>
                <c:pt idx="15498">
                  <c:v>84553.77</c:v>
                </c:pt>
                <c:pt idx="15499">
                  <c:v>7540.47</c:v>
                </c:pt>
                <c:pt idx="15500">
                  <c:v>16550.7</c:v>
                </c:pt>
                <c:pt idx="15501">
                  <c:v>4610.3599999999997</c:v>
                </c:pt>
                <c:pt idx="15502">
                  <c:v>9422.8799999999992</c:v>
                </c:pt>
                <c:pt idx="15503">
                  <c:v>34537.910000000003</c:v>
                </c:pt>
                <c:pt idx="15504">
                  <c:v>15608.52</c:v>
                </c:pt>
                <c:pt idx="15505">
                  <c:v>20206.12</c:v>
                </c:pt>
                <c:pt idx="15506">
                  <c:v>5602.13</c:v>
                </c:pt>
                <c:pt idx="15507">
                  <c:v>62603.040000000001</c:v>
                </c:pt>
                <c:pt idx="15508">
                  <c:v>18447.03</c:v>
                </c:pt>
                <c:pt idx="15509">
                  <c:v>85780.479999999996</c:v>
                </c:pt>
                <c:pt idx="15510">
                  <c:v>23627.52</c:v>
                </c:pt>
                <c:pt idx="15511">
                  <c:v>82049.62</c:v>
                </c:pt>
                <c:pt idx="15512">
                  <c:v>62105.49</c:v>
                </c:pt>
                <c:pt idx="15513">
                  <c:v>8576.0300000000007</c:v>
                </c:pt>
                <c:pt idx="15514">
                  <c:v>68269</c:v>
                </c:pt>
                <c:pt idx="15515">
                  <c:v>50727.94</c:v>
                </c:pt>
                <c:pt idx="15516">
                  <c:v>23136.5</c:v>
                </c:pt>
                <c:pt idx="15517">
                  <c:v>16718.939999999999</c:v>
                </c:pt>
                <c:pt idx="15518">
                  <c:v>96996.27</c:v>
                </c:pt>
                <c:pt idx="15519">
                  <c:v>10703.23</c:v>
                </c:pt>
                <c:pt idx="15520">
                  <c:v>103592.37</c:v>
                </c:pt>
                <c:pt idx="15521">
                  <c:v>43146.81</c:v>
                </c:pt>
                <c:pt idx="15522">
                  <c:v>33575.599999999999</c:v>
                </c:pt>
                <c:pt idx="15523">
                  <c:v>16471.240000000002</c:v>
                </c:pt>
                <c:pt idx="15524">
                  <c:v>45574.2</c:v>
                </c:pt>
                <c:pt idx="15525">
                  <c:v>7390.05</c:v>
                </c:pt>
                <c:pt idx="15526">
                  <c:v>1237.47</c:v>
                </c:pt>
                <c:pt idx="15527">
                  <c:v>71168.5</c:v>
                </c:pt>
                <c:pt idx="15528">
                  <c:v>95200.04</c:v>
                </c:pt>
                <c:pt idx="15529">
                  <c:v>16630.259999999998</c:v>
                </c:pt>
                <c:pt idx="15530">
                  <c:v>7774.96</c:v>
                </c:pt>
                <c:pt idx="15531">
                  <c:v>12777.37</c:v>
                </c:pt>
                <c:pt idx="15532">
                  <c:v>56757.27</c:v>
                </c:pt>
                <c:pt idx="15533">
                  <c:v>19160.5</c:v>
                </c:pt>
                <c:pt idx="15534">
                  <c:v>99836.31</c:v>
                </c:pt>
                <c:pt idx="15535">
                  <c:v>14924.87</c:v>
                </c:pt>
                <c:pt idx="15536">
                  <c:v>29400.27</c:v>
                </c:pt>
                <c:pt idx="15537">
                  <c:v>16249.72</c:v>
                </c:pt>
                <c:pt idx="15538">
                  <c:v>5435.23</c:v>
                </c:pt>
                <c:pt idx="15539">
                  <c:v>24400.94</c:v>
                </c:pt>
                <c:pt idx="15540">
                  <c:v>28621.86</c:v>
                </c:pt>
                <c:pt idx="15541">
                  <c:v>20573.75</c:v>
                </c:pt>
                <c:pt idx="15542">
                  <c:v>24284.77</c:v>
                </c:pt>
                <c:pt idx="15543">
                  <c:v>13273.85</c:v>
                </c:pt>
                <c:pt idx="15544">
                  <c:v>70887.710000000006</c:v>
                </c:pt>
                <c:pt idx="15545">
                  <c:v>47226.85</c:v>
                </c:pt>
                <c:pt idx="15546">
                  <c:v>12177.29</c:v>
                </c:pt>
                <c:pt idx="15547">
                  <c:v>17701.810000000001</c:v>
                </c:pt>
                <c:pt idx="15548">
                  <c:v>31009.86</c:v>
                </c:pt>
                <c:pt idx="15549">
                  <c:v>19171.78</c:v>
                </c:pt>
                <c:pt idx="15550">
                  <c:v>88496.1</c:v>
                </c:pt>
                <c:pt idx="15551">
                  <c:v>3625.41</c:v>
                </c:pt>
                <c:pt idx="15552">
                  <c:v>4898.6499999999996</c:v>
                </c:pt>
                <c:pt idx="15553">
                  <c:v>49606.83</c:v>
                </c:pt>
                <c:pt idx="15554">
                  <c:v>30018.32</c:v>
                </c:pt>
                <c:pt idx="15555">
                  <c:v>11360.16</c:v>
                </c:pt>
                <c:pt idx="15556">
                  <c:v>4930.79</c:v>
                </c:pt>
                <c:pt idx="15557">
                  <c:v>22726.2</c:v>
                </c:pt>
                <c:pt idx="15558">
                  <c:v>7147.92</c:v>
                </c:pt>
                <c:pt idx="15559">
                  <c:v>85380.28</c:v>
                </c:pt>
                <c:pt idx="15560">
                  <c:v>39591.379999999997</c:v>
                </c:pt>
                <c:pt idx="15561">
                  <c:v>42758.55</c:v>
                </c:pt>
                <c:pt idx="15562">
                  <c:v>11934.7</c:v>
                </c:pt>
                <c:pt idx="15563">
                  <c:v>52702.59</c:v>
                </c:pt>
                <c:pt idx="15564">
                  <c:v>15634.29</c:v>
                </c:pt>
                <c:pt idx="15565">
                  <c:v>19369.98</c:v>
                </c:pt>
                <c:pt idx="15566">
                  <c:v>64559.31</c:v>
                </c:pt>
                <c:pt idx="15567">
                  <c:v>2825.94</c:v>
                </c:pt>
                <c:pt idx="15568">
                  <c:v>18518.22</c:v>
                </c:pt>
                <c:pt idx="15569">
                  <c:v>42293.32</c:v>
                </c:pt>
                <c:pt idx="15570">
                  <c:v>38722.129999999997</c:v>
                </c:pt>
                <c:pt idx="15571">
                  <c:v>48588.79</c:v>
                </c:pt>
                <c:pt idx="15572">
                  <c:v>63560.7</c:v>
                </c:pt>
                <c:pt idx="15573">
                  <c:v>51159.28</c:v>
                </c:pt>
                <c:pt idx="15574">
                  <c:v>64117.65</c:v>
                </c:pt>
                <c:pt idx="15575">
                  <c:v>9023.98</c:v>
                </c:pt>
                <c:pt idx="15576">
                  <c:v>83899.94</c:v>
                </c:pt>
                <c:pt idx="15577">
                  <c:v>52493.8</c:v>
                </c:pt>
                <c:pt idx="15578">
                  <c:v>50552.49</c:v>
                </c:pt>
                <c:pt idx="15579">
                  <c:v>22592.59</c:v>
                </c:pt>
                <c:pt idx="15580">
                  <c:v>79025.440000000002</c:v>
                </c:pt>
                <c:pt idx="15581">
                  <c:v>3925.06</c:v>
                </c:pt>
                <c:pt idx="15582">
                  <c:v>67102.240000000005</c:v>
                </c:pt>
                <c:pt idx="15583">
                  <c:v>9070.06</c:v>
                </c:pt>
                <c:pt idx="15584">
                  <c:v>6710.84</c:v>
                </c:pt>
                <c:pt idx="15585">
                  <c:v>19778.009999999998</c:v>
                </c:pt>
                <c:pt idx="15586">
                  <c:v>43016.72</c:v>
                </c:pt>
                <c:pt idx="15587">
                  <c:v>24964.38</c:v>
                </c:pt>
                <c:pt idx="15588">
                  <c:v>4457</c:v>
                </c:pt>
                <c:pt idx="15589">
                  <c:v>12790.43</c:v>
                </c:pt>
                <c:pt idx="15590">
                  <c:v>34907.629999999997</c:v>
                </c:pt>
                <c:pt idx="15591">
                  <c:v>9493.43</c:v>
                </c:pt>
                <c:pt idx="15592">
                  <c:v>55704.68</c:v>
                </c:pt>
                <c:pt idx="15593">
                  <c:v>65367.040000000001</c:v>
                </c:pt>
                <c:pt idx="15594">
                  <c:v>72122.12</c:v>
                </c:pt>
                <c:pt idx="15595">
                  <c:v>38390.94</c:v>
                </c:pt>
                <c:pt idx="15596">
                  <c:v>13492.17</c:v>
                </c:pt>
                <c:pt idx="15597">
                  <c:v>31299.69</c:v>
                </c:pt>
                <c:pt idx="15598">
                  <c:v>9891.36</c:v>
                </c:pt>
                <c:pt idx="15599">
                  <c:v>10064.629999999999</c:v>
                </c:pt>
                <c:pt idx="15600">
                  <c:v>17774.63</c:v>
                </c:pt>
                <c:pt idx="15601">
                  <c:v>12419.4</c:v>
                </c:pt>
                <c:pt idx="15602">
                  <c:v>10424.09</c:v>
                </c:pt>
                <c:pt idx="15603">
                  <c:v>15506.41</c:v>
                </c:pt>
                <c:pt idx="15604">
                  <c:v>3803.37</c:v>
                </c:pt>
                <c:pt idx="15605">
                  <c:v>42348.81</c:v>
                </c:pt>
                <c:pt idx="15606">
                  <c:v>21538.48</c:v>
                </c:pt>
                <c:pt idx="15607">
                  <c:v>31277.23</c:v>
                </c:pt>
                <c:pt idx="15608">
                  <c:v>73840.73</c:v>
                </c:pt>
                <c:pt idx="15609">
                  <c:v>29462.55</c:v>
                </c:pt>
                <c:pt idx="15610">
                  <c:v>6295.63</c:v>
                </c:pt>
                <c:pt idx="15611">
                  <c:v>59276.01</c:v>
                </c:pt>
                <c:pt idx="15612">
                  <c:v>2447.29</c:v>
                </c:pt>
                <c:pt idx="15613">
                  <c:v>41245.68</c:v>
                </c:pt>
                <c:pt idx="15614">
                  <c:v>24300.86</c:v>
                </c:pt>
                <c:pt idx="15615">
                  <c:v>23293.37</c:v>
                </c:pt>
                <c:pt idx="15616">
                  <c:v>81269.37</c:v>
                </c:pt>
                <c:pt idx="15617">
                  <c:v>49822.5</c:v>
                </c:pt>
                <c:pt idx="15618">
                  <c:v>14926.88</c:v>
                </c:pt>
                <c:pt idx="15619">
                  <c:v>50656.49</c:v>
                </c:pt>
                <c:pt idx="15620">
                  <c:v>41259.64</c:v>
                </c:pt>
                <c:pt idx="15621">
                  <c:v>34410.92</c:v>
                </c:pt>
                <c:pt idx="15622">
                  <c:v>72716.42</c:v>
                </c:pt>
                <c:pt idx="15623">
                  <c:v>16660.88</c:v>
                </c:pt>
                <c:pt idx="15624">
                  <c:v>43171.28</c:v>
                </c:pt>
                <c:pt idx="15625">
                  <c:v>27064.76</c:v>
                </c:pt>
                <c:pt idx="15626">
                  <c:v>23932.15</c:v>
                </c:pt>
                <c:pt idx="15627">
                  <c:v>43690.9</c:v>
                </c:pt>
                <c:pt idx="15628">
                  <c:v>5662.12</c:v>
                </c:pt>
                <c:pt idx="15629">
                  <c:v>22227.58</c:v>
                </c:pt>
                <c:pt idx="15630">
                  <c:v>33635.019999999997</c:v>
                </c:pt>
                <c:pt idx="15631">
                  <c:v>17932.98</c:v>
                </c:pt>
                <c:pt idx="15632">
                  <c:v>4847.03</c:v>
                </c:pt>
                <c:pt idx="15633">
                  <c:v>46601.06</c:v>
                </c:pt>
                <c:pt idx="15634">
                  <c:v>15178.41</c:v>
                </c:pt>
                <c:pt idx="15635">
                  <c:v>11122.7</c:v>
                </c:pt>
                <c:pt idx="15636">
                  <c:v>37829.4</c:v>
                </c:pt>
                <c:pt idx="15637">
                  <c:v>27373.71</c:v>
                </c:pt>
                <c:pt idx="15638">
                  <c:v>25235.95</c:v>
                </c:pt>
                <c:pt idx="15639">
                  <c:v>6800.39</c:v>
                </c:pt>
                <c:pt idx="15640">
                  <c:v>54123.839999999997</c:v>
                </c:pt>
                <c:pt idx="15641">
                  <c:v>49714.94</c:v>
                </c:pt>
                <c:pt idx="15642">
                  <c:v>10163.11</c:v>
                </c:pt>
                <c:pt idx="15643">
                  <c:v>13828.21</c:v>
                </c:pt>
                <c:pt idx="15644">
                  <c:v>12584.63</c:v>
                </c:pt>
                <c:pt idx="15645">
                  <c:v>11647.88</c:v>
                </c:pt>
                <c:pt idx="15646">
                  <c:v>19804.3</c:v>
                </c:pt>
                <c:pt idx="15647">
                  <c:v>12309.78</c:v>
                </c:pt>
                <c:pt idx="15648">
                  <c:v>11579.12</c:v>
                </c:pt>
                <c:pt idx="15649">
                  <c:v>54094.82</c:v>
                </c:pt>
                <c:pt idx="15650">
                  <c:v>33223.03</c:v>
                </c:pt>
                <c:pt idx="15651">
                  <c:v>47510.03</c:v>
                </c:pt>
                <c:pt idx="15652">
                  <c:v>14119.2</c:v>
                </c:pt>
                <c:pt idx="15653">
                  <c:v>71108.100000000006</c:v>
                </c:pt>
                <c:pt idx="15654">
                  <c:v>44465.59</c:v>
                </c:pt>
                <c:pt idx="15655">
                  <c:v>62533.36</c:v>
                </c:pt>
                <c:pt idx="15656">
                  <c:v>2571.58</c:v>
                </c:pt>
                <c:pt idx="15657">
                  <c:v>6410.79</c:v>
                </c:pt>
                <c:pt idx="15658">
                  <c:v>4435.8100000000004</c:v>
                </c:pt>
                <c:pt idx="15659">
                  <c:v>42122.98</c:v>
                </c:pt>
                <c:pt idx="15660">
                  <c:v>17970.7</c:v>
                </c:pt>
                <c:pt idx="15661">
                  <c:v>76454.559999999998</c:v>
                </c:pt>
                <c:pt idx="15662">
                  <c:v>71432.639999999999</c:v>
                </c:pt>
                <c:pt idx="15663">
                  <c:v>9774.9500000000007</c:v>
                </c:pt>
                <c:pt idx="15664">
                  <c:v>8385.68</c:v>
                </c:pt>
                <c:pt idx="15665">
                  <c:v>58684.31</c:v>
                </c:pt>
                <c:pt idx="15666">
                  <c:v>41178.400000000001</c:v>
                </c:pt>
                <c:pt idx="15667">
                  <c:v>29375.47</c:v>
                </c:pt>
                <c:pt idx="15668">
                  <c:v>33341.949999999997</c:v>
                </c:pt>
                <c:pt idx="15669">
                  <c:v>15751.42</c:v>
                </c:pt>
                <c:pt idx="15670">
                  <c:v>23654.2</c:v>
                </c:pt>
                <c:pt idx="15671">
                  <c:v>23280.2</c:v>
                </c:pt>
                <c:pt idx="15672">
                  <c:v>49722.86</c:v>
                </c:pt>
                <c:pt idx="15673">
                  <c:v>6267.68</c:v>
                </c:pt>
                <c:pt idx="15674">
                  <c:v>75064.08</c:v>
                </c:pt>
                <c:pt idx="15675">
                  <c:v>9354.2199999999993</c:v>
                </c:pt>
                <c:pt idx="15676">
                  <c:v>6369.94</c:v>
                </c:pt>
                <c:pt idx="15677">
                  <c:v>50090.2</c:v>
                </c:pt>
                <c:pt idx="15678">
                  <c:v>5750.27</c:v>
                </c:pt>
                <c:pt idx="15679">
                  <c:v>4448.22</c:v>
                </c:pt>
                <c:pt idx="15680">
                  <c:v>43349.42</c:v>
                </c:pt>
                <c:pt idx="15681">
                  <c:v>8380.32</c:v>
                </c:pt>
                <c:pt idx="15682">
                  <c:v>56681.1</c:v>
                </c:pt>
                <c:pt idx="15683">
                  <c:v>19511.73</c:v>
                </c:pt>
                <c:pt idx="15684">
                  <c:v>14339.89</c:v>
                </c:pt>
                <c:pt idx="15685">
                  <c:v>1972.48</c:v>
                </c:pt>
                <c:pt idx="15686">
                  <c:v>28233.66</c:v>
                </c:pt>
                <c:pt idx="15687">
                  <c:v>25677.54</c:v>
                </c:pt>
                <c:pt idx="15688">
                  <c:v>16557.98</c:v>
                </c:pt>
                <c:pt idx="15689">
                  <c:v>16632.66</c:v>
                </c:pt>
                <c:pt idx="15690">
                  <c:v>11978.48</c:v>
                </c:pt>
                <c:pt idx="15691">
                  <c:v>15353.86</c:v>
                </c:pt>
                <c:pt idx="15692">
                  <c:v>9141.0300000000007</c:v>
                </c:pt>
                <c:pt idx="15693">
                  <c:v>35691.33</c:v>
                </c:pt>
                <c:pt idx="15694">
                  <c:v>14599.21</c:v>
                </c:pt>
                <c:pt idx="15695">
                  <c:v>27264.43</c:v>
                </c:pt>
                <c:pt idx="15696">
                  <c:v>60547.19</c:v>
                </c:pt>
                <c:pt idx="15697">
                  <c:v>6240.98</c:v>
                </c:pt>
                <c:pt idx="15698">
                  <c:v>8888.3700000000008</c:v>
                </c:pt>
                <c:pt idx="15699">
                  <c:v>26757.99</c:v>
                </c:pt>
                <c:pt idx="15700">
                  <c:v>30620.27</c:v>
                </c:pt>
                <c:pt idx="15701">
                  <c:v>15446.15</c:v>
                </c:pt>
                <c:pt idx="15702">
                  <c:v>54698.99</c:v>
                </c:pt>
                <c:pt idx="15703">
                  <c:v>41475.68</c:v>
                </c:pt>
                <c:pt idx="15704">
                  <c:v>40412.28</c:v>
                </c:pt>
                <c:pt idx="15705">
                  <c:v>17681.54</c:v>
                </c:pt>
                <c:pt idx="15706">
                  <c:v>9851.42</c:v>
                </c:pt>
                <c:pt idx="15707">
                  <c:v>72904.429999999993</c:v>
                </c:pt>
                <c:pt idx="15708">
                  <c:v>40136.71</c:v>
                </c:pt>
                <c:pt idx="15709">
                  <c:v>62651.7</c:v>
                </c:pt>
                <c:pt idx="15710">
                  <c:v>28768.639999999999</c:v>
                </c:pt>
                <c:pt idx="15711">
                  <c:v>40685.82</c:v>
                </c:pt>
                <c:pt idx="15712">
                  <c:v>13403.38</c:v>
                </c:pt>
                <c:pt idx="15713">
                  <c:v>7789.98</c:v>
                </c:pt>
                <c:pt idx="15714">
                  <c:v>30759.15</c:v>
                </c:pt>
                <c:pt idx="15715">
                  <c:v>25553.05</c:v>
                </c:pt>
                <c:pt idx="15716">
                  <c:v>67979.56</c:v>
                </c:pt>
                <c:pt idx="15717">
                  <c:v>24364.2</c:v>
                </c:pt>
                <c:pt idx="15718">
                  <c:v>18179.150000000001</c:v>
                </c:pt>
                <c:pt idx="15719">
                  <c:v>37123.46</c:v>
                </c:pt>
                <c:pt idx="15720">
                  <c:v>10565.23</c:v>
                </c:pt>
                <c:pt idx="15721">
                  <c:v>29833.02</c:v>
                </c:pt>
                <c:pt idx="15722">
                  <c:v>19573.060000000001</c:v>
                </c:pt>
                <c:pt idx="15723">
                  <c:v>3630.84</c:v>
                </c:pt>
                <c:pt idx="15724">
                  <c:v>43674.36</c:v>
                </c:pt>
                <c:pt idx="15725">
                  <c:v>57684.27</c:v>
                </c:pt>
                <c:pt idx="15726">
                  <c:v>12323.66</c:v>
                </c:pt>
                <c:pt idx="15727">
                  <c:v>31064.42</c:v>
                </c:pt>
                <c:pt idx="15728">
                  <c:v>7662.44</c:v>
                </c:pt>
                <c:pt idx="15729">
                  <c:v>7927.49</c:v>
                </c:pt>
                <c:pt idx="15730">
                  <c:v>29391.01</c:v>
                </c:pt>
                <c:pt idx="15731">
                  <c:v>7380.62</c:v>
                </c:pt>
                <c:pt idx="15732">
                  <c:v>56302.26</c:v>
                </c:pt>
                <c:pt idx="15733">
                  <c:v>18701.68</c:v>
                </c:pt>
                <c:pt idx="15734">
                  <c:v>10273.200000000001</c:v>
                </c:pt>
                <c:pt idx="15735">
                  <c:v>23993.51</c:v>
                </c:pt>
                <c:pt idx="15736">
                  <c:v>61355.57</c:v>
                </c:pt>
                <c:pt idx="15737">
                  <c:v>82950.080000000002</c:v>
                </c:pt>
                <c:pt idx="15738">
                  <c:v>42590.77</c:v>
                </c:pt>
                <c:pt idx="15739">
                  <c:v>24955.14</c:v>
                </c:pt>
                <c:pt idx="15740">
                  <c:v>62903.360000000001</c:v>
                </c:pt>
                <c:pt idx="15741">
                  <c:v>64298.54</c:v>
                </c:pt>
                <c:pt idx="15742">
                  <c:v>6919.49</c:v>
                </c:pt>
                <c:pt idx="15743">
                  <c:v>22565.97</c:v>
                </c:pt>
                <c:pt idx="15744">
                  <c:v>3559.92</c:v>
                </c:pt>
                <c:pt idx="15745">
                  <c:v>2067.0700000000002</c:v>
                </c:pt>
                <c:pt idx="15746">
                  <c:v>60098.89</c:v>
                </c:pt>
                <c:pt idx="15747">
                  <c:v>39989</c:v>
                </c:pt>
                <c:pt idx="15748">
                  <c:v>40533.19</c:v>
                </c:pt>
                <c:pt idx="15749">
                  <c:v>37937.629999999997</c:v>
                </c:pt>
                <c:pt idx="15750">
                  <c:v>54263.73</c:v>
                </c:pt>
                <c:pt idx="15751">
                  <c:v>20552.580000000002</c:v>
                </c:pt>
                <c:pt idx="15752">
                  <c:v>29717.89</c:v>
                </c:pt>
                <c:pt idx="15753">
                  <c:v>35505.22</c:v>
                </c:pt>
                <c:pt idx="15754">
                  <c:v>11806.52</c:v>
                </c:pt>
                <c:pt idx="15755">
                  <c:v>4074.02</c:v>
                </c:pt>
                <c:pt idx="15756">
                  <c:v>12212.13</c:v>
                </c:pt>
                <c:pt idx="15757">
                  <c:v>31964.49</c:v>
                </c:pt>
                <c:pt idx="15758">
                  <c:v>61727.06</c:v>
                </c:pt>
                <c:pt idx="15759">
                  <c:v>3514.71</c:v>
                </c:pt>
                <c:pt idx="15760">
                  <c:v>7549.04</c:v>
                </c:pt>
                <c:pt idx="15761">
                  <c:v>56833.06</c:v>
                </c:pt>
                <c:pt idx="15762">
                  <c:v>9263.31</c:v>
                </c:pt>
                <c:pt idx="15763">
                  <c:v>50675.25</c:v>
                </c:pt>
                <c:pt idx="15764">
                  <c:v>10248.870000000001</c:v>
                </c:pt>
                <c:pt idx="15765">
                  <c:v>30336.23</c:v>
                </c:pt>
                <c:pt idx="15766">
                  <c:v>32118.18</c:v>
                </c:pt>
                <c:pt idx="15767">
                  <c:v>7180.82</c:v>
                </c:pt>
                <c:pt idx="15768">
                  <c:v>49602.5</c:v>
                </c:pt>
                <c:pt idx="15769">
                  <c:v>3507.74</c:v>
                </c:pt>
                <c:pt idx="15770">
                  <c:v>29429</c:v>
                </c:pt>
                <c:pt idx="15771">
                  <c:v>27212.639999999999</c:v>
                </c:pt>
                <c:pt idx="15772">
                  <c:v>9279.2099999999991</c:v>
                </c:pt>
                <c:pt idx="15773">
                  <c:v>27705.759999999998</c:v>
                </c:pt>
                <c:pt idx="15774">
                  <c:v>9074.7099999999991</c:v>
                </c:pt>
                <c:pt idx="15775">
                  <c:v>32063.69</c:v>
                </c:pt>
                <c:pt idx="15776">
                  <c:v>29723.09</c:v>
                </c:pt>
                <c:pt idx="15777">
                  <c:v>97812.75</c:v>
                </c:pt>
                <c:pt idx="15778">
                  <c:v>23826.69</c:v>
                </c:pt>
                <c:pt idx="15779">
                  <c:v>9605.9500000000007</c:v>
                </c:pt>
                <c:pt idx="15780">
                  <c:v>36903.949999999997</c:v>
                </c:pt>
                <c:pt idx="15781">
                  <c:v>78029.5</c:v>
                </c:pt>
                <c:pt idx="15782">
                  <c:v>22256.3</c:v>
                </c:pt>
                <c:pt idx="15783">
                  <c:v>11977.3</c:v>
                </c:pt>
                <c:pt idx="15784">
                  <c:v>14777.85</c:v>
                </c:pt>
                <c:pt idx="15785">
                  <c:v>6619.48</c:v>
                </c:pt>
                <c:pt idx="15786">
                  <c:v>56749.64</c:v>
                </c:pt>
                <c:pt idx="15787">
                  <c:v>46278.16</c:v>
                </c:pt>
                <c:pt idx="15788">
                  <c:v>12142.56</c:v>
                </c:pt>
                <c:pt idx="15789">
                  <c:v>6159.53</c:v>
                </c:pt>
                <c:pt idx="15790">
                  <c:v>19210.240000000002</c:v>
                </c:pt>
                <c:pt idx="15791">
                  <c:v>19294.419999999998</c:v>
                </c:pt>
                <c:pt idx="15792">
                  <c:v>17026.63</c:v>
                </c:pt>
                <c:pt idx="15793">
                  <c:v>7045.92</c:v>
                </c:pt>
                <c:pt idx="15794">
                  <c:v>93578.91</c:v>
                </c:pt>
                <c:pt idx="15795">
                  <c:v>24840.55</c:v>
                </c:pt>
                <c:pt idx="15796">
                  <c:v>16404.21</c:v>
                </c:pt>
                <c:pt idx="15797">
                  <c:v>30689.78</c:v>
                </c:pt>
                <c:pt idx="15798">
                  <c:v>35743.1</c:v>
                </c:pt>
                <c:pt idx="15799">
                  <c:v>7030</c:v>
                </c:pt>
                <c:pt idx="15800">
                  <c:v>13537.5</c:v>
                </c:pt>
                <c:pt idx="15801">
                  <c:v>27020.13</c:v>
                </c:pt>
                <c:pt idx="15802">
                  <c:v>76895.360000000001</c:v>
                </c:pt>
                <c:pt idx="15803">
                  <c:v>8156.1</c:v>
                </c:pt>
                <c:pt idx="15804">
                  <c:v>24164.78</c:v>
                </c:pt>
                <c:pt idx="15805">
                  <c:v>9419.1</c:v>
                </c:pt>
                <c:pt idx="15806">
                  <c:v>48423.11</c:v>
                </c:pt>
                <c:pt idx="15807">
                  <c:v>1110.69</c:v>
                </c:pt>
                <c:pt idx="15808">
                  <c:v>55835.97</c:v>
                </c:pt>
                <c:pt idx="15809">
                  <c:v>35603.03</c:v>
                </c:pt>
                <c:pt idx="15810">
                  <c:v>33954.57</c:v>
                </c:pt>
                <c:pt idx="15811">
                  <c:v>93516.82</c:v>
                </c:pt>
                <c:pt idx="15812">
                  <c:v>22391.21</c:v>
                </c:pt>
                <c:pt idx="15813">
                  <c:v>87971.94</c:v>
                </c:pt>
                <c:pt idx="15814">
                  <c:v>12783.54</c:v>
                </c:pt>
                <c:pt idx="15815">
                  <c:v>8045.74</c:v>
                </c:pt>
                <c:pt idx="15816">
                  <c:v>10082.36</c:v>
                </c:pt>
                <c:pt idx="15817">
                  <c:v>60270.15</c:v>
                </c:pt>
                <c:pt idx="15818">
                  <c:v>13715.76</c:v>
                </c:pt>
                <c:pt idx="15819">
                  <c:v>17808.87</c:v>
                </c:pt>
                <c:pt idx="15820">
                  <c:v>34803.21</c:v>
                </c:pt>
                <c:pt idx="15821">
                  <c:v>24303</c:v>
                </c:pt>
                <c:pt idx="15822">
                  <c:v>48021.120000000003</c:v>
                </c:pt>
                <c:pt idx="15823">
                  <c:v>31864.35</c:v>
                </c:pt>
                <c:pt idx="15824">
                  <c:v>38093.79</c:v>
                </c:pt>
                <c:pt idx="15825">
                  <c:v>21982.28</c:v>
                </c:pt>
                <c:pt idx="15826">
                  <c:v>4939.28</c:v>
                </c:pt>
                <c:pt idx="15827">
                  <c:v>12696.52</c:v>
                </c:pt>
                <c:pt idx="15828">
                  <c:v>2916.5</c:v>
                </c:pt>
                <c:pt idx="15829">
                  <c:v>25799.439999999999</c:v>
                </c:pt>
                <c:pt idx="15830">
                  <c:v>9940.14</c:v>
                </c:pt>
                <c:pt idx="15831">
                  <c:v>5544.21</c:v>
                </c:pt>
                <c:pt idx="15832">
                  <c:v>16253.14</c:v>
                </c:pt>
                <c:pt idx="15833">
                  <c:v>29205.54</c:v>
                </c:pt>
                <c:pt idx="15834">
                  <c:v>21717.15</c:v>
                </c:pt>
                <c:pt idx="15835">
                  <c:v>23665.57</c:v>
                </c:pt>
                <c:pt idx="15836">
                  <c:v>8382.7199999999993</c:v>
                </c:pt>
                <c:pt idx="15837">
                  <c:v>48216.37</c:v>
                </c:pt>
                <c:pt idx="15838">
                  <c:v>54074.58</c:v>
                </c:pt>
                <c:pt idx="15839">
                  <c:v>51984.35</c:v>
                </c:pt>
                <c:pt idx="15840">
                  <c:v>44052.02</c:v>
                </c:pt>
                <c:pt idx="15841">
                  <c:v>7614.5</c:v>
                </c:pt>
                <c:pt idx="15842">
                  <c:v>17641.830000000002</c:v>
                </c:pt>
                <c:pt idx="15843">
                  <c:v>35020.1</c:v>
                </c:pt>
                <c:pt idx="15844">
                  <c:v>20914.79</c:v>
                </c:pt>
                <c:pt idx="15845">
                  <c:v>13373.48</c:v>
                </c:pt>
                <c:pt idx="15846">
                  <c:v>36439.910000000003</c:v>
                </c:pt>
                <c:pt idx="15847">
                  <c:v>40549</c:v>
                </c:pt>
                <c:pt idx="15848">
                  <c:v>5247.19</c:v>
                </c:pt>
                <c:pt idx="15849">
                  <c:v>1053.19</c:v>
                </c:pt>
                <c:pt idx="15850">
                  <c:v>52078.82</c:v>
                </c:pt>
                <c:pt idx="15851">
                  <c:v>18767.89</c:v>
                </c:pt>
                <c:pt idx="15852">
                  <c:v>1873.07</c:v>
                </c:pt>
                <c:pt idx="15853">
                  <c:v>30749.98</c:v>
                </c:pt>
                <c:pt idx="15854">
                  <c:v>60588.93</c:v>
                </c:pt>
                <c:pt idx="15855">
                  <c:v>76197.03</c:v>
                </c:pt>
                <c:pt idx="15856">
                  <c:v>35714.15</c:v>
                </c:pt>
                <c:pt idx="15857">
                  <c:v>55374.23</c:v>
                </c:pt>
                <c:pt idx="15858">
                  <c:v>87797.22</c:v>
                </c:pt>
                <c:pt idx="15859">
                  <c:v>48572.34</c:v>
                </c:pt>
                <c:pt idx="15860">
                  <c:v>47880.6</c:v>
                </c:pt>
                <c:pt idx="15861">
                  <c:v>18428.240000000002</c:v>
                </c:pt>
                <c:pt idx="15862">
                  <c:v>51070.92</c:v>
                </c:pt>
                <c:pt idx="15863">
                  <c:v>11781.67</c:v>
                </c:pt>
                <c:pt idx="15864">
                  <c:v>53094.42</c:v>
                </c:pt>
                <c:pt idx="15865">
                  <c:v>6579.2</c:v>
                </c:pt>
                <c:pt idx="15866">
                  <c:v>36859.96</c:v>
                </c:pt>
                <c:pt idx="15867">
                  <c:v>3794.87</c:v>
                </c:pt>
                <c:pt idx="15868">
                  <c:v>42348.43</c:v>
                </c:pt>
                <c:pt idx="15869">
                  <c:v>27609.79</c:v>
                </c:pt>
                <c:pt idx="15870">
                  <c:v>13918.7</c:v>
                </c:pt>
                <c:pt idx="15871">
                  <c:v>7391.73</c:v>
                </c:pt>
                <c:pt idx="15872">
                  <c:v>4846.34</c:v>
                </c:pt>
                <c:pt idx="15873">
                  <c:v>8498.7000000000007</c:v>
                </c:pt>
                <c:pt idx="15874">
                  <c:v>47273.42</c:v>
                </c:pt>
                <c:pt idx="15875">
                  <c:v>36805.269999999997</c:v>
                </c:pt>
                <c:pt idx="15876">
                  <c:v>7191.32</c:v>
                </c:pt>
                <c:pt idx="15877">
                  <c:v>2994.33</c:v>
                </c:pt>
                <c:pt idx="15878">
                  <c:v>13157</c:v>
                </c:pt>
                <c:pt idx="15879">
                  <c:v>29336.01</c:v>
                </c:pt>
                <c:pt idx="15880">
                  <c:v>62570.34</c:v>
                </c:pt>
                <c:pt idx="15881">
                  <c:v>18345.39</c:v>
                </c:pt>
                <c:pt idx="15882">
                  <c:v>67270.210000000006</c:v>
                </c:pt>
                <c:pt idx="15883">
                  <c:v>10003.43</c:v>
                </c:pt>
                <c:pt idx="15884">
                  <c:v>22016.77</c:v>
                </c:pt>
                <c:pt idx="15885">
                  <c:v>16329.79</c:v>
                </c:pt>
                <c:pt idx="15886">
                  <c:v>5766.39</c:v>
                </c:pt>
                <c:pt idx="15887">
                  <c:v>1847.09</c:v>
                </c:pt>
                <c:pt idx="15888">
                  <c:v>25588.29</c:v>
                </c:pt>
                <c:pt idx="15889">
                  <c:v>13945.18</c:v>
                </c:pt>
                <c:pt idx="15890">
                  <c:v>45470.12</c:v>
                </c:pt>
                <c:pt idx="15891">
                  <c:v>48035.86</c:v>
                </c:pt>
                <c:pt idx="15892">
                  <c:v>52517.37</c:v>
                </c:pt>
                <c:pt idx="15893">
                  <c:v>56106.080000000002</c:v>
                </c:pt>
                <c:pt idx="15894">
                  <c:v>48440.33</c:v>
                </c:pt>
                <c:pt idx="15895">
                  <c:v>5253.11</c:v>
                </c:pt>
                <c:pt idx="15896">
                  <c:v>29331.040000000001</c:v>
                </c:pt>
                <c:pt idx="15897">
                  <c:v>3083.4</c:v>
                </c:pt>
                <c:pt idx="15898">
                  <c:v>40234.11</c:v>
                </c:pt>
                <c:pt idx="15899">
                  <c:v>66638.25</c:v>
                </c:pt>
                <c:pt idx="15900">
                  <c:v>34050.33</c:v>
                </c:pt>
                <c:pt idx="15901">
                  <c:v>10210.719999999999</c:v>
                </c:pt>
                <c:pt idx="15902">
                  <c:v>47654.02</c:v>
                </c:pt>
                <c:pt idx="15903">
                  <c:v>8929.4599999999991</c:v>
                </c:pt>
                <c:pt idx="15904">
                  <c:v>26599.599999999999</c:v>
                </c:pt>
                <c:pt idx="15905">
                  <c:v>35401.589999999997</c:v>
                </c:pt>
                <c:pt idx="15906">
                  <c:v>11818.61</c:v>
                </c:pt>
                <c:pt idx="15907">
                  <c:v>26027.93</c:v>
                </c:pt>
                <c:pt idx="15908">
                  <c:v>12760.91</c:v>
                </c:pt>
                <c:pt idx="15909">
                  <c:v>29729.57</c:v>
                </c:pt>
                <c:pt idx="15910">
                  <c:v>41280.910000000003</c:v>
                </c:pt>
                <c:pt idx="15911">
                  <c:v>27844.2</c:v>
                </c:pt>
                <c:pt idx="15912">
                  <c:v>12032.24</c:v>
                </c:pt>
                <c:pt idx="15913">
                  <c:v>30605.27</c:v>
                </c:pt>
                <c:pt idx="15914">
                  <c:v>45165.440000000002</c:v>
                </c:pt>
                <c:pt idx="15915">
                  <c:v>15563.67</c:v>
                </c:pt>
                <c:pt idx="15916">
                  <c:v>15021.3</c:v>
                </c:pt>
                <c:pt idx="15917">
                  <c:v>8455.7800000000007</c:v>
                </c:pt>
                <c:pt idx="15918">
                  <c:v>28948.94</c:v>
                </c:pt>
                <c:pt idx="15919">
                  <c:v>95809.98</c:v>
                </c:pt>
                <c:pt idx="15920">
                  <c:v>71512.210000000006</c:v>
                </c:pt>
                <c:pt idx="15921">
                  <c:v>13794.35</c:v>
                </c:pt>
                <c:pt idx="15922">
                  <c:v>28539</c:v>
                </c:pt>
                <c:pt idx="15923">
                  <c:v>3352.61</c:v>
                </c:pt>
                <c:pt idx="15924">
                  <c:v>23028.83</c:v>
                </c:pt>
                <c:pt idx="15925">
                  <c:v>41270.36</c:v>
                </c:pt>
                <c:pt idx="15926">
                  <c:v>4832.29</c:v>
                </c:pt>
                <c:pt idx="15927">
                  <c:v>6342.82</c:v>
                </c:pt>
                <c:pt idx="15928">
                  <c:v>15619.43</c:v>
                </c:pt>
                <c:pt idx="15929">
                  <c:v>57097.84</c:v>
                </c:pt>
                <c:pt idx="15930">
                  <c:v>62180.15</c:v>
                </c:pt>
                <c:pt idx="15931">
                  <c:v>13208.75</c:v>
                </c:pt>
                <c:pt idx="15932">
                  <c:v>56593.34</c:v>
                </c:pt>
                <c:pt idx="15933">
                  <c:v>24755.279999999999</c:v>
                </c:pt>
                <c:pt idx="15934">
                  <c:v>18868.189999999999</c:v>
                </c:pt>
                <c:pt idx="15935">
                  <c:v>29280.86</c:v>
                </c:pt>
                <c:pt idx="15936">
                  <c:v>19092.57</c:v>
                </c:pt>
                <c:pt idx="15937">
                  <c:v>50581.16</c:v>
                </c:pt>
                <c:pt idx="15938">
                  <c:v>24598.77</c:v>
                </c:pt>
                <c:pt idx="15939">
                  <c:v>57727.97</c:v>
                </c:pt>
                <c:pt idx="15940">
                  <c:v>44043.05</c:v>
                </c:pt>
                <c:pt idx="15941">
                  <c:v>7730.26</c:v>
                </c:pt>
                <c:pt idx="15942">
                  <c:v>19621.22</c:v>
                </c:pt>
                <c:pt idx="15943">
                  <c:v>6012.17</c:v>
                </c:pt>
                <c:pt idx="15944">
                  <c:v>33978.89</c:v>
                </c:pt>
                <c:pt idx="15945">
                  <c:v>37338.97</c:v>
                </c:pt>
                <c:pt idx="15946">
                  <c:v>40663.730000000003</c:v>
                </c:pt>
                <c:pt idx="15947">
                  <c:v>18165.88</c:v>
                </c:pt>
                <c:pt idx="15948">
                  <c:v>36370.660000000003</c:v>
                </c:pt>
                <c:pt idx="15949">
                  <c:v>12783.44</c:v>
                </c:pt>
                <c:pt idx="15950">
                  <c:v>25453.54</c:v>
                </c:pt>
                <c:pt idx="15951">
                  <c:v>71465.52</c:v>
                </c:pt>
                <c:pt idx="15952">
                  <c:v>55090.559999999998</c:v>
                </c:pt>
                <c:pt idx="15953">
                  <c:v>30135.63</c:v>
                </c:pt>
                <c:pt idx="15954">
                  <c:v>15721.69</c:v>
                </c:pt>
                <c:pt idx="15955">
                  <c:v>36839.040000000001</c:v>
                </c:pt>
                <c:pt idx="15956">
                  <c:v>15148.88</c:v>
                </c:pt>
                <c:pt idx="15957">
                  <c:v>33553.800000000003</c:v>
                </c:pt>
                <c:pt idx="15958">
                  <c:v>5045.33</c:v>
                </c:pt>
                <c:pt idx="15959">
                  <c:v>62825.96</c:v>
                </c:pt>
                <c:pt idx="15960">
                  <c:v>12957.65</c:v>
                </c:pt>
                <c:pt idx="15961">
                  <c:v>14871.11</c:v>
                </c:pt>
                <c:pt idx="15962">
                  <c:v>33666.49</c:v>
                </c:pt>
                <c:pt idx="15963">
                  <c:v>6577.12</c:v>
                </c:pt>
                <c:pt idx="15964">
                  <c:v>17740.2</c:v>
                </c:pt>
                <c:pt idx="15965">
                  <c:v>8987.4500000000007</c:v>
                </c:pt>
                <c:pt idx="15966">
                  <c:v>47993.72</c:v>
                </c:pt>
                <c:pt idx="15967">
                  <c:v>28045.08</c:v>
                </c:pt>
                <c:pt idx="15968">
                  <c:v>4119.2299999999996</c:v>
                </c:pt>
                <c:pt idx="15969">
                  <c:v>15306.01</c:v>
                </c:pt>
                <c:pt idx="15970">
                  <c:v>42912.76</c:v>
                </c:pt>
                <c:pt idx="15971">
                  <c:v>14667.19</c:v>
                </c:pt>
                <c:pt idx="15972">
                  <c:v>7608.3</c:v>
                </c:pt>
                <c:pt idx="15973">
                  <c:v>1364.1</c:v>
                </c:pt>
                <c:pt idx="15974">
                  <c:v>27413.3</c:v>
                </c:pt>
                <c:pt idx="15975">
                  <c:v>20116.47</c:v>
                </c:pt>
                <c:pt idx="15976">
                  <c:v>23200.63</c:v>
                </c:pt>
                <c:pt idx="15977">
                  <c:v>11985.2</c:v>
                </c:pt>
                <c:pt idx="15978">
                  <c:v>45238.66</c:v>
                </c:pt>
                <c:pt idx="15979">
                  <c:v>21791.040000000001</c:v>
                </c:pt>
                <c:pt idx="15980">
                  <c:v>10395.89</c:v>
                </c:pt>
                <c:pt idx="15981">
                  <c:v>52723.02</c:v>
                </c:pt>
                <c:pt idx="15982">
                  <c:v>4167.75</c:v>
                </c:pt>
                <c:pt idx="15983">
                  <c:v>7145.68</c:v>
                </c:pt>
                <c:pt idx="15984">
                  <c:v>28545.34</c:v>
                </c:pt>
                <c:pt idx="15985">
                  <c:v>64598.2</c:v>
                </c:pt>
                <c:pt idx="15986">
                  <c:v>23236</c:v>
                </c:pt>
                <c:pt idx="15987">
                  <c:v>4154.5600000000004</c:v>
                </c:pt>
                <c:pt idx="15988">
                  <c:v>8476.23</c:v>
                </c:pt>
                <c:pt idx="15989">
                  <c:v>9523.82</c:v>
                </c:pt>
                <c:pt idx="15990">
                  <c:v>12375.22</c:v>
                </c:pt>
                <c:pt idx="15991">
                  <c:v>21408.12</c:v>
                </c:pt>
                <c:pt idx="15992">
                  <c:v>63742.14</c:v>
                </c:pt>
                <c:pt idx="15993">
                  <c:v>65194.23</c:v>
                </c:pt>
                <c:pt idx="15994">
                  <c:v>35922.550000000003</c:v>
                </c:pt>
                <c:pt idx="15995">
                  <c:v>8748.99</c:v>
                </c:pt>
                <c:pt idx="15996">
                  <c:v>45877.77</c:v>
                </c:pt>
                <c:pt idx="15997">
                  <c:v>6996.74</c:v>
                </c:pt>
                <c:pt idx="15998">
                  <c:v>1532.82</c:v>
                </c:pt>
                <c:pt idx="15999">
                  <c:v>32299.1</c:v>
                </c:pt>
                <c:pt idx="16000">
                  <c:v>50628</c:v>
                </c:pt>
                <c:pt idx="16001">
                  <c:v>42623.72</c:v>
                </c:pt>
                <c:pt idx="16002">
                  <c:v>74529.22</c:v>
                </c:pt>
                <c:pt idx="16003">
                  <c:v>23075.48</c:v>
                </c:pt>
                <c:pt idx="16004">
                  <c:v>44659.19</c:v>
                </c:pt>
                <c:pt idx="16005">
                  <c:v>17678.43</c:v>
                </c:pt>
                <c:pt idx="16006">
                  <c:v>60267.69</c:v>
                </c:pt>
                <c:pt idx="16007">
                  <c:v>26602</c:v>
                </c:pt>
                <c:pt idx="16008">
                  <c:v>43661.83</c:v>
                </c:pt>
                <c:pt idx="16009">
                  <c:v>38670.35</c:v>
                </c:pt>
                <c:pt idx="16010">
                  <c:v>16695.25</c:v>
                </c:pt>
                <c:pt idx="16011">
                  <c:v>17982.82</c:v>
                </c:pt>
                <c:pt idx="16012">
                  <c:v>9993.91</c:v>
                </c:pt>
                <c:pt idx="16013">
                  <c:v>5552.35</c:v>
                </c:pt>
                <c:pt idx="16014">
                  <c:v>55683.37</c:v>
                </c:pt>
                <c:pt idx="16015">
                  <c:v>42182.54</c:v>
                </c:pt>
                <c:pt idx="16016">
                  <c:v>55494.41</c:v>
                </c:pt>
                <c:pt idx="16017">
                  <c:v>34430.550000000003</c:v>
                </c:pt>
                <c:pt idx="16018">
                  <c:v>8513.0300000000007</c:v>
                </c:pt>
                <c:pt idx="16019">
                  <c:v>7320.73</c:v>
                </c:pt>
                <c:pt idx="16020">
                  <c:v>3509.98</c:v>
                </c:pt>
                <c:pt idx="16021">
                  <c:v>27956.69</c:v>
                </c:pt>
                <c:pt idx="16022">
                  <c:v>4676.2</c:v>
                </c:pt>
                <c:pt idx="16023">
                  <c:v>18371.96</c:v>
                </c:pt>
                <c:pt idx="16024">
                  <c:v>51674.18</c:v>
                </c:pt>
                <c:pt idx="16025">
                  <c:v>24346.13</c:v>
                </c:pt>
                <c:pt idx="16026">
                  <c:v>68171.25</c:v>
                </c:pt>
                <c:pt idx="16027">
                  <c:v>62250.05</c:v>
                </c:pt>
                <c:pt idx="16028">
                  <c:v>34226.01</c:v>
                </c:pt>
                <c:pt idx="16029">
                  <c:v>53425.58</c:v>
                </c:pt>
                <c:pt idx="16030">
                  <c:v>7485.09</c:v>
                </c:pt>
                <c:pt idx="16031">
                  <c:v>25172.11</c:v>
                </c:pt>
                <c:pt idx="16032">
                  <c:v>15755.04</c:v>
                </c:pt>
                <c:pt idx="16033">
                  <c:v>53882.78</c:v>
                </c:pt>
                <c:pt idx="16034">
                  <c:v>45745.59</c:v>
                </c:pt>
                <c:pt idx="16035">
                  <c:v>1848.04</c:v>
                </c:pt>
                <c:pt idx="16036">
                  <c:v>78230.03</c:v>
                </c:pt>
                <c:pt idx="16037">
                  <c:v>51378.559999999998</c:v>
                </c:pt>
                <c:pt idx="16038">
                  <c:v>20259.599999999999</c:v>
                </c:pt>
                <c:pt idx="16039">
                  <c:v>11849.67</c:v>
                </c:pt>
                <c:pt idx="16040">
                  <c:v>10407.94</c:v>
                </c:pt>
                <c:pt idx="16041">
                  <c:v>7838.71</c:v>
                </c:pt>
                <c:pt idx="16042">
                  <c:v>38462.129999999997</c:v>
                </c:pt>
                <c:pt idx="16043">
                  <c:v>40768.14</c:v>
                </c:pt>
                <c:pt idx="16044">
                  <c:v>23850.16</c:v>
                </c:pt>
                <c:pt idx="16045">
                  <c:v>15450.14</c:v>
                </c:pt>
                <c:pt idx="16046">
                  <c:v>71508.95</c:v>
                </c:pt>
                <c:pt idx="16047">
                  <c:v>50424.53</c:v>
                </c:pt>
                <c:pt idx="16048">
                  <c:v>50640.58</c:v>
                </c:pt>
                <c:pt idx="16049">
                  <c:v>52424.25</c:v>
                </c:pt>
                <c:pt idx="16050">
                  <c:v>1925.1</c:v>
                </c:pt>
                <c:pt idx="16051">
                  <c:v>64996.01</c:v>
                </c:pt>
                <c:pt idx="16052">
                  <c:v>46651.18</c:v>
                </c:pt>
                <c:pt idx="16053">
                  <c:v>59611.23</c:v>
                </c:pt>
                <c:pt idx="16054">
                  <c:v>5015.18</c:v>
                </c:pt>
                <c:pt idx="16055">
                  <c:v>50954.39</c:v>
                </c:pt>
                <c:pt idx="16056">
                  <c:v>14958.82</c:v>
                </c:pt>
                <c:pt idx="16057">
                  <c:v>54257.36</c:v>
                </c:pt>
                <c:pt idx="16058">
                  <c:v>83050.59</c:v>
                </c:pt>
                <c:pt idx="16059">
                  <c:v>4401.21</c:v>
                </c:pt>
                <c:pt idx="16060">
                  <c:v>17433.39</c:v>
                </c:pt>
                <c:pt idx="16061">
                  <c:v>49837.7</c:v>
                </c:pt>
                <c:pt idx="16062">
                  <c:v>51015.7</c:v>
                </c:pt>
                <c:pt idx="16063">
                  <c:v>67837.73</c:v>
                </c:pt>
                <c:pt idx="16064">
                  <c:v>10823.59</c:v>
                </c:pt>
                <c:pt idx="16065">
                  <c:v>34754.9</c:v>
                </c:pt>
                <c:pt idx="16066">
                  <c:v>22840.15</c:v>
                </c:pt>
                <c:pt idx="16067">
                  <c:v>18147.400000000001</c:v>
                </c:pt>
                <c:pt idx="16068">
                  <c:v>36703.339999999997</c:v>
                </c:pt>
                <c:pt idx="16069">
                  <c:v>9961.77</c:v>
                </c:pt>
                <c:pt idx="16070">
                  <c:v>38121.64</c:v>
                </c:pt>
                <c:pt idx="16071">
                  <c:v>57120.46</c:v>
                </c:pt>
                <c:pt idx="16072">
                  <c:v>15150.76</c:v>
                </c:pt>
                <c:pt idx="16073">
                  <c:v>58912.56</c:v>
                </c:pt>
                <c:pt idx="16074">
                  <c:v>3224.19</c:v>
                </c:pt>
                <c:pt idx="16075">
                  <c:v>17693</c:v>
                </c:pt>
                <c:pt idx="16076">
                  <c:v>37048.629999999997</c:v>
                </c:pt>
                <c:pt idx="16077">
                  <c:v>47333.85</c:v>
                </c:pt>
                <c:pt idx="16078">
                  <c:v>7746.53</c:v>
                </c:pt>
                <c:pt idx="16079">
                  <c:v>44912.26</c:v>
                </c:pt>
                <c:pt idx="16080">
                  <c:v>7452.26</c:v>
                </c:pt>
                <c:pt idx="16081">
                  <c:v>47378.76</c:v>
                </c:pt>
                <c:pt idx="16082">
                  <c:v>32974.879999999997</c:v>
                </c:pt>
                <c:pt idx="16083">
                  <c:v>7195.4</c:v>
                </c:pt>
                <c:pt idx="16084">
                  <c:v>45348.85</c:v>
                </c:pt>
                <c:pt idx="16085">
                  <c:v>21753.52</c:v>
                </c:pt>
                <c:pt idx="16086">
                  <c:v>23403.96</c:v>
                </c:pt>
                <c:pt idx="16087">
                  <c:v>46252.66</c:v>
                </c:pt>
                <c:pt idx="16088">
                  <c:v>6497.92</c:v>
                </c:pt>
                <c:pt idx="16089">
                  <c:v>13831.08</c:v>
                </c:pt>
                <c:pt idx="16090">
                  <c:v>55928.12</c:v>
                </c:pt>
                <c:pt idx="16091">
                  <c:v>57096.02</c:v>
                </c:pt>
                <c:pt idx="16092">
                  <c:v>74003.42</c:v>
                </c:pt>
                <c:pt idx="16093">
                  <c:v>7468.71</c:v>
                </c:pt>
                <c:pt idx="16094">
                  <c:v>19119.349999999999</c:v>
                </c:pt>
                <c:pt idx="16095">
                  <c:v>3691.46</c:v>
                </c:pt>
                <c:pt idx="16096">
                  <c:v>6231.04</c:v>
                </c:pt>
                <c:pt idx="16097">
                  <c:v>47413.45</c:v>
                </c:pt>
                <c:pt idx="16098">
                  <c:v>32574.83</c:v>
                </c:pt>
                <c:pt idx="16099">
                  <c:v>26537.93</c:v>
                </c:pt>
                <c:pt idx="16100">
                  <c:v>76940.47</c:v>
                </c:pt>
                <c:pt idx="16101">
                  <c:v>43651.44</c:v>
                </c:pt>
                <c:pt idx="16102">
                  <c:v>3691.95</c:v>
                </c:pt>
                <c:pt idx="16103">
                  <c:v>100023.1</c:v>
                </c:pt>
                <c:pt idx="16104">
                  <c:v>2713.65</c:v>
                </c:pt>
                <c:pt idx="16105">
                  <c:v>11173.9</c:v>
                </c:pt>
                <c:pt idx="16106">
                  <c:v>17262.939999999999</c:v>
                </c:pt>
                <c:pt idx="16107">
                  <c:v>2973.57</c:v>
                </c:pt>
                <c:pt idx="16108">
                  <c:v>31555.15</c:v>
                </c:pt>
                <c:pt idx="16109">
                  <c:v>71486.61</c:v>
                </c:pt>
                <c:pt idx="16110">
                  <c:v>26314.5</c:v>
                </c:pt>
                <c:pt idx="16111">
                  <c:v>50877.120000000003</c:v>
                </c:pt>
                <c:pt idx="16112">
                  <c:v>67375.460000000006</c:v>
                </c:pt>
                <c:pt idx="16113">
                  <c:v>87358.22</c:v>
                </c:pt>
                <c:pt idx="16114">
                  <c:v>46611.7</c:v>
                </c:pt>
                <c:pt idx="16115">
                  <c:v>31381.119999999999</c:v>
                </c:pt>
                <c:pt idx="16116">
                  <c:v>23992.87</c:v>
                </c:pt>
                <c:pt idx="16117">
                  <c:v>4530.75</c:v>
                </c:pt>
                <c:pt idx="16118">
                  <c:v>7191.07</c:v>
                </c:pt>
                <c:pt idx="16119">
                  <c:v>6193.54</c:v>
                </c:pt>
                <c:pt idx="16120">
                  <c:v>12729.53</c:v>
                </c:pt>
                <c:pt idx="16121">
                  <c:v>16522.599999999999</c:v>
                </c:pt>
                <c:pt idx="16122">
                  <c:v>33185.67</c:v>
                </c:pt>
                <c:pt idx="16123">
                  <c:v>50013.81</c:v>
                </c:pt>
                <c:pt idx="16124">
                  <c:v>37611.71</c:v>
                </c:pt>
                <c:pt idx="16125">
                  <c:v>13271.77</c:v>
                </c:pt>
                <c:pt idx="16126">
                  <c:v>28266</c:v>
                </c:pt>
                <c:pt idx="16127">
                  <c:v>10655.63</c:v>
                </c:pt>
                <c:pt idx="16128">
                  <c:v>12639.63</c:v>
                </c:pt>
                <c:pt idx="16129">
                  <c:v>54375.22</c:v>
                </c:pt>
                <c:pt idx="16130">
                  <c:v>38234.07</c:v>
                </c:pt>
                <c:pt idx="16131">
                  <c:v>23615.61</c:v>
                </c:pt>
                <c:pt idx="16132">
                  <c:v>51816.69</c:v>
                </c:pt>
                <c:pt idx="16133">
                  <c:v>23794.51</c:v>
                </c:pt>
                <c:pt idx="16134">
                  <c:v>83004.639999999999</c:v>
                </c:pt>
                <c:pt idx="16135">
                  <c:v>68718.899999999994</c:v>
                </c:pt>
                <c:pt idx="16136">
                  <c:v>39038.04</c:v>
                </c:pt>
                <c:pt idx="16137">
                  <c:v>10893.16</c:v>
                </c:pt>
                <c:pt idx="16138">
                  <c:v>8943.23</c:v>
                </c:pt>
                <c:pt idx="16139">
                  <c:v>32054.15</c:v>
                </c:pt>
                <c:pt idx="16140">
                  <c:v>67163.460000000006</c:v>
                </c:pt>
                <c:pt idx="16141">
                  <c:v>4530.2</c:v>
                </c:pt>
                <c:pt idx="16142">
                  <c:v>1062.0999999999999</c:v>
                </c:pt>
                <c:pt idx="16143">
                  <c:v>8199.94</c:v>
                </c:pt>
                <c:pt idx="16144">
                  <c:v>7164</c:v>
                </c:pt>
                <c:pt idx="16145">
                  <c:v>16449.62</c:v>
                </c:pt>
                <c:pt idx="16146">
                  <c:v>49093.88</c:v>
                </c:pt>
                <c:pt idx="16147">
                  <c:v>65541.94</c:v>
                </c:pt>
                <c:pt idx="16148">
                  <c:v>58058.38</c:v>
                </c:pt>
                <c:pt idx="16149">
                  <c:v>37934.65</c:v>
                </c:pt>
                <c:pt idx="16150">
                  <c:v>48850.16</c:v>
                </c:pt>
                <c:pt idx="16151">
                  <c:v>43487.54</c:v>
                </c:pt>
                <c:pt idx="16152">
                  <c:v>81635.509999999995</c:v>
                </c:pt>
                <c:pt idx="16153">
                  <c:v>17225.400000000001</c:v>
                </c:pt>
                <c:pt idx="16154">
                  <c:v>15757.52</c:v>
                </c:pt>
                <c:pt idx="16155">
                  <c:v>7499.55</c:v>
                </c:pt>
                <c:pt idx="16156">
                  <c:v>13886.11</c:v>
                </c:pt>
                <c:pt idx="16157">
                  <c:v>16417.919999999998</c:v>
                </c:pt>
                <c:pt idx="16158">
                  <c:v>27337.84</c:v>
                </c:pt>
                <c:pt idx="16159">
                  <c:v>4018.17</c:v>
                </c:pt>
                <c:pt idx="16160">
                  <c:v>63596.99</c:v>
                </c:pt>
                <c:pt idx="16161">
                  <c:v>27489.67</c:v>
                </c:pt>
                <c:pt idx="16162">
                  <c:v>53386.26</c:v>
                </c:pt>
                <c:pt idx="16163">
                  <c:v>38524.25</c:v>
                </c:pt>
                <c:pt idx="16164">
                  <c:v>14735.38</c:v>
                </c:pt>
                <c:pt idx="16165">
                  <c:v>19365.150000000001</c:v>
                </c:pt>
                <c:pt idx="16166">
                  <c:v>78824.42</c:v>
                </c:pt>
                <c:pt idx="16167">
                  <c:v>29365.06</c:v>
                </c:pt>
                <c:pt idx="16168">
                  <c:v>5387.13</c:v>
                </c:pt>
                <c:pt idx="16169">
                  <c:v>62075.66</c:v>
                </c:pt>
                <c:pt idx="16170">
                  <c:v>21718.46</c:v>
                </c:pt>
                <c:pt idx="16171">
                  <c:v>13871.97</c:v>
                </c:pt>
                <c:pt idx="16172">
                  <c:v>27689.97</c:v>
                </c:pt>
                <c:pt idx="16173">
                  <c:v>48547.040000000001</c:v>
                </c:pt>
                <c:pt idx="16174">
                  <c:v>24308.49</c:v>
                </c:pt>
                <c:pt idx="16175">
                  <c:v>8583.67</c:v>
                </c:pt>
                <c:pt idx="16176">
                  <c:v>70974.44</c:v>
                </c:pt>
                <c:pt idx="16177">
                  <c:v>25934.42</c:v>
                </c:pt>
                <c:pt idx="16178">
                  <c:v>59110.51</c:v>
                </c:pt>
                <c:pt idx="16179">
                  <c:v>29358.21</c:v>
                </c:pt>
                <c:pt idx="16180">
                  <c:v>44956.800000000003</c:v>
                </c:pt>
                <c:pt idx="16181">
                  <c:v>55608.42</c:v>
                </c:pt>
                <c:pt idx="16182">
                  <c:v>56317.279999999999</c:v>
                </c:pt>
                <c:pt idx="16183">
                  <c:v>37241.78</c:v>
                </c:pt>
                <c:pt idx="16184">
                  <c:v>11173.96</c:v>
                </c:pt>
                <c:pt idx="16185">
                  <c:v>43864.25</c:v>
                </c:pt>
                <c:pt idx="16186">
                  <c:v>3550.01</c:v>
                </c:pt>
                <c:pt idx="16187">
                  <c:v>5940.99</c:v>
                </c:pt>
                <c:pt idx="16188">
                  <c:v>12018.13</c:v>
                </c:pt>
                <c:pt idx="16189">
                  <c:v>56256.160000000003</c:v>
                </c:pt>
                <c:pt idx="16190">
                  <c:v>18651.11</c:v>
                </c:pt>
                <c:pt idx="16191">
                  <c:v>57725.279999999999</c:v>
                </c:pt>
                <c:pt idx="16192">
                  <c:v>47927.66</c:v>
                </c:pt>
                <c:pt idx="16193">
                  <c:v>49647.040000000001</c:v>
                </c:pt>
                <c:pt idx="16194">
                  <c:v>51240.67</c:v>
                </c:pt>
                <c:pt idx="16195">
                  <c:v>34713.42</c:v>
                </c:pt>
                <c:pt idx="16196">
                  <c:v>20574.63</c:v>
                </c:pt>
                <c:pt idx="16197">
                  <c:v>13608.76</c:v>
                </c:pt>
                <c:pt idx="16198">
                  <c:v>24940.02</c:v>
                </c:pt>
                <c:pt idx="16199">
                  <c:v>26704.36</c:v>
                </c:pt>
                <c:pt idx="16200">
                  <c:v>47200.99</c:v>
                </c:pt>
                <c:pt idx="16201">
                  <c:v>44931.51</c:v>
                </c:pt>
                <c:pt idx="16202">
                  <c:v>19145.68</c:v>
                </c:pt>
                <c:pt idx="16203">
                  <c:v>72478.42</c:v>
                </c:pt>
                <c:pt idx="16204">
                  <c:v>26475.41</c:v>
                </c:pt>
                <c:pt idx="16205">
                  <c:v>15436.34</c:v>
                </c:pt>
                <c:pt idx="16206">
                  <c:v>49171.92</c:v>
                </c:pt>
                <c:pt idx="16207">
                  <c:v>49370.71</c:v>
                </c:pt>
                <c:pt idx="16208">
                  <c:v>69338.05</c:v>
                </c:pt>
                <c:pt idx="16209">
                  <c:v>30952.240000000002</c:v>
                </c:pt>
                <c:pt idx="16210">
                  <c:v>87011.35</c:v>
                </c:pt>
                <c:pt idx="16211">
                  <c:v>13801.28</c:v>
                </c:pt>
                <c:pt idx="16212">
                  <c:v>36848.03</c:v>
                </c:pt>
                <c:pt idx="16213">
                  <c:v>40386.93</c:v>
                </c:pt>
                <c:pt idx="16214">
                  <c:v>27813.24</c:v>
                </c:pt>
                <c:pt idx="16215">
                  <c:v>27221.17</c:v>
                </c:pt>
                <c:pt idx="16216">
                  <c:v>10283.77</c:v>
                </c:pt>
                <c:pt idx="16217">
                  <c:v>2987.14</c:v>
                </c:pt>
                <c:pt idx="16218">
                  <c:v>28179.439999999999</c:v>
                </c:pt>
                <c:pt idx="16219">
                  <c:v>27844.07</c:v>
                </c:pt>
                <c:pt idx="16220">
                  <c:v>25930.28</c:v>
                </c:pt>
                <c:pt idx="16221">
                  <c:v>74747.61</c:v>
                </c:pt>
                <c:pt idx="16222">
                  <c:v>7656.7</c:v>
                </c:pt>
                <c:pt idx="16223">
                  <c:v>19272.73</c:v>
                </c:pt>
                <c:pt idx="16224">
                  <c:v>68417.77</c:v>
                </c:pt>
                <c:pt idx="16225">
                  <c:v>12450.91</c:v>
                </c:pt>
                <c:pt idx="16226">
                  <c:v>46168.25</c:v>
                </c:pt>
                <c:pt idx="16227">
                  <c:v>9785.4500000000007</c:v>
                </c:pt>
                <c:pt idx="16228">
                  <c:v>60398.16</c:v>
                </c:pt>
                <c:pt idx="16229">
                  <c:v>46950.77</c:v>
                </c:pt>
                <c:pt idx="16230">
                  <c:v>59289.72</c:v>
                </c:pt>
                <c:pt idx="16231">
                  <c:v>1801.01</c:v>
                </c:pt>
                <c:pt idx="16232">
                  <c:v>63410.21</c:v>
                </c:pt>
                <c:pt idx="16233">
                  <c:v>63880.32</c:v>
                </c:pt>
                <c:pt idx="16234">
                  <c:v>49753.15</c:v>
                </c:pt>
                <c:pt idx="16235">
                  <c:v>5465.02</c:v>
                </c:pt>
                <c:pt idx="16236">
                  <c:v>16806.45</c:v>
                </c:pt>
                <c:pt idx="16237">
                  <c:v>30255.4</c:v>
                </c:pt>
                <c:pt idx="16238">
                  <c:v>11444.58</c:v>
                </c:pt>
                <c:pt idx="16239">
                  <c:v>4476.5600000000004</c:v>
                </c:pt>
                <c:pt idx="16240">
                  <c:v>4930.42</c:v>
                </c:pt>
                <c:pt idx="16241">
                  <c:v>55933.75</c:v>
                </c:pt>
                <c:pt idx="16242">
                  <c:v>7060.94</c:v>
                </c:pt>
                <c:pt idx="16243">
                  <c:v>6721.49</c:v>
                </c:pt>
                <c:pt idx="16244">
                  <c:v>5458.67</c:v>
                </c:pt>
                <c:pt idx="16245">
                  <c:v>6502.87</c:v>
                </c:pt>
                <c:pt idx="16246">
                  <c:v>8373.91</c:v>
                </c:pt>
                <c:pt idx="16247">
                  <c:v>7321.94</c:v>
                </c:pt>
                <c:pt idx="16248">
                  <c:v>41467.440000000002</c:v>
                </c:pt>
                <c:pt idx="16249">
                  <c:v>9382.43</c:v>
                </c:pt>
                <c:pt idx="16250">
                  <c:v>49084.639999999999</c:v>
                </c:pt>
                <c:pt idx="16251">
                  <c:v>5102.71</c:v>
                </c:pt>
                <c:pt idx="16252">
                  <c:v>46658.17</c:v>
                </c:pt>
                <c:pt idx="16253">
                  <c:v>6758.29</c:v>
                </c:pt>
                <c:pt idx="16254">
                  <c:v>52104.37</c:v>
                </c:pt>
                <c:pt idx="16255">
                  <c:v>22805.11</c:v>
                </c:pt>
                <c:pt idx="16256">
                  <c:v>8209.64</c:v>
                </c:pt>
                <c:pt idx="16257">
                  <c:v>33522.22</c:v>
                </c:pt>
                <c:pt idx="16258">
                  <c:v>64184.74</c:v>
                </c:pt>
                <c:pt idx="16259">
                  <c:v>100817.64</c:v>
                </c:pt>
                <c:pt idx="16260">
                  <c:v>102241.02</c:v>
                </c:pt>
                <c:pt idx="16261">
                  <c:v>40236.839999999997</c:v>
                </c:pt>
                <c:pt idx="16262">
                  <c:v>12952.21</c:v>
                </c:pt>
                <c:pt idx="16263">
                  <c:v>28971.34</c:v>
                </c:pt>
                <c:pt idx="16264">
                  <c:v>22397.26</c:v>
                </c:pt>
                <c:pt idx="16265">
                  <c:v>49790.44</c:v>
                </c:pt>
                <c:pt idx="16266">
                  <c:v>70415.31</c:v>
                </c:pt>
                <c:pt idx="16267">
                  <c:v>32241.97</c:v>
                </c:pt>
                <c:pt idx="16268">
                  <c:v>41434.660000000003</c:v>
                </c:pt>
                <c:pt idx="16269">
                  <c:v>60287.22</c:v>
                </c:pt>
                <c:pt idx="16270">
                  <c:v>1244.3</c:v>
                </c:pt>
                <c:pt idx="16271">
                  <c:v>9871.7800000000007</c:v>
                </c:pt>
                <c:pt idx="16272">
                  <c:v>85213.96</c:v>
                </c:pt>
                <c:pt idx="16273">
                  <c:v>4219.05</c:v>
                </c:pt>
                <c:pt idx="16274">
                  <c:v>4792.87</c:v>
                </c:pt>
                <c:pt idx="16275">
                  <c:v>52126.26</c:v>
                </c:pt>
                <c:pt idx="16276">
                  <c:v>8630.92</c:v>
                </c:pt>
                <c:pt idx="16277">
                  <c:v>35987.14</c:v>
                </c:pt>
                <c:pt idx="16278">
                  <c:v>30418.67</c:v>
                </c:pt>
                <c:pt idx="16279">
                  <c:v>34790.239999999998</c:v>
                </c:pt>
                <c:pt idx="16280">
                  <c:v>99600.58</c:v>
                </c:pt>
                <c:pt idx="16281">
                  <c:v>21944.6</c:v>
                </c:pt>
                <c:pt idx="16282">
                  <c:v>19002.53</c:v>
                </c:pt>
                <c:pt idx="16283">
                  <c:v>100189.42</c:v>
                </c:pt>
                <c:pt idx="16284">
                  <c:v>3782.3</c:v>
                </c:pt>
                <c:pt idx="16285">
                  <c:v>1210.6300000000001</c:v>
                </c:pt>
                <c:pt idx="16286">
                  <c:v>11227.29</c:v>
                </c:pt>
                <c:pt idx="16287">
                  <c:v>83302.22</c:v>
                </c:pt>
                <c:pt idx="16288">
                  <c:v>26062.53</c:v>
                </c:pt>
                <c:pt idx="16289">
                  <c:v>10435.290000000001</c:v>
                </c:pt>
                <c:pt idx="16290">
                  <c:v>64307.29</c:v>
                </c:pt>
                <c:pt idx="16291">
                  <c:v>20833.05</c:v>
                </c:pt>
                <c:pt idx="16292">
                  <c:v>40760.9</c:v>
                </c:pt>
                <c:pt idx="16293">
                  <c:v>13460.42</c:v>
                </c:pt>
                <c:pt idx="16294">
                  <c:v>19064.18</c:v>
                </c:pt>
                <c:pt idx="16295">
                  <c:v>4920.87</c:v>
                </c:pt>
                <c:pt idx="16296">
                  <c:v>20106.669999999998</c:v>
                </c:pt>
                <c:pt idx="16297">
                  <c:v>47564.480000000003</c:v>
                </c:pt>
                <c:pt idx="16298">
                  <c:v>13028.38</c:v>
                </c:pt>
                <c:pt idx="16299">
                  <c:v>9488.2099999999991</c:v>
                </c:pt>
                <c:pt idx="16300">
                  <c:v>40846.82</c:v>
                </c:pt>
                <c:pt idx="16301">
                  <c:v>29380.9</c:v>
                </c:pt>
                <c:pt idx="16302">
                  <c:v>9269.06</c:v>
                </c:pt>
                <c:pt idx="16303">
                  <c:v>19646.21</c:v>
                </c:pt>
                <c:pt idx="16304">
                  <c:v>13679.67</c:v>
                </c:pt>
                <c:pt idx="16305">
                  <c:v>59706.68</c:v>
                </c:pt>
                <c:pt idx="16306">
                  <c:v>16435.82</c:v>
                </c:pt>
                <c:pt idx="16307">
                  <c:v>25080.93</c:v>
                </c:pt>
                <c:pt idx="16308">
                  <c:v>54861.03</c:v>
                </c:pt>
                <c:pt idx="16309">
                  <c:v>10992.95</c:v>
                </c:pt>
                <c:pt idx="16310">
                  <c:v>8169.78</c:v>
                </c:pt>
                <c:pt idx="16311">
                  <c:v>20035.89</c:v>
                </c:pt>
                <c:pt idx="16312">
                  <c:v>5596.7</c:v>
                </c:pt>
                <c:pt idx="16313">
                  <c:v>24504.48</c:v>
                </c:pt>
                <c:pt idx="16314">
                  <c:v>4392.95</c:v>
                </c:pt>
                <c:pt idx="16315">
                  <c:v>24518.09</c:v>
                </c:pt>
                <c:pt idx="16316">
                  <c:v>18356.29</c:v>
                </c:pt>
                <c:pt idx="16317">
                  <c:v>2848.25</c:v>
                </c:pt>
                <c:pt idx="16318">
                  <c:v>59402.13</c:v>
                </c:pt>
                <c:pt idx="16319">
                  <c:v>25568.240000000002</c:v>
                </c:pt>
                <c:pt idx="16320">
                  <c:v>3285.38</c:v>
                </c:pt>
                <c:pt idx="16321">
                  <c:v>25512.23</c:v>
                </c:pt>
                <c:pt idx="16322">
                  <c:v>27044.73</c:v>
                </c:pt>
                <c:pt idx="16323">
                  <c:v>12193.49</c:v>
                </c:pt>
                <c:pt idx="16324">
                  <c:v>21095.61</c:v>
                </c:pt>
                <c:pt idx="16325">
                  <c:v>7672.37</c:v>
                </c:pt>
                <c:pt idx="16326">
                  <c:v>20430.59</c:v>
                </c:pt>
                <c:pt idx="16327">
                  <c:v>8898.56</c:v>
                </c:pt>
                <c:pt idx="16328">
                  <c:v>21870.7</c:v>
                </c:pt>
                <c:pt idx="16329">
                  <c:v>49370.16</c:v>
                </c:pt>
                <c:pt idx="16330">
                  <c:v>13441.3</c:v>
                </c:pt>
                <c:pt idx="16331">
                  <c:v>6576.09</c:v>
                </c:pt>
                <c:pt idx="16332">
                  <c:v>5891.29</c:v>
                </c:pt>
                <c:pt idx="16333">
                  <c:v>31485.98</c:v>
                </c:pt>
                <c:pt idx="16334">
                  <c:v>9188.83</c:v>
                </c:pt>
                <c:pt idx="16335">
                  <c:v>8563.7800000000007</c:v>
                </c:pt>
                <c:pt idx="16336">
                  <c:v>8637.7199999999993</c:v>
                </c:pt>
                <c:pt idx="16337">
                  <c:v>22254.62</c:v>
                </c:pt>
                <c:pt idx="16338">
                  <c:v>3182.74</c:v>
                </c:pt>
                <c:pt idx="16339">
                  <c:v>10886.16</c:v>
                </c:pt>
                <c:pt idx="16340">
                  <c:v>18022.54</c:v>
                </c:pt>
                <c:pt idx="16341">
                  <c:v>20890.38</c:v>
                </c:pt>
                <c:pt idx="16342">
                  <c:v>25196.43</c:v>
                </c:pt>
                <c:pt idx="16343">
                  <c:v>4304.09</c:v>
                </c:pt>
                <c:pt idx="16344">
                  <c:v>38998.47</c:v>
                </c:pt>
                <c:pt idx="16345">
                  <c:v>6875.19</c:v>
                </c:pt>
                <c:pt idx="16346">
                  <c:v>11801.22</c:v>
                </c:pt>
                <c:pt idx="16347">
                  <c:v>89590.63</c:v>
                </c:pt>
                <c:pt idx="16348">
                  <c:v>19147.11</c:v>
                </c:pt>
                <c:pt idx="16349">
                  <c:v>35299.24</c:v>
                </c:pt>
                <c:pt idx="16350">
                  <c:v>24053.15</c:v>
                </c:pt>
                <c:pt idx="16351">
                  <c:v>30304.54</c:v>
                </c:pt>
                <c:pt idx="16352">
                  <c:v>31915.86</c:v>
                </c:pt>
                <c:pt idx="16353">
                  <c:v>47435.31</c:v>
                </c:pt>
                <c:pt idx="16354">
                  <c:v>8725.33</c:v>
                </c:pt>
                <c:pt idx="16355">
                  <c:v>31658.14</c:v>
                </c:pt>
                <c:pt idx="16356">
                  <c:v>31690.85</c:v>
                </c:pt>
                <c:pt idx="16357">
                  <c:v>35659.51</c:v>
                </c:pt>
                <c:pt idx="16358">
                  <c:v>12673.77</c:v>
                </c:pt>
                <c:pt idx="16359">
                  <c:v>10777.1</c:v>
                </c:pt>
                <c:pt idx="16360">
                  <c:v>11451.89</c:v>
                </c:pt>
                <c:pt idx="16361">
                  <c:v>7210.35</c:v>
                </c:pt>
                <c:pt idx="16362">
                  <c:v>41194.230000000003</c:v>
                </c:pt>
                <c:pt idx="16363">
                  <c:v>54715.82</c:v>
                </c:pt>
                <c:pt idx="16364">
                  <c:v>10017.629999999999</c:v>
                </c:pt>
                <c:pt idx="16365">
                  <c:v>7381.46</c:v>
                </c:pt>
                <c:pt idx="16366">
                  <c:v>8685.0499999999993</c:v>
                </c:pt>
                <c:pt idx="16367">
                  <c:v>3546.26</c:v>
                </c:pt>
                <c:pt idx="16368">
                  <c:v>7650</c:v>
                </c:pt>
                <c:pt idx="16369">
                  <c:v>78711.789999999994</c:v>
                </c:pt>
                <c:pt idx="16370">
                  <c:v>10868.26</c:v>
                </c:pt>
                <c:pt idx="16371">
                  <c:v>54933.29</c:v>
                </c:pt>
                <c:pt idx="16372">
                  <c:v>84456.35</c:v>
                </c:pt>
                <c:pt idx="16373">
                  <c:v>22060.959999999999</c:v>
                </c:pt>
                <c:pt idx="16374">
                  <c:v>12475.51</c:v>
                </c:pt>
                <c:pt idx="16375">
                  <c:v>40162.839999999997</c:v>
                </c:pt>
                <c:pt idx="16376">
                  <c:v>7231.51</c:v>
                </c:pt>
                <c:pt idx="16377">
                  <c:v>49047.21</c:v>
                </c:pt>
                <c:pt idx="16378">
                  <c:v>5984.62</c:v>
                </c:pt>
                <c:pt idx="16379">
                  <c:v>8665.19</c:v>
                </c:pt>
                <c:pt idx="16380">
                  <c:v>29915.96</c:v>
                </c:pt>
                <c:pt idx="16381">
                  <c:v>87329.34</c:v>
                </c:pt>
                <c:pt idx="16382">
                  <c:v>50123.77</c:v>
                </c:pt>
                <c:pt idx="16383">
                  <c:v>15887.15</c:v>
                </c:pt>
                <c:pt idx="16384">
                  <c:v>90192.79</c:v>
                </c:pt>
                <c:pt idx="16385">
                  <c:v>25115.99</c:v>
                </c:pt>
                <c:pt idx="16386">
                  <c:v>37603.07</c:v>
                </c:pt>
                <c:pt idx="16387">
                  <c:v>3512.01</c:v>
                </c:pt>
                <c:pt idx="16388">
                  <c:v>25583.8</c:v>
                </c:pt>
                <c:pt idx="16389">
                  <c:v>83794.28</c:v>
                </c:pt>
                <c:pt idx="16390">
                  <c:v>42531.09</c:v>
                </c:pt>
                <c:pt idx="16391">
                  <c:v>79935.070000000007</c:v>
                </c:pt>
                <c:pt idx="16392">
                  <c:v>7415.89</c:v>
                </c:pt>
                <c:pt idx="16393">
                  <c:v>62327.24</c:v>
                </c:pt>
                <c:pt idx="16394">
                  <c:v>38482.5</c:v>
                </c:pt>
                <c:pt idx="16395">
                  <c:v>80458.559999999998</c:v>
                </c:pt>
                <c:pt idx="16396">
                  <c:v>16383.19</c:v>
                </c:pt>
                <c:pt idx="16397">
                  <c:v>57225.29</c:v>
                </c:pt>
                <c:pt idx="16398">
                  <c:v>41170.339999999997</c:v>
                </c:pt>
                <c:pt idx="16399">
                  <c:v>39559.379999999997</c:v>
                </c:pt>
                <c:pt idx="16400">
                  <c:v>7765.45</c:v>
                </c:pt>
                <c:pt idx="16401">
                  <c:v>51956.05</c:v>
                </c:pt>
                <c:pt idx="16402">
                  <c:v>36262.75</c:v>
                </c:pt>
                <c:pt idx="16403">
                  <c:v>6799.53</c:v>
                </c:pt>
                <c:pt idx="16404">
                  <c:v>30880.21</c:v>
                </c:pt>
                <c:pt idx="16405">
                  <c:v>8475.59</c:v>
                </c:pt>
                <c:pt idx="16406">
                  <c:v>24514.9</c:v>
                </c:pt>
                <c:pt idx="16407">
                  <c:v>97396.95</c:v>
                </c:pt>
                <c:pt idx="16408">
                  <c:v>64986.52</c:v>
                </c:pt>
                <c:pt idx="16409">
                  <c:v>18931.03</c:v>
                </c:pt>
                <c:pt idx="16410">
                  <c:v>9537.98</c:v>
                </c:pt>
                <c:pt idx="16411">
                  <c:v>67339.23</c:v>
                </c:pt>
                <c:pt idx="16412">
                  <c:v>11323.26</c:v>
                </c:pt>
                <c:pt idx="16413">
                  <c:v>17693.740000000002</c:v>
                </c:pt>
                <c:pt idx="16414">
                  <c:v>8007.25</c:v>
                </c:pt>
                <c:pt idx="16415">
                  <c:v>36337.56</c:v>
                </c:pt>
                <c:pt idx="16416">
                  <c:v>14366.71</c:v>
                </c:pt>
                <c:pt idx="16417">
                  <c:v>95803.37</c:v>
                </c:pt>
                <c:pt idx="16418">
                  <c:v>27989.23</c:v>
                </c:pt>
                <c:pt idx="16419">
                  <c:v>42014.11</c:v>
                </c:pt>
                <c:pt idx="16420">
                  <c:v>93480.34</c:v>
                </c:pt>
                <c:pt idx="16421">
                  <c:v>67272.34</c:v>
                </c:pt>
                <c:pt idx="16422">
                  <c:v>16826.54</c:v>
                </c:pt>
                <c:pt idx="16423">
                  <c:v>61180.98</c:v>
                </c:pt>
                <c:pt idx="16424">
                  <c:v>43340.54</c:v>
                </c:pt>
                <c:pt idx="16425">
                  <c:v>9565.2000000000007</c:v>
                </c:pt>
                <c:pt idx="16426">
                  <c:v>12804.83</c:v>
                </c:pt>
                <c:pt idx="16427">
                  <c:v>38915.94</c:v>
                </c:pt>
                <c:pt idx="16428">
                  <c:v>50895.53</c:v>
                </c:pt>
                <c:pt idx="16429">
                  <c:v>52918.82</c:v>
                </c:pt>
                <c:pt idx="16430">
                  <c:v>7637.9</c:v>
                </c:pt>
                <c:pt idx="16431">
                  <c:v>11662.2</c:v>
                </c:pt>
                <c:pt idx="16432">
                  <c:v>57001.27</c:v>
                </c:pt>
                <c:pt idx="16433">
                  <c:v>10343.6</c:v>
                </c:pt>
                <c:pt idx="16434">
                  <c:v>9787.9599999999991</c:v>
                </c:pt>
                <c:pt idx="16435">
                  <c:v>37252.230000000003</c:v>
                </c:pt>
                <c:pt idx="16436">
                  <c:v>35178.620000000003</c:v>
                </c:pt>
                <c:pt idx="16437">
                  <c:v>17744.330000000002</c:v>
                </c:pt>
                <c:pt idx="16438">
                  <c:v>32163.39</c:v>
                </c:pt>
                <c:pt idx="16439">
                  <c:v>32025.49</c:v>
                </c:pt>
                <c:pt idx="16440">
                  <c:v>6845.9</c:v>
                </c:pt>
                <c:pt idx="16441">
                  <c:v>76452.94</c:v>
                </c:pt>
                <c:pt idx="16442">
                  <c:v>7604.94</c:v>
                </c:pt>
                <c:pt idx="16443">
                  <c:v>28825.87</c:v>
                </c:pt>
                <c:pt idx="16444">
                  <c:v>51485.49</c:v>
                </c:pt>
                <c:pt idx="16445">
                  <c:v>74500.27</c:v>
                </c:pt>
                <c:pt idx="16446">
                  <c:v>16067.6</c:v>
                </c:pt>
                <c:pt idx="16447">
                  <c:v>18212.32</c:v>
                </c:pt>
                <c:pt idx="16448">
                  <c:v>40773.339999999997</c:v>
                </c:pt>
                <c:pt idx="16449">
                  <c:v>12629.32</c:v>
                </c:pt>
                <c:pt idx="16450">
                  <c:v>54845.38</c:v>
                </c:pt>
                <c:pt idx="16451">
                  <c:v>7718.16</c:v>
                </c:pt>
                <c:pt idx="16452">
                  <c:v>2744.1</c:v>
                </c:pt>
                <c:pt idx="16453">
                  <c:v>12133.71</c:v>
                </c:pt>
                <c:pt idx="16454">
                  <c:v>1709.49</c:v>
                </c:pt>
                <c:pt idx="16455">
                  <c:v>63957.98</c:v>
                </c:pt>
                <c:pt idx="16456">
                  <c:v>38356.6</c:v>
                </c:pt>
                <c:pt idx="16457">
                  <c:v>13309.98</c:v>
                </c:pt>
                <c:pt idx="16458">
                  <c:v>40841.14</c:v>
                </c:pt>
                <c:pt idx="16459">
                  <c:v>40140.83</c:v>
                </c:pt>
                <c:pt idx="16460">
                  <c:v>64461.7</c:v>
                </c:pt>
                <c:pt idx="16461">
                  <c:v>34656.720000000001</c:v>
                </c:pt>
                <c:pt idx="16462">
                  <c:v>21533.81</c:v>
                </c:pt>
                <c:pt idx="16463">
                  <c:v>23613.47</c:v>
                </c:pt>
                <c:pt idx="16464">
                  <c:v>9948.1</c:v>
                </c:pt>
                <c:pt idx="16465">
                  <c:v>67953.58</c:v>
                </c:pt>
                <c:pt idx="16466">
                  <c:v>76853.64</c:v>
                </c:pt>
                <c:pt idx="16467">
                  <c:v>6881.26</c:v>
                </c:pt>
                <c:pt idx="16468">
                  <c:v>65646</c:v>
                </c:pt>
                <c:pt idx="16469">
                  <c:v>102697.77</c:v>
                </c:pt>
                <c:pt idx="16470">
                  <c:v>30605.18</c:v>
                </c:pt>
                <c:pt idx="16471">
                  <c:v>17095.18</c:v>
                </c:pt>
                <c:pt idx="16472">
                  <c:v>52688.98</c:v>
                </c:pt>
                <c:pt idx="16473">
                  <c:v>79044.08</c:v>
                </c:pt>
                <c:pt idx="16474">
                  <c:v>18961.11</c:v>
                </c:pt>
                <c:pt idx="16475">
                  <c:v>13354.82</c:v>
                </c:pt>
                <c:pt idx="16476">
                  <c:v>5354.88</c:v>
                </c:pt>
                <c:pt idx="16477">
                  <c:v>41364.959999999999</c:v>
                </c:pt>
                <c:pt idx="16478">
                  <c:v>92291.96</c:v>
                </c:pt>
                <c:pt idx="16479">
                  <c:v>62179.55</c:v>
                </c:pt>
                <c:pt idx="16480">
                  <c:v>13745.45</c:v>
                </c:pt>
                <c:pt idx="16481">
                  <c:v>24537.66</c:v>
                </c:pt>
                <c:pt idx="16482">
                  <c:v>48101.26</c:v>
                </c:pt>
                <c:pt idx="16483">
                  <c:v>15123.34</c:v>
                </c:pt>
                <c:pt idx="16484">
                  <c:v>9509.33</c:v>
                </c:pt>
                <c:pt idx="16485">
                  <c:v>8658.34</c:v>
                </c:pt>
                <c:pt idx="16486">
                  <c:v>59733.83</c:v>
                </c:pt>
                <c:pt idx="16487">
                  <c:v>51552.9</c:v>
                </c:pt>
                <c:pt idx="16488">
                  <c:v>13779.17</c:v>
                </c:pt>
                <c:pt idx="16489">
                  <c:v>31339.88</c:v>
                </c:pt>
                <c:pt idx="16490">
                  <c:v>3740.99</c:v>
                </c:pt>
                <c:pt idx="16491">
                  <c:v>49845.94</c:v>
                </c:pt>
                <c:pt idx="16492">
                  <c:v>36102.78</c:v>
                </c:pt>
                <c:pt idx="16493">
                  <c:v>66855.44</c:v>
                </c:pt>
                <c:pt idx="16494">
                  <c:v>11279.08</c:v>
                </c:pt>
                <c:pt idx="16495">
                  <c:v>8636.32</c:v>
                </c:pt>
                <c:pt idx="16496">
                  <c:v>8245.2900000000009</c:v>
                </c:pt>
                <c:pt idx="16497">
                  <c:v>8075.55</c:v>
                </c:pt>
                <c:pt idx="16498">
                  <c:v>9862.07</c:v>
                </c:pt>
                <c:pt idx="16499">
                  <c:v>19331.759999999998</c:v>
                </c:pt>
                <c:pt idx="16500">
                  <c:v>69751.210000000006</c:v>
                </c:pt>
                <c:pt idx="16501">
                  <c:v>12549.03</c:v>
                </c:pt>
                <c:pt idx="16502">
                  <c:v>88962.72</c:v>
                </c:pt>
                <c:pt idx="16503">
                  <c:v>47160.86</c:v>
                </c:pt>
                <c:pt idx="16504">
                  <c:v>52684.38</c:v>
                </c:pt>
                <c:pt idx="16505">
                  <c:v>21733.14</c:v>
                </c:pt>
                <c:pt idx="16506">
                  <c:v>74704.42</c:v>
                </c:pt>
                <c:pt idx="16507">
                  <c:v>8514.74</c:v>
                </c:pt>
                <c:pt idx="16508">
                  <c:v>55139.7</c:v>
                </c:pt>
                <c:pt idx="16509">
                  <c:v>26103.51</c:v>
                </c:pt>
                <c:pt idx="16510">
                  <c:v>31283.91</c:v>
                </c:pt>
                <c:pt idx="16511">
                  <c:v>7183.42</c:v>
                </c:pt>
                <c:pt idx="16512">
                  <c:v>41364.410000000003</c:v>
                </c:pt>
                <c:pt idx="16513">
                  <c:v>8293.94</c:v>
                </c:pt>
                <c:pt idx="16514">
                  <c:v>3923.63</c:v>
                </c:pt>
                <c:pt idx="16515">
                  <c:v>14397.58</c:v>
                </c:pt>
                <c:pt idx="16516">
                  <c:v>9171.1</c:v>
                </c:pt>
                <c:pt idx="16517">
                  <c:v>35226.51</c:v>
                </c:pt>
                <c:pt idx="16518">
                  <c:v>80935.259999999995</c:v>
                </c:pt>
                <c:pt idx="16519">
                  <c:v>35804.42</c:v>
                </c:pt>
                <c:pt idx="16520">
                  <c:v>9025.36</c:v>
                </c:pt>
                <c:pt idx="16521">
                  <c:v>76884.36</c:v>
                </c:pt>
                <c:pt idx="16522">
                  <c:v>63255.86</c:v>
                </c:pt>
                <c:pt idx="16523">
                  <c:v>23931.73</c:v>
                </c:pt>
                <c:pt idx="16524">
                  <c:v>18729.73</c:v>
                </c:pt>
                <c:pt idx="16525">
                  <c:v>62203.01</c:v>
                </c:pt>
                <c:pt idx="16526">
                  <c:v>31227.27</c:v>
                </c:pt>
                <c:pt idx="16527">
                  <c:v>27470.26</c:v>
                </c:pt>
                <c:pt idx="16528">
                  <c:v>18448.57</c:v>
                </c:pt>
                <c:pt idx="16529">
                  <c:v>70322.460000000006</c:v>
                </c:pt>
                <c:pt idx="16530">
                  <c:v>8820.7099999999991</c:v>
                </c:pt>
                <c:pt idx="16531">
                  <c:v>23450.11</c:v>
                </c:pt>
                <c:pt idx="16532">
                  <c:v>55867.040000000001</c:v>
                </c:pt>
                <c:pt idx="16533">
                  <c:v>65111.44</c:v>
                </c:pt>
                <c:pt idx="16534">
                  <c:v>4742.7299999999996</c:v>
                </c:pt>
                <c:pt idx="16535">
                  <c:v>3334.19</c:v>
                </c:pt>
                <c:pt idx="16536">
                  <c:v>17002.12</c:v>
                </c:pt>
                <c:pt idx="16537">
                  <c:v>34924.51</c:v>
                </c:pt>
                <c:pt idx="16538">
                  <c:v>20588.82</c:v>
                </c:pt>
                <c:pt idx="16539">
                  <c:v>5771.48</c:v>
                </c:pt>
                <c:pt idx="16540">
                  <c:v>37306.120000000003</c:v>
                </c:pt>
                <c:pt idx="16541">
                  <c:v>8841.5499999999993</c:v>
                </c:pt>
                <c:pt idx="16542">
                  <c:v>2161.66</c:v>
                </c:pt>
                <c:pt idx="16543">
                  <c:v>6185.21</c:v>
                </c:pt>
                <c:pt idx="16544">
                  <c:v>7554.87</c:v>
                </c:pt>
                <c:pt idx="16545">
                  <c:v>12636.54</c:v>
                </c:pt>
                <c:pt idx="16546">
                  <c:v>71319.72</c:v>
                </c:pt>
                <c:pt idx="16547">
                  <c:v>59274.52</c:v>
                </c:pt>
                <c:pt idx="16548">
                  <c:v>5663.91</c:v>
                </c:pt>
                <c:pt idx="16549">
                  <c:v>4187.82</c:v>
                </c:pt>
                <c:pt idx="16550">
                  <c:v>48463.9</c:v>
                </c:pt>
                <c:pt idx="16551">
                  <c:v>19328.86</c:v>
                </c:pt>
                <c:pt idx="16552">
                  <c:v>35438.129999999997</c:v>
                </c:pt>
                <c:pt idx="16553">
                  <c:v>78835.009999999995</c:v>
                </c:pt>
                <c:pt idx="16554">
                  <c:v>7390.87</c:v>
                </c:pt>
                <c:pt idx="16555">
                  <c:v>1399.51</c:v>
                </c:pt>
                <c:pt idx="16556">
                  <c:v>59738.62</c:v>
                </c:pt>
                <c:pt idx="16557">
                  <c:v>57688.18</c:v>
                </c:pt>
                <c:pt idx="16558">
                  <c:v>28929.18</c:v>
                </c:pt>
                <c:pt idx="16559">
                  <c:v>58784.61</c:v>
                </c:pt>
                <c:pt idx="16560">
                  <c:v>11957.74</c:v>
                </c:pt>
                <c:pt idx="16561">
                  <c:v>19664.919999999998</c:v>
                </c:pt>
                <c:pt idx="16562">
                  <c:v>23949.17</c:v>
                </c:pt>
                <c:pt idx="16563">
                  <c:v>27940.080000000002</c:v>
                </c:pt>
                <c:pt idx="16564">
                  <c:v>44075.68</c:v>
                </c:pt>
                <c:pt idx="16565">
                  <c:v>32548.27</c:v>
                </c:pt>
                <c:pt idx="16566">
                  <c:v>44763.18</c:v>
                </c:pt>
                <c:pt idx="16567">
                  <c:v>28275.5</c:v>
                </c:pt>
                <c:pt idx="16568">
                  <c:v>6087.21</c:v>
                </c:pt>
                <c:pt idx="16569">
                  <c:v>17141.419999999998</c:v>
                </c:pt>
                <c:pt idx="16570">
                  <c:v>46858.64</c:v>
                </c:pt>
                <c:pt idx="16571">
                  <c:v>27915.62</c:v>
                </c:pt>
                <c:pt idx="16572">
                  <c:v>39773.82</c:v>
                </c:pt>
                <c:pt idx="16573">
                  <c:v>21834.85</c:v>
                </c:pt>
                <c:pt idx="16574">
                  <c:v>14113.3</c:v>
                </c:pt>
                <c:pt idx="16575">
                  <c:v>25882.92</c:v>
                </c:pt>
                <c:pt idx="16576">
                  <c:v>6208.65</c:v>
                </c:pt>
                <c:pt idx="16577">
                  <c:v>36685.97</c:v>
                </c:pt>
                <c:pt idx="16578">
                  <c:v>19637.599999999999</c:v>
                </c:pt>
                <c:pt idx="16579">
                  <c:v>87885.63</c:v>
                </c:pt>
                <c:pt idx="16580">
                  <c:v>6920.77</c:v>
                </c:pt>
                <c:pt idx="16581">
                  <c:v>26304.68</c:v>
                </c:pt>
                <c:pt idx="16582">
                  <c:v>41033.599999999999</c:v>
                </c:pt>
                <c:pt idx="16583">
                  <c:v>26810.86</c:v>
                </c:pt>
                <c:pt idx="16584">
                  <c:v>18990.3</c:v>
                </c:pt>
                <c:pt idx="16585">
                  <c:v>16061.17</c:v>
                </c:pt>
                <c:pt idx="16586">
                  <c:v>21363.33</c:v>
                </c:pt>
                <c:pt idx="16587">
                  <c:v>45577.35</c:v>
                </c:pt>
                <c:pt idx="16588">
                  <c:v>5789.56</c:v>
                </c:pt>
                <c:pt idx="16589">
                  <c:v>46176.17</c:v>
                </c:pt>
                <c:pt idx="16590">
                  <c:v>17887.02</c:v>
                </c:pt>
                <c:pt idx="16591">
                  <c:v>27474.2</c:v>
                </c:pt>
                <c:pt idx="16592">
                  <c:v>6886.64</c:v>
                </c:pt>
                <c:pt idx="16593">
                  <c:v>83556.73</c:v>
                </c:pt>
                <c:pt idx="16594">
                  <c:v>44299.92</c:v>
                </c:pt>
                <c:pt idx="16595">
                  <c:v>14878.21</c:v>
                </c:pt>
                <c:pt idx="16596">
                  <c:v>52840.1</c:v>
                </c:pt>
                <c:pt idx="16597">
                  <c:v>23853.62</c:v>
                </c:pt>
                <c:pt idx="16598">
                  <c:v>20936.14</c:v>
                </c:pt>
                <c:pt idx="16599">
                  <c:v>41794.300000000003</c:v>
                </c:pt>
                <c:pt idx="16600">
                  <c:v>11027.52</c:v>
                </c:pt>
                <c:pt idx="16601">
                  <c:v>19131.3</c:v>
                </c:pt>
                <c:pt idx="16602">
                  <c:v>66212.06</c:v>
                </c:pt>
                <c:pt idx="16603">
                  <c:v>53476.47</c:v>
                </c:pt>
                <c:pt idx="16604">
                  <c:v>19925.009999999998</c:v>
                </c:pt>
                <c:pt idx="16605">
                  <c:v>17903.240000000002</c:v>
                </c:pt>
                <c:pt idx="16606">
                  <c:v>8020.8</c:v>
                </c:pt>
                <c:pt idx="16607">
                  <c:v>15276.56</c:v>
                </c:pt>
                <c:pt idx="16608">
                  <c:v>6474.71</c:v>
                </c:pt>
                <c:pt idx="16609">
                  <c:v>74620.600000000006</c:v>
                </c:pt>
                <c:pt idx="16610">
                  <c:v>47765.59</c:v>
                </c:pt>
                <c:pt idx="16611">
                  <c:v>24431.21</c:v>
                </c:pt>
                <c:pt idx="16612">
                  <c:v>9662.64</c:v>
                </c:pt>
                <c:pt idx="16613">
                  <c:v>10170.049999999999</c:v>
                </c:pt>
                <c:pt idx="16614">
                  <c:v>18269.060000000001</c:v>
                </c:pt>
                <c:pt idx="16615">
                  <c:v>38584.67</c:v>
                </c:pt>
                <c:pt idx="16616">
                  <c:v>14349.79</c:v>
                </c:pt>
                <c:pt idx="16617">
                  <c:v>25361.78</c:v>
                </c:pt>
                <c:pt idx="16618">
                  <c:v>21083.71</c:v>
                </c:pt>
                <c:pt idx="16619">
                  <c:v>61654.89</c:v>
                </c:pt>
                <c:pt idx="16620">
                  <c:v>16088.44</c:v>
                </c:pt>
                <c:pt idx="16621">
                  <c:v>15460.14</c:v>
                </c:pt>
                <c:pt idx="16622">
                  <c:v>17730.509999999998</c:v>
                </c:pt>
                <c:pt idx="16623">
                  <c:v>94703.49</c:v>
                </c:pt>
                <c:pt idx="16624">
                  <c:v>73671.78</c:v>
                </c:pt>
                <c:pt idx="16625">
                  <c:v>14914.81</c:v>
                </c:pt>
                <c:pt idx="16626">
                  <c:v>28146.639999999999</c:v>
                </c:pt>
                <c:pt idx="16627">
                  <c:v>88558.41</c:v>
                </c:pt>
                <c:pt idx="16628">
                  <c:v>23998.37</c:v>
                </c:pt>
                <c:pt idx="16629">
                  <c:v>57690.49</c:v>
                </c:pt>
                <c:pt idx="16630">
                  <c:v>47185.74</c:v>
                </c:pt>
                <c:pt idx="16631">
                  <c:v>17079.740000000002</c:v>
                </c:pt>
                <c:pt idx="16632">
                  <c:v>32614.03</c:v>
                </c:pt>
                <c:pt idx="16633">
                  <c:v>43462.98</c:v>
                </c:pt>
                <c:pt idx="16634">
                  <c:v>25448.27</c:v>
                </c:pt>
                <c:pt idx="16635">
                  <c:v>56883.9</c:v>
                </c:pt>
                <c:pt idx="16636">
                  <c:v>36903.379999999997</c:v>
                </c:pt>
                <c:pt idx="16637">
                  <c:v>48180.45</c:v>
                </c:pt>
                <c:pt idx="16638">
                  <c:v>12710.88</c:v>
                </c:pt>
                <c:pt idx="16639">
                  <c:v>47785.88</c:v>
                </c:pt>
                <c:pt idx="16640">
                  <c:v>39418.26</c:v>
                </c:pt>
                <c:pt idx="16641">
                  <c:v>6540.11</c:v>
                </c:pt>
                <c:pt idx="16642">
                  <c:v>10379.36</c:v>
                </c:pt>
                <c:pt idx="16643">
                  <c:v>83958.92</c:v>
                </c:pt>
                <c:pt idx="16644">
                  <c:v>63193.57</c:v>
                </c:pt>
                <c:pt idx="16645">
                  <c:v>20402.34</c:v>
                </c:pt>
                <c:pt idx="16646">
                  <c:v>43910.63</c:v>
                </c:pt>
                <c:pt idx="16647">
                  <c:v>11996.62</c:v>
                </c:pt>
                <c:pt idx="16648">
                  <c:v>37528.339999999997</c:v>
                </c:pt>
                <c:pt idx="16649">
                  <c:v>26691.94</c:v>
                </c:pt>
                <c:pt idx="16650">
                  <c:v>20977.279999999999</c:v>
                </c:pt>
                <c:pt idx="16651">
                  <c:v>10315.61</c:v>
                </c:pt>
                <c:pt idx="16652">
                  <c:v>11867.02</c:v>
                </c:pt>
                <c:pt idx="16653">
                  <c:v>47869.71</c:v>
                </c:pt>
                <c:pt idx="16654">
                  <c:v>20358.62</c:v>
                </c:pt>
                <c:pt idx="16655">
                  <c:v>14953.34</c:v>
                </c:pt>
                <c:pt idx="16656">
                  <c:v>64674.19</c:v>
                </c:pt>
                <c:pt idx="16657">
                  <c:v>22032.01</c:v>
                </c:pt>
                <c:pt idx="16658">
                  <c:v>65590.31</c:v>
                </c:pt>
                <c:pt idx="16659">
                  <c:v>17752.64</c:v>
                </c:pt>
                <c:pt idx="16660">
                  <c:v>6887.54</c:v>
                </c:pt>
                <c:pt idx="16661">
                  <c:v>24154.7</c:v>
                </c:pt>
                <c:pt idx="16662">
                  <c:v>46128.01</c:v>
                </c:pt>
                <c:pt idx="16663">
                  <c:v>60109.11</c:v>
                </c:pt>
                <c:pt idx="16664">
                  <c:v>33996.480000000003</c:v>
                </c:pt>
                <c:pt idx="16665">
                  <c:v>3319.8</c:v>
                </c:pt>
                <c:pt idx="16666">
                  <c:v>12128.51</c:v>
                </c:pt>
                <c:pt idx="16667">
                  <c:v>21685.86</c:v>
                </c:pt>
                <c:pt idx="16668">
                  <c:v>9281.9500000000007</c:v>
                </c:pt>
                <c:pt idx="16669">
                  <c:v>12913.38</c:v>
                </c:pt>
                <c:pt idx="16670">
                  <c:v>52007.7</c:v>
                </c:pt>
                <c:pt idx="16671">
                  <c:v>6324.13</c:v>
                </c:pt>
                <c:pt idx="16672">
                  <c:v>28867.57</c:v>
                </c:pt>
                <c:pt idx="16673">
                  <c:v>25874.1</c:v>
                </c:pt>
                <c:pt idx="16674">
                  <c:v>5090.2299999999996</c:v>
                </c:pt>
                <c:pt idx="16675">
                  <c:v>41536.03</c:v>
                </c:pt>
                <c:pt idx="16676">
                  <c:v>56615.360000000001</c:v>
                </c:pt>
                <c:pt idx="16677">
                  <c:v>12831.27</c:v>
                </c:pt>
                <c:pt idx="16678">
                  <c:v>8465</c:v>
                </c:pt>
                <c:pt idx="16679">
                  <c:v>11446.89</c:v>
                </c:pt>
                <c:pt idx="16680">
                  <c:v>5228.32</c:v>
                </c:pt>
                <c:pt idx="16681">
                  <c:v>11209.78</c:v>
                </c:pt>
                <c:pt idx="16682">
                  <c:v>10875.42</c:v>
                </c:pt>
                <c:pt idx="16683">
                  <c:v>15637.65</c:v>
                </c:pt>
                <c:pt idx="16684">
                  <c:v>73502.84</c:v>
                </c:pt>
                <c:pt idx="16685">
                  <c:v>45700.33</c:v>
                </c:pt>
                <c:pt idx="16686">
                  <c:v>13533.66</c:v>
                </c:pt>
                <c:pt idx="16687">
                  <c:v>27293.93</c:v>
                </c:pt>
                <c:pt idx="16688">
                  <c:v>17758.02</c:v>
                </c:pt>
                <c:pt idx="16689">
                  <c:v>57866.18</c:v>
                </c:pt>
                <c:pt idx="16690">
                  <c:v>14724.11</c:v>
                </c:pt>
                <c:pt idx="16691">
                  <c:v>83203.89</c:v>
                </c:pt>
                <c:pt idx="16692">
                  <c:v>9639.11</c:v>
                </c:pt>
                <c:pt idx="16693">
                  <c:v>3672.01</c:v>
                </c:pt>
                <c:pt idx="16694">
                  <c:v>52133.34</c:v>
                </c:pt>
                <c:pt idx="16695">
                  <c:v>23786.22</c:v>
                </c:pt>
                <c:pt idx="16696">
                  <c:v>35585.42</c:v>
                </c:pt>
                <c:pt idx="16697">
                  <c:v>21137.06</c:v>
                </c:pt>
                <c:pt idx="16698">
                  <c:v>28305.66</c:v>
                </c:pt>
                <c:pt idx="16699">
                  <c:v>33786.769999999997</c:v>
                </c:pt>
                <c:pt idx="16700">
                  <c:v>28348.02</c:v>
                </c:pt>
                <c:pt idx="16701">
                  <c:v>8096.63</c:v>
                </c:pt>
                <c:pt idx="16702">
                  <c:v>12528.35</c:v>
                </c:pt>
                <c:pt idx="16703">
                  <c:v>34025.800000000003</c:v>
                </c:pt>
                <c:pt idx="16704">
                  <c:v>21040.93</c:v>
                </c:pt>
                <c:pt idx="16705">
                  <c:v>9392.65</c:v>
                </c:pt>
                <c:pt idx="16706">
                  <c:v>42348.57</c:v>
                </c:pt>
                <c:pt idx="16707">
                  <c:v>46217.06</c:v>
                </c:pt>
                <c:pt idx="16708">
                  <c:v>10971.54</c:v>
                </c:pt>
                <c:pt idx="16709">
                  <c:v>18506.12</c:v>
                </c:pt>
                <c:pt idx="16710">
                  <c:v>4613.72</c:v>
                </c:pt>
                <c:pt idx="16711">
                  <c:v>35338.75</c:v>
                </c:pt>
                <c:pt idx="16712">
                  <c:v>19682.560000000001</c:v>
                </c:pt>
                <c:pt idx="16713">
                  <c:v>7029.7</c:v>
                </c:pt>
                <c:pt idx="16714">
                  <c:v>49496.36</c:v>
                </c:pt>
                <c:pt idx="16715">
                  <c:v>45919.33</c:v>
                </c:pt>
                <c:pt idx="16716">
                  <c:v>53317.22</c:v>
                </c:pt>
                <c:pt idx="16717">
                  <c:v>46026.04</c:v>
                </c:pt>
                <c:pt idx="16718">
                  <c:v>48275.3</c:v>
                </c:pt>
                <c:pt idx="16719">
                  <c:v>48039.64</c:v>
                </c:pt>
                <c:pt idx="16720">
                  <c:v>64851.28</c:v>
                </c:pt>
                <c:pt idx="16721">
                  <c:v>16639.96</c:v>
                </c:pt>
                <c:pt idx="16722">
                  <c:v>18677.84</c:v>
                </c:pt>
                <c:pt idx="16723">
                  <c:v>30820.36</c:v>
                </c:pt>
                <c:pt idx="16724">
                  <c:v>61517.440000000002</c:v>
                </c:pt>
                <c:pt idx="16725">
                  <c:v>51641.47</c:v>
                </c:pt>
                <c:pt idx="16726">
                  <c:v>24656.03</c:v>
                </c:pt>
                <c:pt idx="16727">
                  <c:v>64662.7</c:v>
                </c:pt>
                <c:pt idx="16728">
                  <c:v>5813.29</c:v>
                </c:pt>
                <c:pt idx="16729">
                  <c:v>24772.77</c:v>
                </c:pt>
                <c:pt idx="16730">
                  <c:v>8404.02</c:v>
                </c:pt>
                <c:pt idx="16731">
                  <c:v>28348.06</c:v>
                </c:pt>
                <c:pt idx="16732">
                  <c:v>13474.39</c:v>
                </c:pt>
                <c:pt idx="16733">
                  <c:v>17073</c:v>
                </c:pt>
                <c:pt idx="16734">
                  <c:v>88151.679999999993</c:v>
                </c:pt>
                <c:pt idx="16735">
                  <c:v>10190.41</c:v>
                </c:pt>
                <c:pt idx="16736">
                  <c:v>13972.81</c:v>
                </c:pt>
                <c:pt idx="16737">
                  <c:v>64482.36</c:v>
                </c:pt>
                <c:pt idx="16738">
                  <c:v>19671.79</c:v>
                </c:pt>
                <c:pt idx="16739">
                  <c:v>9903.61</c:v>
                </c:pt>
                <c:pt idx="16740">
                  <c:v>8123.64</c:v>
                </c:pt>
                <c:pt idx="16741">
                  <c:v>31280.26</c:v>
                </c:pt>
                <c:pt idx="16742">
                  <c:v>49889.91</c:v>
                </c:pt>
                <c:pt idx="16743">
                  <c:v>56642.12</c:v>
                </c:pt>
                <c:pt idx="16744">
                  <c:v>38945.379999999997</c:v>
                </c:pt>
                <c:pt idx="16745">
                  <c:v>5957.36</c:v>
                </c:pt>
                <c:pt idx="16746">
                  <c:v>16440.71</c:v>
                </c:pt>
                <c:pt idx="16747">
                  <c:v>1854.97</c:v>
                </c:pt>
                <c:pt idx="16748">
                  <c:v>13109.71</c:v>
                </c:pt>
                <c:pt idx="16749">
                  <c:v>22378.95</c:v>
                </c:pt>
                <c:pt idx="16750">
                  <c:v>32651.49</c:v>
                </c:pt>
                <c:pt idx="16751">
                  <c:v>76475.350000000006</c:v>
                </c:pt>
                <c:pt idx="16752">
                  <c:v>15539.9</c:v>
                </c:pt>
                <c:pt idx="16753">
                  <c:v>55873.38</c:v>
                </c:pt>
                <c:pt idx="16754">
                  <c:v>49932.959999999999</c:v>
                </c:pt>
                <c:pt idx="16755">
                  <c:v>79508.600000000006</c:v>
                </c:pt>
                <c:pt idx="16756">
                  <c:v>28927.99</c:v>
                </c:pt>
                <c:pt idx="16757">
                  <c:v>30420.560000000001</c:v>
                </c:pt>
                <c:pt idx="16758">
                  <c:v>45152.2</c:v>
                </c:pt>
                <c:pt idx="16759">
                  <c:v>12687.44</c:v>
                </c:pt>
                <c:pt idx="16760">
                  <c:v>12136.95</c:v>
                </c:pt>
                <c:pt idx="16761">
                  <c:v>8874.4699999999993</c:v>
                </c:pt>
                <c:pt idx="16762">
                  <c:v>16312.72</c:v>
                </c:pt>
                <c:pt idx="16763">
                  <c:v>10228.959999999999</c:v>
                </c:pt>
                <c:pt idx="16764">
                  <c:v>18980.22</c:v>
                </c:pt>
                <c:pt idx="16765">
                  <c:v>30490.85</c:v>
                </c:pt>
                <c:pt idx="16766">
                  <c:v>21022.89</c:v>
                </c:pt>
                <c:pt idx="16767">
                  <c:v>7256.38</c:v>
                </c:pt>
                <c:pt idx="16768">
                  <c:v>8190.37</c:v>
                </c:pt>
                <c:pt idx="16769">
                  <c:v>31681.51</c:v>
                </c:pt>
                <c:pt idx="16770">
                  <c:v>90959.37</c:v>
                </c:pt>
                <c:pt idx="16771">
                  <c:v>8313.61</c:v>
                </c:pt>
                <c:pt idx="16772">
                  <c:v>86180.69</c:v>
                </c:pt>
                <c:pt idx="16773">
                  <c:v>43181.41</c:v>
                </c:pt>
                <c:pt idx="16774">
                  <c:v>7481.96</c:v>
                </c:pt>
                <c:pt idx="16775">
                  <c:v>17562.91</c:v>
                </c:pt>
                <c:pt idx="16776">
                  <c:v>16146.49</c:v>
                </c:pt>
                <c:pt idx="16777">
                  <c:v>43895.67</c:v>
                </c:pt>
                <c:pt idx="16778">
                  <c:v>10772.16</c:v>
                </c:pt>
                <c:pt idx="16779">
                  <c:v>17332.7</c:v>
                </c:pt>
                <c:pt idx="16780">
                  <c:v>8564.91</c:v>
                </c:pt>
                <c:pt idx="16781">
                  <c:v>41154.620000000003</c:v>
                </c:pt>
                <c:pt idx="16782">
                  <c:v>38984.769999999997</c:v>
                </c:pt>
                <c:pt idx="16783">
                  <c:v>45329.09</c:v>
                </c:pt>
                <c:pt idx="16784">
                  <c:v>30077.360000000001</c:v>
                </c:pt>
                <c:pt idx="16785">
                  <c:v>8251.8700000000008</c:v>
                </c:pt>
                <c:pt idx="16786">
                  <c:v>15032.51</c:v>
                </c:pt>
                <c:pt idx="16787">
                  <c:v>22898.14</c:v>
                </c:pt>
                <c:pt idx="16788">
                  <c:v>28150.080000000002</c:v>
                </c:pt>
                <c:pt idx="16789">
                  <c:v>29206.63</c:v>
                </c:pt>
                <c:pt idx="16790">
                  <c:v>6069.16</c:v>
                </c:pt>
                <c:pt idx="16791">
                  <c:v>31091.24</c:v>
                </c:pt>
                <c:pt idx="16792">
                  <c:v>31637.26</c:v>
                </c:pt>
                <c:pt idx="16793">
                  <c:v>8407.06</c:v>
                </c:pt>
                <c:pt idx="16794">
                  <c:v>21917.42</c:v>
                </c:pt>
                <c:pt idx="16795">
                  <c:v>51775.58</c:v>
                </c:pt>
                <c:pt idx="16796">
                  <c:v>8024.14</c:v>
                </c:pt>
                <c:pt idx="16797">
                  <c:v>62675.43</c:v>
                </c:pt>
                <c:pt idx="16798">
                  <c:v>28558.06</c:v>
                </c:pt>
                <c:pt idx="16799">
                  <c:v>30622.2</c:v>
                </c:pt>
                <c:pt idx="16800">
                  <c:v>80019.759999999995</c:v>
                </c:pt>
                <c:pt idx="16801">
                  <c:v>47057.22</c:v>
                </c:pt>
                <c:pt idx="16802">
                  <c:v>38157.879999999997</c:v>
                </c:pt>
                <c:pt idx="16803">
                  <c:v>24765.3</c:v>
                </c:pt>
                <c:pt idx="16804">
                  <c:v>25385.05</c:v>
                </c:pt>
                <c:pt idx="16805">
                  <c:v>7773.11</c:v>
                </c:pt>
                <c:pt idx="16806">
                  <c:v>59456.09</c:v>
                </c:pt>
                <c:pt idx="16807">
                  <c:v>10111.5</c:v>
                </c:pt>
                <c:pt idx="16808">
                  <c:v>21860.33</c:v>
                </c:pt>
                <c:pt idx="16809">
                  <c:v>45865.25</c:v>
                </c:pt>
                <c:pt idx="16810">
                  <c:v>62890.13</c:v>
                </c:pt>
                <c:pt idx="16811">
                  <c:v>3863.4</c:v>
                </c:pt>
                <c:pt idx="16812">
                  <c:v>15705.71</c:v>
                </c:pt>
                <c:pt idx="16813">
                  <c:v>68837.820000000007</c:v>
                </c:pt>
                <c:pt idx="16814">
                  <c:v>43127.47</c:v>
                </c:pt>
                <c:pt idx="16815">
                  <c:v>18754.55</c:v>
                </c:pt>
                <c:pt idx="16816">
                  <c:v>28850.79</c:v>
                </c:pt>
                <c:pt idx="16817">
                  <c:v>4013.48</c:v>
                </c:pt>
                <c:pt idx="16818">
                  <c:v>5583.47</c:v>
                </c:pt>
                <c:pt idx="16819">
                  <c:v>8314.93</c:v>
                </c:pt>
                <c:pt idx="16820">
                  <c:v>42949.49</c:v>
                </c:pt>
                <c:pt idx="16821">
                  <c:v>6876.03</c:v>
                </c:pt>
                <c:pt idx="16822">
                  <c:v>9632.2000000000007</c:v>
                </c:pt>
                <c:pt idx="16823">
                  <c:v>21870.37</c:v>
                </c:pt>
                <c:pt idx="16824">
                  <c:v>68641.679999999993</c:v>
                </c:pt>
                <c:pt idx="16825">
                  <c:v>34519.43</c:v>
                </c:pt>
                <c:pt idx="16826">
                  <c:v>14388.57</c:v>
                </c:pt>
                <c:pt idx="16827">
                  <c:v>21636.25</c:v>
                </c:pt>
                <c:pt idx="16828">
                  <c:v>4294.8</c:v>
                </c:pt>
                <c:pt idx="16829">
                  <c:v>18854.32</c:v>
                </c:pt>
                <c:pt idx="16830">
                  <c:v>32956.730000000003</c:v>
                </c:pt>
                <c:pt idx="16831">
                  <c:v>11419.61</c:v>
                </c:pt>
                <c:pt idx="16832">
                  <c:v>30694.1</c:v>
                </c:pt>
                <c:pt idx="16833">
                  <c:v>8115.41</c:v>
                </c:pt>
                <c:pt idx="16834">
                  <c:v>25053.53</c:v>
                </c:pt>
                <c:pt idx="16835">
                  <c:v>30101.84</c:v>
                </c:pt>
                <c:pt idx="16836">
                  <c:v>45766.41</c:v>
                </c:pt>
                <c:pt idx="16837">
                  <c:v>17074.13</c:v>
                </c:pt>
                <c:pt idx="16838">
                  <c:v>7224.98</c:v>
                </c:pt>
                <c:pt idx="16839">
                  <c:v>59502.02</c:v>
                </c:pt>
                <c:pt idx="16840">
                  <c:v>35027.58</c:v>
                </c:pt>
                <c:pt idx="16841">
                  <c:v>10014.76</c:v>
                </c:pt>
                <c:pt idx="16842">
                  <c:v>30152.400000000001</c:v>
                </c:pt>
                <c:pt idx="16843">
                  <c:v>15421.08</c:v>
                </c:pt>
                <c:pt idx="16844">
                  <c:v>20980.32</c:v>
                </c:pt>
                <c:pt idx="16845">
                  <c:v>15613.48</c:v>
                </c:pt>
                <c:pt idx="16846">
                  <c:v>7906.12</c:v>
                </c:pt>
                <c:pt idx="16847">
                  <c:v>18850.55</c:v>
                </c:pt>
                <c:pt idx="16848">
                  <c:v>53221.04</c:v>
                </c:pt>
                <c:pt idx="16849">
                  <c:v>12215.01</c:v>
                </c:pt>
                <c:pt idx="16850">
                  <c:v>3029.44</c:v>
                </c:pt>
                <c:pt idx="16851">
                  <c:v>63555.49</c:v>
                </c:pt>
                <c:pt idx="16852">
                  <c:v>37048.720000000001</c:v>
                </c:pt>
                <c:pt idx="16853">
                  <c:v>7564.19</c:v>
                </c:pt>
                <c:pt idx="16854">
                  <c:v>7438.82</c:v>
                </c:pt>
                <c:pt idx="16855">
                  <c:v>76993.399999999994</c:v>
                </c:pt>
                <c:pt idx="16856">
                  <c:v>38696.54</c:v>
                </c:pt>
                <c:pt idx="16857">
                  <c:v>19608.400000000001</c:v>
                </c:pt>
                <c:pt idx="16858">
                  <c:v>47191.83</c:v>
                </c:pt>
                <c:pt idx="16859">
                  <c:v>16882.330000000002</c:v>
                </c:pt>
                <c:pt idx="16860">
                  <c:v>4036.28</c:v>
                </c:pt>
                <c:pt idx="16861">
                  <c:v>4399.4399999999996</c:v>
                </c:pt>
                <c:pt idx="16862">
                  <c:v>10318.06</c:v>
                </c:pt>
                <c:pt idx="16863">
                  <c:v>49089.18</c:v>
                </c:pt>
                <c:pt idx="16864">
                  <c:v>8217.51</c:v>
                </c:pt>
                <c:pt idx="16865">
                  <c:v>11242.66</c:v>
                </c:pt>
                <c:pt idx="16866">
                  <c:v>3764.37</c:v>
                </c:pt>
                <c:pt idx="16867">
                  <c:v>23440.51</c:v>
                </c:pt>
                <c:pt idx="16868">
                  <c:v>7591.34</c:v>
                </c:pt>
                <c:pt idx="16869">
                  <c:v>13306.31</c:v>
                </c:pt>
                <c:pt idx="16870">
                  <c:v>33929.11</c:v>
                </c:pt>
                <c:pt idx="16871">
                  <c:v>38750.67</c:v>
                </c:pt>
                <c:pt idx="16872">
                  <c:v>28915.86</c:v>
                </c:pt>
                <c:pt idx="16873">
                  <c:v>85799.86</c:v>
                </c:pt>
                <c:pt idx="16874">
                  <c:v>29431.54</c:v>
                </c:pt>
                <c:pt idx="16875">
                  <c:v>59408.36</c:v>
                </c:pt>
                <c:pt idx="16876">
                  <c:v>52115.45</c:v>
                </c:pt>
                <c:pt idx="16877">
                  <c:v>30776.85</c:v>
                </c:pt>
                <c:pt idx="16878">
                  <c:v>27132.46</c:v>
                </c:pt>
                <c:pt idx="16879">
                  <c:v>15522.76</c:v>
                </c:pt>
                <c:pt idx="16880">
                  <c:v>14155.41</c:v>
                </c:pt>
                <c:pt idx="16881">
                  <c:v>18815.23</c:v>
                </c:pt>
                <c:pt idx="16882">
                  <c:v>89443.199999999997</c:v>
                </c:pt>
                <c:pt idx="16883">
                  <c:v>17420.439999999999</c:v>
                </c:pt>
                <c:pt idx="16884">
                  <c:v>3368.57</c:v>
                </c:pt>
                <c:pt idx="16885">
                  <c:v>52216.87</c:v>
                </c:pt>
                <c:pt idx="16886">
                  <c:v>35470.97</c:v>
                </c:pt>
                <c:pt idx="16887">
                  <c:v>13629.45</c:v>
                </c:pt>
                <c:pt idx="16888">
                  <c:v>41482.639999999999</c:v>
                </c:pt>
                <c:pt idx="16889">
                  <c:v>18625.87</c:v>
                </c:pt>
                <c:pt idx="16890">
                  <c:v>69026.679999999993</c:v>
                </c:pt>
                <c:pt idx="16891">
                  <c:v>48649.919999999998</c:v>
                </c:pt>
                <c:pt idx="16892">
                  <c:v>58061.56</c:v>
                </c:pt>
                <c:pt idx="16893">
                  <c:v>36002.61</c:v>
                </c:pt>
                <c:pt idx="16894">
                  <c:v>25042.71</c:v>
                </c:pt>
                <c:pt idx="16895">
                  <c:v>3649.31</c:v>
                </c:pt>
                <c:pt idx="16896">
                  <c:v>8134.61</c:v>
                </c:pt>
                <c:pt idx="16897">
                  <c:v>33564</c:v>
                </c:pt>
                <c:pt idx="16898">
                  <c:v>80421.39</c:v>
                </c:pt>
                <c:pt idx="16899">
                  <c:v>29125.09</c:v>
                </c:pt>
                <c:pt idx="16900">
                  <c:v>34415.32</c:v>
                </c:pt>
                <c:pt idx="16901">
                  <c:v>31491.919999999998</c:v>
                </c:pt>
                <c:pt idx="16902">
                  <c:v>50485.9</c:v>
                </c:pt>
                <c:pt idx="16903">
                  <c:v>70952.179999999993</c:v>
                </c:pt>
                <c:pt idx="16904">
                  <c:v>43494.879999999997</c:v>
                </c:pt>
                <c:pt idx="16905">
                  <c:v>98346.36</c:v>
                </c:pt>
                <c:pt idx="16906">
                  <c:v>18978.91</c:v>
                </c:pt>
                <c:pt idx="16907">
                  <c:v>52505.96</c:v>
                </c:pt>
                <c:pt idx="16908">
                  <c:v>40856.339999999997</c:v>
                </c:pt>
                <c:pt idx="16909">
                  <c:v>49762.02</c:v>
                </c:pt>
                <c:pt idx="16910">
                  <c:v>10468.43</c:v>
                </c:pt>
                <c:pt idx="16911">
                  <c:v>29095</c:v>
                </c:pt>
                <c:pt idx="16912">
                  <c:v>47626.74</c:v>
                </c:pt>
                <c:pt idx="16913">
                  <c:v>2779.74</c:v>
                </c:pt>
                <c:pt idx="16914">
                  <c:v>4878.05</c:v>
                </c:pt>
                <c:pt idx="16915">
                  <c:v>57364.76</c:v>
                </c:pt>
                <c:pt idx="16916">
                  <c:v>37003.550000000003</c:v>
                </c:pt>
                <c:pt idx="16917">
                  <c:v>13728.33</c:v>
                </c:pt>
                <c:pt idx="16918">
                  <c:v>20784.490000000002</c:v>
                </c:pt>
                <c:pt idx="16919">
                  <c:v>47717.87</c:v>
                </c:pt>
                <c:pt idx="16920">
                  <c:v>38327.25</c:v>
                </c:pt>
                <c:pt idx="16921">
                  <c:v>16715.080000000002</c:v>
                </c:pt>
                <c:pt idx="16922">
                  <c:v>5734.28</c:v>
                </c:pt>
                <c:pt idx="16923">
                  <c:v>19062.25</c:v>
                </c:pt>
                <c:pt idx="16924">
                  <c:v>3803.23</c:v>
                </c:pt>
                <c:pt idx="16925">
                  <c:v>5989.91</c:v>
                </c:pt>
                <c:pt idx="16926">
                  <c:v>1435.95</c:v>
                </c:pt>
                <c:pt idx="16927">
                  <c:v>9247.41</c:v>
                </c:pt>
                <c:pt idx="16928">
                  <c:v>7615.71</c:v>
                </c:pt>
                <c:pt idx="16929">
                  <c:v>10706.85</c:v>
                </c:pt>
                <c:pt idx="16930">
                  <c:v>10818.83</c:v>
                </c:pt>
                <c:pt idx="16931">
                  <c:v>14055.82</c:v>
                </c:pt>
                <c:pt idx="16932">
                  <c:v>16637.46</c:v>
                </c:pt>
                <c:pt idx="16933">
                  <c:v>40798.629999999997</c:v>
                </c:pt>
                <c:pt idx="16934">
                  <c:v>38534.83</c:v>
                </c:pt>
                <c:pt idx="16935">
                  <c:v>36787.879999999997</c:v>
                </c:pt>
                <c:pt idx="16936">
                  <c:v>53900.34</c:v>
                </c:pt>
                <c:pt idx="16937">
                  <c:v>99293.57</c:v>
                </c:pt>
                <c:pt idx="16938">
                  <c:v>35493.82</c:v>
                </c:pt>
                <c:pt idx="16939">
                  <c:v>20657.740000000002</c:v>
                </c:pt>
                <c:pt idx="16940">
                  <c:v>12712.51</c:v>
                </c:pt>
                <c:pt idx="16941">
                  <c:v>6780.94</c:v>
                </c:pt>
                <c:pt idx="16942">
                  <c:v>19878.23</c:v>
                </c:pt>
                <c:pt idx="16943">
                  <c:v>34002.93</c:v>
                </c:pt>
                <c:pt idx="16944">
                  <c:v>13219.83</c:v>
                </c:pt>
                <c:pt idx="16945">
                  <c:v>3293.55</c:v>
                </c:pt>
                <c:pt idx="16946">
                  <c:v>9289.31</c:v>
                </c:pt>
                <c:pt idx="16947">
                  <c:v>32640.3</c:v>
                </c:pt>
                <c:pt idx="16948">
                  <c:v>86095.7</c:v>
                </c:pt>
                <c:pt idx="16949">
                  <c:v>3850.75</c:v>
                </c:pt>
                <c:pt idx="16950">
                  <c:v>31229.19</c:v>
                </c:pt>
                <c:pt idx="16951">
                  <c:v>32283.55</c:v>
                </c:pt>
                <c:pt idx="16952">
                  <c:v>20499.36</c:v>
                </c:pt>
                <c:pt idx="16953">
                  <c:v>18295.86</c:v>
                </c:pt>
                <c:pt idx="16954">
                  <c:v>46811.519999999997</c:v>
                </c:pt>
                <c:pt idx="16955">
                  <c:v>46232.11</c:v>
                </c:pt>
                <c:pt idx="16956">
                  <c:v>37373.14</c:v>
                </c:pt>
                <c:pt idx="16957">
                  <c:v>81299.58</c:v>
                </c:pt>
                <c:pt idx="16958">
                  <c:v>27616.18</c:v>
                </c:pt>
                <c:pt idx="16959">
                  <c:v>50690.54</c:v>
                </c:pt>
                <c:pt idx="16960">
                  <c:v>17992.96</c:v>
                </c:pt>
                <c:pt idx="16961">
                  <c:v>23404.91</c:v>
                </c:pt>
                <c:pt idx="16962">
                  <c:v>30014.9</c:v>
                </c:pt>
                <c:pt idx="16963">
                  <c:v>8450.76</c:v>
                </c:pt>
                <c:pt idx="16964">
                  <c:v>43932.08</c:v>
                </c:pt>
                <c:pt idx="16965">
                  <c:v>17867.66</c:v>
                </c:pt>
                <c:pt idx="16966">
                  <c:v>8327.2999999999993</c:v>
                </c:pt>
                <c:pt idx="16967">
                  <c:v>46320.2</c:v>
                </c:pt>
                <c:pt idx="16968">
                  <c:v>10153.11</c:v>
                </c:pt>
                <c:pt idx="16969">
                  <c:v>13964.83</c:v>
                </c:pt>
                <c:pt idx="16970">
                  <c:v>60220.83</c:v>
                </c:pt>
                <c:pt idx="16971">
                  <c:v>53803.45</c:v>
                </c:pt>
                <c:pt idx="16972">
                  <c:v>16753.400000000001</c:v>
                </c:pt>
                <c:pt idx="16973">
                  <c:v>46821.86</c:v>
                </c:pt>
                <c:pt idx="16974">
                  <c:v>42070.080000000002</c:v>
                </c:pt>
                <c:pt idx="16975">
                  <c:v>97376.16</c:v>
                </c:pt>
                <c:pt idx="16976">
                  <c:v>18189.93</c:v>
                </c:pt>
                <c:pt idx="16977">
                  <c:v>88271.4</c:v>
                </c:pt>
                <c:pt idx="16978">
                  <c:v>10321.540000000001</c:v>
                </c:pt>
                <c:pt idx="16979">
                  <c:v>8075.43</c:v>
                </c:pt>
                <c:pt idx="16980">
                  <c:v>58067.92</c:v>
                </c:pt>
                <c:pt idx="16981">
                  <c:v>17882.77</c:v>
                </c:pt>
                <c:pt idx="16982">
                  <c:v>7545.8</c:v>
                </c:pt>
                <c:pt idx="16983">
                  <c:v>36634.5</c:v>
                </c:pt>
                <c:pt idx="16984">
                  <c:v>18333.89</c:v>
                </c:pt>
                <c:pt idx="16985">
                  <c:v>2961.86</c:v>
                </c:pt>
                <c:pt idx="16986">
                  <c:v>60626.48</c:v>
                </c:pt>
                <c:pt idx="16987">
                  <c:v>48841.95</c:v>
                </c:pt>
                <c:pt idx="16988">
                  <c:v>5111.08</c:v>
                </c:pt>
                <c:pt idx="16989">
                  <c:v>71327.509999999995</c:v>
                </c:pt>
                <c:pt idx="16990">
                  <c:v>50601.279999999999</c:v>
                </c:pt>
                <c:pt idx="16991">
                  <c:v>40554.199999999997</c:v>
                </c:pt>
                <c:pt idx="16992">
                  <c:v>10055.299999999999</c:v>
                </c:pt>
                <c:pt idx="16993">
                  <c:v>18854.45</c:v>
                </c:pt>
                <c:pt idx="16994">
                  <c:v>16155.72</c:v>
                </c:pt>
                <c:pt idx="16995">
                  <c:v>19888.39</c:v>
                </c:pt>
                <c:pt idx="16996">
                  <c:v>3631.57</c:v>
                </c:pt>
                <c:pt idx="16997">
                  <c:v>21132.03</c:v>
                </c:pt>
                <c:pt idx="16998">
                  <c:v>51611.87</c:v>
                </c:pt>
                <c:pt idx="16999">
                  <c:v>104091.02</c:v>
                </c:pt>
                <c:pt idx="17000">
                  <c:v>6752.8</c:v>
                </c:pt>
                <c:pt idx="17001">
                  <c:v>9092.76</c:v>
                </c:pt>
                <c:pt idx="17002">
                  <c:v>25786.74</c:v>
                </c:pt>
                <c:pt idx="17003">
                  <c:v>19772.759999999998</c:v>
                </c:pt>
                <c:pt idx="17004">
                  <c:v>80153.58</c:v>
                </c:pt>
                <c:pt idx="17005">
                  <c:v>55262.84</c:v>
                </c:pt>
                <c:pt idx="17006">
                  <c:v>20066.82</c:v>
                </c:pt>
                <c:pt idx="17007">
                  <c:v>93207.33</c:v>
                </c:pt>
                <c:pt idx="17008">
                  <c:v>12200.86</c:v>
                </c:pt>
                <c:pt idx="17009">
                  <c:v>41190.36</c:v>
                </c:pt>
                <c:pt idx="17010">
                  <c:v>73718.320000000007</c:v>
                </c:pt>
                <c:pt idx="17011">
                  <c:v>29981.45</c:v>
                </c:pt>
                <c:pt idx="17012">
                  <c:v>21674.48</c:v>
                </c:pt>
                <c:pt idx="17013">
                  <c:v>48103.23</c:v>
                </c:pt>
                <c:pt idx="17014">
                  <c:v>13928.83</c:v>
                </c:pt>
                <c:pt idx="17015">
                  <c:v>2305.02</c:v>
                </c:pt>
                <c:pt idx="17016">
                  <c:v>14859.27</c:v>
                </c:pt>
                <c:pt idx="17017">
                  <c:v>29971.24</c:v>
                </c:pt>
                <c:pt idx="17018">
                  <c:v>70992.69</c:v>
                </c:pt>
                <c:pt idx="17019">
                  <c:v>25560.21</c:v>
                </c:pt>
                <c:pt idx="17020">
                  <c:v>8453.42</c:v>
                </c:pt>
                <c:pt idx="17021">
                  <c:v>49800.95</c:v>
                </c:pt>
                <c:pt idx="17022">
                  <c:v>11982.79</c:v>
                </c:pt>
                <c:pt idx="17023">
                  <c:v>44935.7</c:v>
                </c:pt>
                <c:pt idx="17024">
                  <c:v>5831.67</c:v>
                </c:pt>
                <c:pt idx="17025">
                  <c:v>10791.9</c:v>
                </c:pt>
                <c:pt idx="17026">
                  <c:v>3312.56</c:v>
                </c:pt>
                <c:pt idx="17027">
                  <c:v>9286.58</c:v>
                </c:pt>
                <c:pt idx="17028">
                  <c:v>5057.01</c:v>
                </c:pt>
                <c:pt idx="17029">
                  <c:v>3562.88</c:v>
                </c:pt>
                <c:pt idx="17030">
                  <c:v>32544.98</c:v>
                </c:pt>
                <c:pt idx="17031">
                  <c:v>15634</c:v>
                </c:pt>
                <c:pt idx="17032">
                  <c:v>56063.78</c:v>
                </c:pt>
                <c:pt idx="17033">
                  <c:v>2769.81</c:v>
                </c:pt>
                <c:pt idx="17034">
                  <c:v>24392.05</c:v>
                </c:pt>
                <c:pt idx="17035">
                  <c:v>10390.02</c:v>
                </c:pt>
                <c:pt idx="17036">
                  <c:v>2032.6</c:v>
                </c:pt>
                <c:pt idx="17037">
                  <c:v>45418.9</c:v>
                </c:pt>
                <c:pt idx="17038">
                  <c:v>4901.18</c:v>
                </c:pt>
                <c:pt idx="17039">
                  <c:v>6362.6</c:v>
                </c:pt>
                <c:pt idx="17040">
                  <c:v>11245.06</c:v>
                </c:pt>
                <c:pt idx="17041">
                  <c:v>7029.91</c:v>
                </c:pt>
                <c:pt idx="17042">
                  <c:v>55957.61</c:v>
                </c:pt>
                <c:pt idx="17043">
                  <c:v>39769.21</c:v>
                </c:pt>
                <c:pt idx="17044">
                  <c:v>38261.67</c:v>
                </c:pt>
                <c:pt idx="17045">
                  <c:v>16344.91</c:v>
                </c:pt>
                <c:pt idx="17046">
                  <c:v>28372.22</c:v>
                </c:pt>
                <c:pt idx="17047">
                  <c:v>11580.79</c:v>
                </c:pt>
                <c:pt idx="17048">
                  <c:v>8111.02</c:v>
                </c:pt>
                <c:pt idx="17049">
                  <c:v>81619.179999999993</c:v>
                </c:pt>
                <c:pt idx="17050">
                  <c:v>9773.19</c:v>
                </c:pt>
                <c:pt idx="17051">
                  <c:v>7972.61</c:v>
                </c:pt>
                <c:pt idx="17052">
                  <c:v>27955.1</c:v>
                </c:pt>
                <c:pt idx="17053">
                  <c:v>18600.599999999999</c:v>
                </c:pt>
                <c:pt idx="17054">
                  <c:v>7911.16</c:v>
                </c:pt>
                <c:pt idx="17055">
                  <c:v>26061.21</c:v>
                </c:pt>
                <c:pt idx="17056">
                  <c:v>6711.8</c:v>
                </c:pt>
                <c:pt idx="17057">
                  <c:v>40748.400000000001</c:v>
                </c:pt>
                <c:pt idx="17058">
                  <c:v>34348.28</c:v>
                </c:pt>
                <c:pt idx="17059">
                  <c:v>11576.48</c:v>
                </c:pt>
                <c:pt idx="17060">
                  <c:v>15125.01</c:v>
                </c:pt>
                <c:pt idx="17061">
                  <c:v>67847.56</c:v>
                </c:pt>
                <c:pt idx="17062">
                  <c:v>36007.760000000002</c:v>
                </c:pt>
                <c:pt idx="17063">
                  <c:v>38901.21</c:v>
                </c:pt>
                <c:pt idx="17064">
                  <c:v>5548.97</c:v>
                </c:pt>
                <c:pt idx="17065">
                  <c:v>33864.26</c:v>
                </c:pt>
                <c:pt idx="17066">
                  <c:v>13301.09</c:v>
                </c:pt>
                <c:pt idx="17067">
                  <c:v>20598.73</c:v>
                </c:pt>
                <c:pt idx="17068">
                  <c:v>43089.38</c:v>
                </c:pt>
                <c:pt idx="17069">
                  <c:v>60388.7</c:v>
                </c:pt>
                <c:pt idx="17070">
                  <c:v>7735.11</c:v>
                </c:pt>
                <c:pt idx="17071">
                  <c:v>50878.02</c:v>
                </c:pt>
                <c:pt idx="17072">
                  <c:v>7602.03</c:v>
                </c:pt>
                <c:pt idx="17073">
                  <c:v>12515.39</c:v>
                </c:pt>
                <c:pt idx="17074">
                  <c:v>10696.14</c:v>
                </c:pt>
                <c:pt idx="17075">
                  <c:v>8871.26</c:v>
                </c:pt>
                <c:pt idx="17076">
                  <c:v>2719.5</c:v>
                </c:pt>
                <c:pt idx="17077">
                  <c:v>64533.74</c:v>
                </c:pt>
                <c:pt idx="17078">
                  <c:v>40925.06</c:v>
                </c:pt>
                <c:pt idx="17079">
                  <c:v>16156.62</c:v>
                </c:pt>
                <c:pt idx="17080">
                  <c:v>22857.24</c:v>
                </c:pt>
                <c:pt idx="17081">
                  <c:v>20320.86</c:v>
                </c:pt>
                <c:pt idx="17082">
                  <c:v>96662.9</c:v>
                </c:pt>
                <c:pt idx="17083">
                  <c:v>64875.57</c:v>
                </c:pt>
                <c:pt idx="17084">
                  <c:v>39455.96</c:v>
                </c:pt>
                <c:pt idx="17085">
                  <c:v>62889.94</c:v>
                </c:pt>
                <c:pt idx="17086">
                  <c:v>6762.11</c:v>
                </c:pt>
                <c:pt idx="17087">
                  <c:v>38343.730000000003</c:v>
                </c:pt>
                <c:pt idx="17088">
                  <c:v>17290.27</c:v>
                </c:pt>
                <c:pt idx="17089">
                  <c:v>6906.67</c:v>
                </c:pt>
                <c:pt idx="17090">
                  <c:v>28255.03</c:v>
                </c:pt>
                <c:pt idx="17091">
                  <c:v>104687.62</c:v>
                </c:pt>
                <c:pt idx="17092">
                  <c:v>10912.99</c:v>
                </c:pt>
                <c:pt idx="17093">
                  <c:v>1761.71</c:v>
                </c:pt>
                <c:pt idx="17094">
                  <c:v>29477.200000000001</c:v>
                </c:pt>
                <c:pt idx="17095">
                  <c:v>26025.77</c:v>
                </c:pt>
                <c:pt idx="17096">
                  <c:v>50108.53</c:v>
                </c:pt>
                <c:pt idx="17097">
                  <c:v>31788.95</c:v>
                </c:pt>
                <c:pt idx="17098">
                  <c:v>32468.94</c:v>
                </c:pt>
                <c:pt idx="17099">
                  <c:v>28340.18</c:v>
                </c:pt>
                <c:pt idx="17100">
                  <c:v>35174.9</c:v>
                </c:pt>
                <c:pt idx="17101">
                  <c:v>19353.47</c:v>
                </c:pt>
                <c:pt idx="17102">
                  <c:v>26757.23</c:v>
                </c:pt>
                <c:pt idx="17103">
                  <c:v>26978.93</c:v>
                </c:pt>
                <c:pt idx="17104">
                  <c:v>27534.86</c:v>
                </c:pt>
                <c:pt idx="17105">
                  <c:v>8361.82</c:v>
                </c:pt>
                <c:pt idx="17106">
                  <c:v>64816.56</c:v>
                </c:pt>
                <c:pt idx="17107">
                  <c:v>78832.66</c:v>
                </c:pt>
                <c:pt idx="17108">
                  <c:v>6872.69</c:v>
                </c:pt>
                <c:pt idx="17109">
                  <c:v>46225.72</c:v>
                </c:pt>
                <c:pt idx="17110">
                  <c:v>15046.21</c:v>
                </c:pt>
                <c:pt idx="17111">
                  <c:v>10476.06</c:v>
                </c:pt>
                <c:pt idx="17112">
                  <c:v>17452.43</c:v>
                </c:pt>
                <c:pt idx="17113">
                  <c:v>13163.05</c:v>
                </c:pt>
                <c:pt idx="17114">
                  <c:v>7683.13</c:v>
                </c:pt>
                <c:pt idx="17115">
                  <c:v>37887.57</c:v>
                </c:pt>
                <c:pt idx="17116">
                  <c:v>61217.71</c:v>
                </c:pt>
                <c:pt idx="17117">
                  <c:v>53774</c:v>
                </c:pt>
                <c:pt idx="17118">
                  <c:v>57354.13</c:v>
                </c:pt>
                <c:pt idx="17119">
                  <c:v>30689.88</c:v>
                </c:pt>
                <c:pt idx="17120">
                  <c:v>15086.96</c:v>
                </c:pt>
                <c:pt idx="17121">
                  <c:v>35262.07</c:v>
                </c:pt>
                <c:pt idx="17122">
                  <c:v>9841.44</c:v>
                </c:pt>
                <c:pt idx="17123">
                  <c:v>22767.19</c:v>
                </c:pt>
                <c:pt idx="17124">
                  <c:v>20001.93</c:v>
                </c:pt>
                <c:pt idx="17125">
                  <c:v>8325.9</c:v>
                </c:pt>
                <c:pt idx="17126">
                  <c:v>41633.339999999997</c:v>
                </c:pt>
                <c:pt idx="17127">
                  <c:v>4838.1499999999996</c:v>
                </c:pt>
                <c:pt idx="17128">
                  <c:v>7975.75</c:v>
                </c:pt>
                <c:pt idx="17129">
                  <c:v>5714.15</c:v>
                </c:pt>
                <c:pt idx="17130">
                  <c:v>22523</c:v>
                </c:pt>
                <c:pt idx="17131">
                  <c:v>34369.61</c:v>
                </c:pt>
                <c:pt idx="17132">
                  <c:v>68731.11</c:v>
                </c:pt>
                <c:pt idx="17133">
                  <c:v>40099.82</c:v>
                </c:pt>
                <c:pt idx="17134">
                  <c:v>6102.26</c:v>
                </c:pt>
                <c:pt idx="17135">
                  <c:v>31306.52</c:v>
                </c:pt>
                <c:pt idx="17136">
                  <c:v>39259.919999999998</c:v>
                </c:pt>
                <c:pt idx="17137">
                  <c:v>27571.32</c:v>
                </c:pt>
                <c:pt idx="17138">
                  <c:v>24686.99</c:v>
                </c:pt>
                <c:pt idx="17139">
                  <c:v>72401.98</c:v>
                </c:pt>
                <c:pt idx="17140">
                  <c:v>68074.61</c:v>
                </c:pt>
                <c:pt idx="17141">
                  <c:v>22950.48</c:v>
                </c:pt>
                <c:pt idx="17142">
                  <c:v>46578.57</c:v>
                </c:pt>
                <c:pt idx="17143">
                  <c:v>43993.94</c:v>
                </c:pt>
                <c:pt idx="17144">
                  <c:v>20794.03</c:v>
                </c:pt>
                <c:pt idx="17145">
                  <c:v>16611.71</c:v>
                </c:pt>
                <c:pt idx="17146">
                  <c:v>40438.01</c:v>
                </c:pt>
                <c:pt idx="17147">
                  <c:v>17560.03</c:v>
                </c:pt>
                <c:pt idx="17148">
                  <c:v>70379.539999999994</c:v>
                </c:pt>
                <c:pt idx="17149">
                  <c:v>97419.32</c:v>
                </c:pt>
                <c:pt idx="17150">
                  <c:v>34962.769999999997</c:v>
                </c:pt>
                <c:pt idx="17151">
                  <c:v>6411.38</c:v>
                </c:pt>
                <c:pt idx="17152">
                  <c:v>58149.17</c:v>
                </c:pt>
                <c:pt idx="17153">
                  <c:v>71318.86</c:v>
                </c:pt>
                <c:pt idx="17154">
                  <c:v>5528.53</c:v>
                </c:pt>
                <c:pt idx="17155">
                  <c:v>38554.699999999997</c:v>
                </c:pt>
                <c:pt idx="17156">
                  <c:v>39947.230000000003</c:v>
                </c:pt>
                <c:pt idx="17157">
                  <c:v>30430.31</c:v>
                </c:pt>
                <c:pt idx="17158">
                  <c:v>33241.18</c:v>
                </c:pt>
                <c:pt idx="17159">
                  <c:v>61893.66</c:v>
                </c:pt>
                <c:pt idx="17160">
                  <c:v>33754.22</c:v>
                </c:pt>
                <c:pt idx="17161">
                  <c:v>43204.33</c:v>
                </c:pt>
                <c:pt idx="17162">
                  <c:v>10331.98</c:v>
                </c:pt>
                <c:pt idx="17163">
                  <c:v>88655.74</c:v>
                </c:pt>
                <c:pt idx="17164">
                  <c:v>44144.67</c:v>
                </c:pt>
                <c:pt idx="17165">
                  <c:v>25678.93</c:v>
                </c:pt>
                <c:pt idx="17166">
                  <c:v>61140.18</c:v>
                </c:pt>
                <c:pt idx="17167">
                  <c:v>34589.019999999997</c:v>
                </c:pt>
                <c:pt idx="17168">
                  <c:v>18220.8</c:v>
                </c:pt>
                <c:pt idx="17169">
                  <c:v>70918.61</c:v>
                </c:pt>
                <c:pt idx="17170">
                  <c:v>40552.89</c:v>
                </c:pt>
                <c:pt idx="17171">
                  <c:v>17306.669999999998</c:v>
                </c:pt>
                <c:pt idx="17172">
                  <c:v>11162.71</c:v>
                </c:pt>
                <c:pt idx="17173">
                  <c:v>26382.97</c:v>
                </c:pt>
                <c:pt idx="17174">
                  <c:v>52588.81</c:v>
                </c:pt>
                <c:pt idx="17175">
                  <c:v>27540.45</c:v>
                </c:pt>
                <c:pt idx="17176">
                  <c:v>50123.17</c:v>
                </c:pt>
                <c:pt idx="17177">
                  <c:v>49048.52</c:v>
                </c:pt>
                <c:pt idx="17178">
                  <c:v>38094</c:v>
                </c:pt>
                <c:pt idx="17179">
                  <c:v>12995.36</c:v>
                </c:pt>
                <c:pt idx="17180">
                  <c:v>6024.74</c:v>
                </c:pt>
                <c:pt idx="17181">
                  <c:v>23754.89</c:v>
                </c:pt>
                <c:pt idx="17182">
                  <c:v>8765.85</c:v>
                </c:pt>
                <c:pt idx="17183">
                  <c:v>30981.32</c:v>
                </c:pt>
                <c:pt idx="17184">
                  <c:v>29095.64</c:v>
                </c:pt>
                <c:pt idx="17185">
                  <c:v>57733.64</c:v>
                </c:pt>
                <c:pt idx="17186">
                  <c:v>1664.66</c:v>
                </c:pt>
                <c:pt idx="17187">
                  <c:v>22343.39</c:v>
                </c:pt>
                <c:pt idx="17188">
                  <c:v>44249.25</c:v>
                </c:pt>
                <c:pt idx="17189">
                  <c:v>38221.730000000003</c:v>
                </c:pt>
                <c:pt idx="17190">
                  <c:v>76784.27</c:v>
                </c:pt>
                <c:pt idx="17191">
                  <c:v>26859.11</c:v>
                </c:pt>
                <c:pt idx="17192">
                  <c:v>19052.84</c:v>
                </c:pt>
                <c:pt idx="17193">
                  <c:v>5310.35</c:v>
                </c:pt>
                <c:pt idx="17194">
                  <c:v>28651.35</c:v>
                </c:pt>
                <c:pt idx="17195">
                  <c:v>36357.550000000003</c:v>
                </c:pt>
                <c:pt idx="17196">
                  <c:v>22911.17</c:v>
                </c:pt>
                <c:pt idx="17197">
                  <c:v>65020.54</c:v>
                </c:pt>
                <c:pt idx="17198">
                  <c:v>31425.41</c:v>
                </c:pt>
                <c:pt idx="17199">
                  <c:v>63036.7</c:v>
                </c:pt>
                <c:pt idx="17200">
                  <c:v>11706.03</c:v>
                </c:pt>
                <c:pt idx="17201">
                  <c:v>6932.84</c:v>
                </c:pt>
                <c:pt idx="17202">
                  <c:v>84287.38</c:v>
                </c:pt>
                <c:pt idx="17203">
                  <c:v>39949.14</c:v>
                </c:pt>
                <c:pt idx="17204">
                  <c:v>13268.58</c:v>
                </c:pt>
                <c:pt idx="17205">
                  <c:v>18292.3</c:v>
                </c:pt>
                <c:pt idx="17206">
                  <c:v>7080.42</c:v>
                </c:pt>
                <c:pt idx="17207">
                  <c:v>28467.68</c:v>
                </c:pt>
                <c:pt idx="17208">
                  <c:v>18753.25</c:v>
                </c:pt>
                <c:pt idx="17209">
                  <c:v>64576.78</c:v>
                </c:pt>
                <c:pt idx="17210">
                  <c:v>9346.0499999999993</c:v>
                </c:pt>
                <c:pt idx="17211">
                  <c:v>27295.8</c:v>
                </c:pt>
                <c:pt idx="17212">
                  <c:v>57685.53</c:v>
                </c:pt>
                <c:pt idx="17213">
                  <c:v>51751.98</c:v>
                </c:pt>
                <c:pt idx="17214">
                  <c:v>22791.72</c:v>
                </c:pt>
                <c:pt idx="17215">
                  <c:v>28195.9</c:v>
                </c:pt>
                <c:pt idx="17216">
                  <c:v>26366.81</c:v>
                </c:pt>
                <c:pt idx="17217">
                  <c:v>10294.52</c:v>
                </c:pt>
                <c:pt idx="17218">
                  <c:v>21089.040000000001</c:v>
                </c:pt>
                <c:pt idx="17219">
                  <c:v>76366.5</c:v>
                </c:pt>
                <c:pt idx="17220">
                  <c:v>57558.38</c:v>
                </c:pt>
                <c:pt idx="17221">
                  <c:v>3153.12</c:v>
                </c:pt>
                <c:pt idx="17222">
                  <c:v>18373.11</c:v>
                </c:pt>
                <c:pt idx="17223">
                  <c:v>10808.86</c:v>
                </c:pt>
                <c:pt idx="17224">
                  <c:v>67590.429999999993</c:v>
                </c:pt>
                <c:pt idx="17225">
                  <c:v>8919.9599999999991</c:v>
                </c:pt>
                <c:pt idx="17226">
                  <c:v>72729.72</c:v>
                </c:pt>
                <c:pt idx="17227">
                  <c:v>6555.4</c:v>
                </c:pt>
                <c:pt idx="17228">
                  <c:v>93191.08</c:v>
                </c:pt>
                <c:pt idx="17229">
                  <c:v>11151.13</c:v>
                </c:pt>
                <c:pt idx="17230">
                  <c:v>37432.97</c:v>
                </c:pt>
                <c:pt idx="17231">
                  <c:v>14715.73</c:v>
                </c:pt>
                <c:pt idx="17232">
                  <c:v>44951.02</c:v>
                </c:pt>
                <c:pt idx="17233">
                  <c:v>48569.22</c:v>
                </c:pt>
                <c:pt idx="17234">
                  <c:v>14716.28</c:v>
                </c:pt>
                <c:pt idx="17235">
                  <c:v>23176.44</c:v>
                </c:pt>
                <c:pt idx="17236">
                  <c:v>18080.060000000001</c:v>
                </c:pt>
                <c:pt idx="17237">
                  <c:v>23530.5</c:v>
                </c:pt>
                <c:pt idx="17238">
                  <c:v>45561.38</c:v>
                </c:pt>
                <c:pt idx="17239">
                  <c:v>5374.84</c:v>
                </c:pt>
                <c:pt idx="17240">
                  <c:v>30048.27</c:v>
                </c:pt>
                <c:pt idx="17241">
                  <c:v>95102.49</c:v>
                </c:pt>
                <c:pt idx="17242">
                  <c:v>83303.89</c:v>
                </c:pt>
                <c:pt idx="17243">
                  <c:v>37603.1</c:v>
                </c:pt>
                <c:pt idx="17244">
                  <c:v>97783.14</c:v>
                </c:pt>
                <c:pt idx="17245">
                  <c:v>74827.75</c:v>
                </c:pt>
                <c:pt idx="17246">
                  <c:v>56114.86</c:v>
                </c:pt>
                <c:pt idx="17247">
                  <c:v>82936.240000000005</c:v>
                </c:pt>
                <c:pt idx="17248">
                  <c:v>3094.11</c:v>
                </c:pt>
                <c:pt idx="17249">
                  <c:v>3158.32</c:v>
                </c:pt>
                <c:pt idx="17250">
                  <c:v>93392.93</c:v>
                </c:pt>
                <c:pt idx="17251">
                  <c:v>36428.230000000003</c:v>
                </c:pt>
                <c:pt idx="17252">
                  <c:v>30731.02</c:v>
                </c:pt>
                <c:pt idx="17253">
                  <c:v>89346.81</c:v>
                </c:pt>
                <c:pt idx="17254">
                  <c:v>45418.400000000001</c:v>
                </c:pt>
                <c:pt idx="17255">
                  <c:v>88258.07</c:v>
                </c:pt>
                <c:pt idx="17256">
                  <c:v>20221.849999999999</c:v>
                </c:pt>
                <c:pt idx="17257">
                  <c:v>8669.01</c:v>
                </c:pt>
                <c:pt idx="17258">
                  <c:v>43312.08</c:v>
                </c:pt>
                <c:pt idx="17259">
                  <c:v>10436.58</c:v>
                </c:pt>
                <c:pt idx="17260">
                  <c:v>2276.19</c:v>
                </c:pt>
                <c:pt idx="17261">
                  <c:v>17094.13</c:v>
                </c:pt>
                <c:pt idx="17262">
                  <c:v>33063.089999999997</c:v>
                </c:pt>
                <c:pt idx="17263">
                  <c:v>24655.33</c:v>
                </c:pt>
                <c:pt idx="17264">
                  <c:v>15413.23</c:v>
                </c:pt>
                <c:pt idx="17265">
                  <c:v>25799.82</c:v>
                </c:pt>
                <c:pt idx="17266">
                  <c:v>9566.15</c:v>
                </c:pt>
                <c:pt idx="17267">
                  <c:v>47790.86</c:v>
                </c:pt>
                <c:pt idx="17268">
                  <c:v>2687.02</c:v>
                </c:pt>
                <c:pt idx="17269">
                  <c:v>82713.33</c:v>
                </c:pt>
                <c:pt idx="17270">
                  <c:v>29900.85</c:v>
                </c:pt>
                <c:pt idx="17271">
                  <c:v>43001.75</c:v>
                </c:pt>
                <c:pt idx="17272">
                  <c:v>45144.54</c:v>
                </c:pt>
                <c:pt idx="17273">
                  <c:v>11490.13</c:v>
                </c:pt>
                <c:pt idx="17274">
                  <c:v>67515.520000000004</c:v>
                </c:pt>
                <c:pt idx="17275">
                  <c:v>64963.05</c:v>
                </c:pt>
                <c:pt idx="17276">
                  <c:v>19622.009999999998</c:v>
                </c:pt>
                <c:pt idx="17277">
                  <c:v>73099.64</c:v>
                </c:pt>
                <c:pt idx="17278">
                  <c:v>40860.120000000003</c:v>
                </c:pt>
                <c:pt idx="17279">
                  <c:v>30890.26</c:v>
                </c:pt>
                <c:pt idx="17280">
                  <c:v>26020.67</c:v>
                </c:pt>
                <c:pt idx="17281">
                  <c:v>59675.09</c:v>
                </c:pt>
                <c:pt idx="17282">
                  <c:v>9866.27</c:v>
                </c:pt>
                <c:pt idx="17283">
                  <c:v>2488.08</c:v>
                </c:pt>
                <c:pt idx="17284">
                  <c:v>46769.599999999999</c:v>
                </c:pt>
                <c:pt idx="17285">
                  <c:v>28673.38</c:v>
                </c:pt>
                <c:pt idx="17286">
                  <c:v>8250.39</c:v>
                </c:pt>
                <c:pt idx="17287">
                  <c:v>63081.02</c:v>
                </c:pt>
                <c:pt idx="17288">
                  <c:v>23152.69</c:v>
                </c:pt>
                <c:pt idx="17289">
                  <c:v>16177.94</c:v>
                </c:pt>
                <c:pt idx="17290">
                  <c:v>6970.03</c:v>
                </c:pt>
                <c:pt idx="17291">
                  <c:v>24068.71</c:v>
                </c:pt>
                <c:pt idx="17292">
                  <c:v>7945.43</c:v>
                </c:pt>
                <c:pt idx="17293">
                  <c:v>64952.92</c:v>
                </c:pt>
                <c:pt idx="17294">
                  <c:v>51488.37</c:v>
                </c:pt>
                <c:pt idx="17295">
                  <c:v>46483.75</c:v>
                </c:pt>
                <c:pt idx="17296">
                  <c:v>38548.61</c:v>
                </c:pt>
                <c:pt idx="17297">
                  <c:v>31300.2</c:v>
                </c:pt>
                <c:pt idx="17298">
                  <c:v>37742.42</c:v>
                </c:pt>
                <c:pt idx="17299">
                  <c:v>31593.39</c:v>
                </c:pt>
                <c:pt idx="17300">
                  <c:v>20736.580000000002</c:v>
                </c:pt>
                <c:pt idx="17301">
                  <c:v>24467.5</c:v>
                </c:pt>
                <c:pt idx="17302">
                  <c:v>37459.699999999997</c:v>
                </c:pt>
                <c:pt idx="17303">
                  <c:v>23969.99</c:v>
                </c:pt>
                <c:pt idx="17304">
                  <c:v>56976.63</c:v>
                </c:pt>
                <c:pt idx="17305">
                  <c:v>9049.32</c:v>
                </c:pt>
                <c:pt idx="17306">
                  <c:v>1366.34</c:v>
                </c:pt>
                <c:pt idx="17307">
                  <c:v>6269.3</c:v>
                </c:pt>
                <c:pt idx="17308">
                  <c:v>6418.6</c:v>
                </c:pt>
                <c:pt idx="17309">
                  <c:v>26897.63</c:v>
                </c:pt>
                <c:pt idx="17310">
                  <c:v>27961.5</c:v>
                </c:pt>
                <c:pt idx="17311">
                  <c:v>20971.25</c:v>
                </c:pt>
                <c:pt idx="17312">
                  <c:v>22189.8</c:v>
                </c:pt>
                <c:pt idx="17313">
                  <c:v>7114.28</c:v>
                </c:pt>
                <c:pt idx="17314">
                  <c:v>23679.78</c:v>
                </c:pt>
                <c:pt idx="17315">
                  <c:v>70595.66</c:v>
                </c:pt>
                <c:pt idx="17316">
                  <c:v>79960.02</c:v>
                </c:pt>
                <c:pt idx="17317">
                  <c:v>5839.44</c:v>
                </c:pt>
                <c:pt idx="17318">
                  <c:v>46387.49</c:v>
                </c:pt>
                <c:pt idx="17319">
                  <c:v>15979.4</c:v>
                </c:pt>
                <c:pt idx="17320">
                  <c:v>33694.75</c:v>
                </c:pt>
                <c:pt idx="17321">
                  <c:v>14277.38</c:v>
                </c:pt>
                <c:pt idx="17322">
                  <c:v>31409.78</c:v>
                </c:pt>
                <c:pt idx="17323">
                  <c:v>65224.56</c:v>
                </c:pt>
                <c:pt idx="17324">
                  <c:v>10050.89</c:v>
                </c:pt>
                <c:pt idx="17325">
                  <c:v>36834.71</c:v>
                </c:pt>
                <c:pt idx="17326">
                  <c:v>31025.11</c:v>
                </c:pt>
                <c:pt idx="17327">
                  <c:v>41953.37</c:v>
                </c:pt>
                <c:pt idx="17328">
                  <c:v>14346.32</c:v>
                </c:pt>
                <c:pt idx="17329">
                  <c:v>15713.52</c:v>
                </c:pt>
                <c:pt idx="17330">
                  <c:v>35554.160000000003</c:v>
                </c:pt>
                <c:pt idx="17331">
                  <c:v>9847.15</c:v>
                </c:pt>
                <c:pt idx="17332">
                  <c:v>26912.06</c:v>
                </c:pt>
                <c:pt idx="17333">
                  <c:v>64981.79</c:v>
                </c:pt>
                <c:pt idx="17334">
                  <c:v>9725.4699999999993</c:v>
                </c:pt>
                <c:pt idx="17335">
                  <c:v>78938.87</c:v>
                </c:pt>
                <c:pt idx="17336">
                  <c:v>48110.39</c:v>
                </c:pt>
                <c:pt idx="17337">
                  <c:v>13401.1</c:v>
                </c:pt>
                <c:pt idx="17338">
                  <c:v>34620.58</c:v>
                </c:pt>
                <c:pt idx="17339">
                  <c:v>27678.83</c:v>
                </c:pt>
                <c:pt idx="17340">
                  <c:v>69764.600000000006</c:v>
                </c:pt>
                <c:pt idx="17341">
                  <c:v>13694.5</c:v>
                </c:pt>
                <c:pt idx="17342">
                  <c:v>30388.18</c:v>
                </c:pt>
                <c:pt idx="17343">
                  <c:v>29811.98</c:v>
                </c:pt>
                <c:pt idx="17344">
                  <c:v>34609.089999999997</c:v>
                </c:pt>
                <c:pt idx="17345">
                  <c:v>11980.13</c:v>
                </c:pt>
                <c:pt idx="17346">
                  <c:v>10012.23</c:v>
                </c:pt>
                <c:pt idx="17347">
                  <c:v>9986.59</c:v>
                </c:pt>
                <c:pt idx="17348">
                  <c:v>44568.3</c:v>
                </c:pt>
                <c:pt idx="17349">
                  <c:v>23370.400000000001</c:v>
                </c:pt>
                <c:pt idx="17350">
                  <c:v>21068.3</c:v>
                </c:pt>
                <c:pt idx="17351">
                  <c:v>43265.54</c:v>
                </c:pt>
                <c:pt idx="17352">
                  <c:v>23585.119999999999</c:v>
                </c:pt>
                <c:pt idx="17353">
                  <c:v>12458.29</c:v>
                </c:pt>
                <c:pt idx="17354">
                  <c:v>1953.67</c:v>
                </c:pt>
                <c:pt idx="17355">
                  <c:v>24429.1</c:v>
                </c:pt>
                <c:pt idx="17356">
                  <c:v>18900.09</c:v>
                </c:pt>
                <c:pt idx="17357">
                  <c:v>16413.060000000001</c:v>
                </c:pt>
                <c:pt idx="17358">
                  <c:v>19495.310000000001</c:v>
                </c:pt>
                <c:pt idx="17359">
                  <c:v>74692.33</c:v>
                </c:pt>
                <c:pt idx="17360">
                  <c:v>9949</c:v>
                </c:pt>
                <c:pt idx="17361">
                  <c:v>52342.33</c:v>
                </c:pt>
                <c:pt idx="17362">
                  <c:v>3022.27</c:v>
                </c:pt>
                <c:pt idx="17363">
                  <c:v>51051.16</c:v>
                </c:pt>
                <c:pt idx="17364">
                  <c:v>6076.08</c:v>
                </c:pt>
                <c:pt idx="17365">
                  <c:v>53883.46</c:v>
                </c:pt>
                <c:pt idx="17366">
                  <c:v>4742.3</c:v>
                </c:pt>
                <c:pt idx="17367">
                  <c:v>29704.67</c:v>
                </c:pt>
                <c:pt idx="17368">
                  <c:v>39567.15</c:v>
                </c:pt>
                <c:pt idx="17369">
                  <c:v>68279.92</c:v>
                </c:pt>
                <c:pt idx="17370">
                  <c:v>80792.36</c:v>
                </c:pt>
                <c:pt idx="17371">
                  <c:v>44716.01</c:v>
                </c:pt>
                <c:pt idx="17372">
                  <c:v>51152.19</c:v>
                </c:pt>
                <c:pt idx="17373">
                  <c:v>44185.73</c:v>
                </c:pt>
                <c:pt idx="17374">
                  <c:v>13632.48</c:v>
                </c:pt>
                <c:pt idx="17375">
                  <c:v>23286.560000000001</c:v>
                </c:pt>
                <c:pt idx="17376">
                  <c:v>11697.76</c:v>
                </c:pt>
                <c:pt idx="17377">
                  <c:v>16560.939999999999</c:v>
                </c:pt>
                <c:pt idx="17378">
                  <c:v>40043.980000000003</c:v>
                </c:pt>
                <c:pt idx="17379">
                  <c:v>3154.44</c:v>
                </c:pt>
                <c:pt idx="17380">
                  <c:v>5193.22</c:v>
                </c:pt>
                <c:pt idx="17381">
                  <c:v>5578.15</c:v>
                </c:pt>
                <c:pt idx="17382">
                  <c:v>18991.66</c:v>
                </c:pt>
                <c:pt idx="17383">
                  <c:v>2806.28</c:v>
                </c:pt>
                <c:pt idx="17384">
                  <c:v>48899.13</c:v>
                </c:pt>
                <c:pt idx="17385">
                  <c:v>20641.400000000001</c:v>
                </c:pt>
                <c:pt idx="17386">
                  <c:v>81223.039999999994</c:v>
                </c:pt>
                <c:pt idx="17387">
                  <c:v>21122.720000000001</c:v>
                </c:pt>
                <c:pt idx="17388">
                  <c:v>73490.679999999993</c:v>
                </c:pt>
                <c:pt idx="17389">
                  <c:v>3656.71</c:v>
                </c:pt>
                <c:pt idx="17390">
                  <c:v>8828.73</c:v>
                </c:pt>
                <c:pt idx="17391">
                  <c:v>42015.17</c:v>
                </c:pt>
                <c:pt idx="17392">
                  <c:v>31745.83</c:v>
                </c:pt>
                <c:pt idx="17393">
                  <c:v>12405.41</c:v>
                </c:pt>
                <c:pt idx="17394">
                  <c:v>19182.45</c:v>
                </c:pt>
                <c:pt idx="17395">
                  <c:v>37865.839999999997</c:v>
                </c:pt>
                <c:pt idx="17396">
                  <c:v>33088.04</c:v>
                </c:pt>
                <c:pt idx="17397">
                  <c:v>20427.12</c:v>
                </c:pt>
                <c:pt idx="17398">
                  <c:v>21122.39</c:v>
                </c:pt>
                <c:pt idx="17399">
                  <c:v>80283.11</c:v>
                </c:pt>
                <c:pt idx="17400">
                  <c:v>2830.44</c:v>
                </c:pt>
                <c:pt idx="17401">
                  <c:v>50716.7</c:v>
                </c:pt>
                <c:pt idx="17402">
                  <c:v>22545.15</c:v>
                </c:pt>
                <c:pt idx="17403">
                  <c:v>96087.18</c:v>
                </c:pt>
                <c:pt idx="17404">
                  <c:v>57887.66</c:v>
                </c:pt>
                <c:pt idx="17405">
                  <c:v>85555.26</c:v>
                </c:pt>
                <c:pt idx="17406">
                  <c:v>61039.69</c:v>
                </c:pt>
                <c:pt idx="17407">
                  <c:v>19001.05</c:v>
                </c:pt>
                <c:pt idx="17408">
                  <c:v>35327.879999999997</c:v>
                </c:pt>
                <c:pt idx="17409">
                  <c:v>23683.21</c:v>
                </c:pt>
                <c:pt idx="17410">
                  <c:v>2216.3200000000002</c:v>
                </c:pt>
                <c:pt idx="17411">
                  <c:v>31283.15</c:v>
                </c:pt>
                <c:pt idx="17412">
                  <c:v>36301.78</c:v>
                </c:pt>
                <c:pt idx="17413">
                  <c:v>45180.160000000003</c:v>
                </c:pt>
                <c:pt idx="17414">
                  <c:v>42455.8</c:v>
                </c:pt>
                <c:pt idx="17415">
                  <c:v>39929.54</c:v>
                </c:pt>
                <c:pt idx="17416">
                  <c:v>2626.93</c:v>
                </c:pt>
                <c:pt idx="17417">
                  <c:v>24890.19</c:v>
                </c:pt>
                <c:pt idx="17418">
                  <c:v>46904.02</c:v>
                </c:pt>
                <c:pt idx="17419">
                  <c:v>22389.99</c:v>
                </c:pt>
                <c:pt idx="17420">
                  <c:v>34953.56</c:v>
                </c:pt>
                <c:pt idx="17421">
                  <c:v>30237.53</c:v>
                </c:pt>
                <c:pt idx="17422">
                  <c:v>2682.4</c:v>
                </c:pt>
                <c:pt idx="17423">
                  <c:v>50361.63</c:v>
                </c:pt>
                <c:pt idx="17424">
                  <c:v>30641.62</c:v>
                </c:pt>
                <c:pt idx="17425">
                  <c:v>2865.7</c:v>
                </c:pt>
                <c:pt idx="17426">
                  <c:v>5796.42</c:v>
                </c:pt>
                <c:pt idx="17427">
                  <c:v>4107.41</c:v>
                </c:pt>
                <c:pt idx="17428">
                  <c:v>13569.07</c:v>
                </c:pt>
                <c:pt idx="17429">
                  <c:v>20733.68</c:v>
                </c:pt>
                <c:pt idx="17430">
                  <c:v>5921.81</c:v>
                </c:pt>
                <c:pt idx="17431">
                  <c:v>12028.44</c:v>
                </c:pt>
                <c:pt idx="17432">
                  <c:v>9220.1</c:v>
                </c:pt>
                <c:pt idx="17433">
                  <c:v>9817.26</c:v>
                </c:pt>
                <c:pt idx="17434">
                  <c:v>70679.14</c:v>
                </c:pt>
                <c:pt idx="17435">
                  <c:v>70319.73</c:v>
                </c:pt>
                <c:pt idx="17436">
                  <c:v>43203.3</c:v>
                </c:pt>
                <c:pt idx="17437">
                  <c:v>40836.97</c:v>
                </c:pt>
                <c:pt idx="17438">
                  <c:v>53758.41</c:v>
                </c:pt>
                <c:pt idx="17439">
                  <c:v>82974.7</c:v>
                </c:pt>
                <c:pt idx="17440">
                  <c:v>4745.79</c:v>
                </c:pt>
                <c:pt idx="17441">
                  <c:v>45917.14</c:v>
                </c:pt>
                <c:pt idx="17442">
                  <c:v>3449.59</c:v>
                </c:pt>
                <c:pt idx="17443">
                  <c:v>102156.39</c:v>
                </c:pt>
                <c:pt idx="17444">
                  <c:v>25850.54</c:v>
                </c:pt>
                <c:pt idx="17445">
                  <c:v>34997.339999999997</c:v>
                </c:pt>
                <c:pt idx="17446">
                  <c:v>9840.8799999999992</c:v>
                </c:pt>
                <c:pt idx="17447">
                  <c:v>2033.24</c:v>
                </c:pt>
                <c:pt idx="17448">
                  <c:v>5402.11</c:v>
                </c:pt>
                <c:pt idx="17449">
                  <c:v>76599.179999999993</c:v>
                </c:pt>
                <c:pt idx="17450">
                  <c:v>12436.41</c:v>
                </c:pt>
                <c:pt idx="17451">
                  <c:v>34199.589999999997</c:v>
                </c:pt>
                <c:pt idx="17452">
                  <c:v>8498.36</c:v>
                </c:pt>
                <c:pt idx="17453">
                  <c:v>72582.05</c:v>
                </c:pt>
                <c:pt idx="17454">
                  <c:v>21029.53</c:v>
                </c:pt>
                <c:pt idx="17455">
                  <c:v>38944.29</c:v>
                </c:pt>
                <c:pt idx="17456">
                  <c:v>31847.8</c:v>
                </c:pt>
                <c:pt idx="17457">
                  <c:v>48235.7</c:v>
                </c:pt>
                <c:pt idx="17458">
                  <c:v>19739.330000000002</c:v>
                </c:pt>
                <c:pt idx="17459">
                  <c:v>8078.24</c:v>
                </c:pt>
                <c:pt idx="17460">
                  <c:v>15257.4</c:v>
                </c:pt>
                <c:pt idx="17461">
                  <c:v>15896.58</c:v>
                </c:pt>
                <c:pt idx="17462">
                  <c:v>20536.02</c:v>
                </c:pt>
                <c:pt idx="17463">
                  <c:v>8882.34</c:v>
                </c:pt>
                <c:pt idx="17464">
                  <c:v>68492.34</c:v>
                </c:pt>
                <c:pt idx="17465">
                  <c:v>16691.689999999999</c:v>
                </c:pt>
                <c:pt idx="17466">
                  <c:v>14652.71</c:v>
                </c:pt>
                <c:pt idx="17467">
                  <c:v>20711.38</c:v>
                </c:pt>
                <c:pt idx="17468">
                  <c:v>25067.18</c:v>
                </c:pt>
                <c:pt idx="17469">
                  <c:v>33217.06</c:v>
                </c:pt>
                <c:pt idx="17470">
                  <c:v>21600.560000000001</c:v>
                </c:pt>
                <c:pt idx="17471">
                  <c:v>8997.8700000000008</c:v>
                </c:pt>
                <c:pt idx="17472">
                  <c:v>14241.84</c:v>
                </c:pt>
                <c:pt idx="17473">
                  <c:v>58708.03</c:v>
                </c:pt>
                <c:pt idx="17474">
                  <c:v>6440.6</c:v>
                </c:pt>
                <c:pt idx="17475">
                  <c:v>1555.1</c:v>
                </c:pt>
                <c:pt idx="17476">
                  <c:v>76785.45</c:v>
                </c:pt>
                <c:pt idx="17477">
                  <c:v>40846.47</c:v>
                </c:pt>
                <c:pt idx="17478">
                  <c:v>11360.63</c:v>
                </c:pt>
                <c:pt idx="17479">
                  <c:v>29122.32</c:v>
                </c:pt>
                <c:pt idx="17480">
                  <c:v>44719.58</c:v>
                </c:pt>
                <c:pt idx="17481">
                  <c:v>7653.82</c:v>
                </c:pt>
                <c:pt idx="17482">
                  <c:v>3351.03</c:v>
                </c:pt>
                <c:pt idx="17483">
                  <c:v>97988.94</c:v>
                </c:pt>
                <c:pt idx="17484">
                  <c:v>10921.93</c:v>
                </c:pt>
                <c:pt idx="17485">
                  <c:v>88299.02</c:v>
                </c:pt>
                <c:pt idx="17486">
                  <c:v>57947.31</c:v>
                </c:pt>
                <c:pt idx="17487">
                  <c:v>23670.61</c:v>
                </c:pt>
                <c:pt idx="17488">
                  <c:v>6511.97</c:v>
                </c:pt>
                <c:pt idx="17489">
                  <c:v>37756.51</c:v>
                </c:pt>
                <c:pt idx="17490">
                  <c:v>15804.16</c:v>
                </c:pt>
                <c:pt idx="17491">
                  <c:v>62249.88</c:v>
                </c:pt>
                <c:pt idx="17492">
                  <c:v>50465.83</c:v>
                </c:pt>
                <c:pt idx="17493">
                  <c:v>38270.04</c:v>
                </c:pt>
                <c:pt idx="17494">
                  <c:v>9654.35</c:v>
                </c:pt>
                <c:pt idx="17495">
                  <c:v>39581.14</c:v>
                </c:pt>
                <c:pt idx="17496">
                  <c:v>4960.8999999999996</c:v>
                </c:pt>
                <c:pt idx="17497">
                  <c:v>9178.91</c:v>
                </c:pt>
                <c:pt idx="17498">
                  <c:v>59452.26</c:v>
                </c:pt>
                <c:pt idx="17499">
                  <c:v>45154.559999999998</c:v>
                </c:pt>
                <c:pt idx="17500">
                  <c:v>2946.33</c:v>
                </c:pt>
                <c:pt idx="17501">
                  <c:v>11968.74</c:v>
                </c:pt>
                <c:pt idx="17502">
                  <c:v>4345.38</c:v>
                </c:pt>
                <c:pt idx="17503">
                  <c:v>14992.69</c:v>
                </c:pt>
                <c:pt idx="17504">
                  <c:v>85191.75</c:v>
                </c:pt>
                <c:pt idx="17505">
                  <c:v>2508.56</c:v>
                </c:pt>
                <c:pt idx="17506">
                  <c:v>45636.6</c:v>
                </c:pt>
                <c:pt idx="17507">
                  <c:v>59045.49</c:v>
                </c:pt>
                <c:pt idx="17508">
                  <c:v>75205.52</c:v>
                </c:pt>
                <c:pt idx="17509">
                  <c:v>14275.93</c:v>
                </c:pt>
                <c:pt idx="17510">
                  <c:v>20769.71</c:v>
                </c:pt>
                <c:pt idx="17511">
                  <c:v>4930.54</c:v>
                </c:pt>
                <c:pt idx="17512">
                  <c:v>11178.09</c:v>
                </c:pt>
                <c:pt idx="17513">
                  <c:v>32465.58</c:v>
                </c:pt>
                <c:pt idx="17514">
                  <c:v>7754.32</c:v>
                </c:pt>
                <c:pt idx="17515">
                  <c:v>6196.99</c:v>
                </c:pt>
                <c:pt idx="17516">
                  <c:v>21762.05</c:v>
                </c:pt>
                <c:pt idx="17517">
                  <c:v>19634.830000000002</c:v>
                </c:pt>
                <c:pt idx="17518">
                  <c:v>2075.75</c:v>
                </c:pt>
                <c:pt idx="17519">
                  <c:v>59958.74</c:v>
                </c:pt>
                <c:pt idx="17520">
                  <c:v>10367.31</c:v>
                </c:pt>
                <c:pt idx="17521">
                  <c:v>9893.67</c:v>
                </c:pt>
                <c:pt idx="17522">
                  <c:v>39622.54</c:v>
                </c:pt>
                <c:pt idx="17523">
                  <c:v>6452.63</c:v>
                </c:pt>
                <c:pt idx="17524">
                  <c:v>22504.19</c:v>
                </c:pt>
                <c:pt idx="17525">
                  <c:v>60923.519999999997</c:v>
                </c:pt>
                <c:pt idx="17526">
                  <c:v>25020.61</c:v>
                </c:pt>
                <c:pt idx="17527">
                  <c:v>96138.21</c:v>
                </c:pt>
                <c:pt idx="17528">
                  <c:v>11295.48</c:v>
                </c:pt>
                <c:pt idx="17529">
                  <c:v>58158.32</c:v>
                </c:pt>
                <c:pt idx="17530">
                  <c:v>6784.19</c:v>
                </c:pt>
                <c:pt idx="17531">
                  <c:v>18452.03</c:v>
                </c:pt>
                <c:pt idx="17532">
                  <c:v>43085.63</c:v>
                </c:pt>
                <c:pt idx="17533">
                  <c:v>4503.51</c:v>
                </c:pt>
                <c:pt idx="17534">
                  <c:v>22296.59</c:v>
                </c:pt>
                <c:pt idx="17535">
                  <c:v>38650.160000000003</c:v>
                </c:pt>
                <c:pt idx="17536">
                  <c:v>78895.69</c:v>
                </c:pt>
                <c:pt idx="17537">
                  <c:v>71850.66</c:v>
                </c:pt>
                <c:pt idx="17538">
                  <c:v>75457.279999999999</c:v>
                </c:pt>
                <c:pt idx="17539">
                  <c:v>3711.29</c:v>
                </c:pt>
                <c:pt idx="17540">
                  <c:v>8727.44</c:v>
                </c:pt>
                <c:pt idx="17541">
                  <c:v>64182.32</c:v>
                </c:pt>
                <c:pt idx="17542">
                  <c:v>2064.5</c:v>
                </c:pt>
                <c:pt idx="17543">
                  <c:v>29693.33</c:v>
                </c:pt>
                <c:pt idx="17544">
                  <c:v>96925.18</c:v>
                </c:pt>
                <c:pt idx="17545">
                  <c:v>39159.699999999997</c:v>
                </c:pt>
                <c:pt idx="17546">
                  <c:v>14678.06</c:v>
                </c:pt>
                <c:pt idx="17547">
                  <c:v>20912.150000000001</c:v>
                </c:pt>
                <c:pt idx="17548">
                  <c:v>27288.36</c:v>
                </c:pt>
                <c:pt idx="17549">
                  <c:v>25959.72</c:v>
                </c:pt>
                <c:pt idx="17550">
                  <c:v>47046.62</c:v>
                </c:pt>
                <c:pt idx="17551">
                  <c:v>22396.75</c:v>
                </c:pt>
                <c:pt idx="17552">
                  <c:v>9328.52</c:v>
                </c:pt>
                <c:pt idx="17553">
                  <c:v>55268.56</c:v>
                </c:pt>
                <c:pt idx="17554">
                  <c:v>47711.6</c:v>
                </c:pt>
                <c:pt idx="17555">
                  <c:v>31421.96</c:v>
                </c:pt>
                <c:pt idx="17556">
                  <c:v>28623.200000000001</c:v>
                </c:pt>
                <c:pt idx="17557">
                  <c:v>40305.379999999997</c:v>
                </c:pt>
                <c:pt idx="17558">
                  <c:v>37838.6</c:v>
                </c:pt>
                <c:pt idx="17559">
                  <c:v>37901.97</c:v>
                </c:pt>
                <c:pt idx="17560">
                  <c:v>33101.65</c:v>
                </c:pt>
                <c:pt idx="17561">
                  <c:v>57775.88</c:v>
                </c:pt>
                <c:pt idx="17562">
                  <c:v>50833.54</c:v>
                </c:pt>
                <c:pt idx="17563">
                  <c:v>15388.22</c:v>
                </c:pt>
                <c:pt idx="17564">
                  <c:v>13070.11</c:v>
                </c:pt>
                <c:pt idx="17565">
                  <c:v>19904.16</c:v>
                </c:pt>
                <c:pt idx="17566">
                  <c:v>46697.84</c:v>
                </c:pt>
                <c:pt idx="17567">
                  <c:v>36814.93</c:v>
                </c:pt>
                <c:pt idx="17568">
                  <c:v>12995.83</c:v>
                </c:pt>
                <c:pt idx="17569">
                  <c:v>3824.16</c:v>
                </c:pt>
                <c:pt idx="17570">
                  <c:v>4379.37</c:v>
                </c:pt>
                <c:pt idx="17571">
                  <c:v>38171.07</c:v>
                </c:pt>
                <c:pt idx="17572">
                  <c:v>10374.030000000001</c:v>
                </c:pt>
                <c:pt idx="17573">
                  <c:v>8553.8700000000008</c:v>
                </c:pt>
                <c:pt idx="17574">
                  <c:v>46093.47</c:v>
                </c:pt>
                <c:pt idx="17575">
                  <c:v>16065.85</c:v>
                </c:pt>
                <c:pt idx="17576">
                  <c:v>13248.67</c:v>
                </c:pt>
                <c:pt idx="17577">
                  <c:v>9996.67</c:v>
                </c:pt>
                <c:pt idx="17578">
                  <c:v>31081.59</c:v>
                </c:pt>
                <c:pt idx="17579">
                  <c:v>41461.21</c:v>
                </c:pt>
                <c:pt idx="17580">
                  <c:v>55415.25</c:v>
                </c:pt>
                <c:pt idx="17581">
                  <c:v>48170.47</c:v>
                </c:pt>
                <c:pt idx="17582">
                  <c:v>10937.24</c:v>
                </c:pt>
                <c:pt idx="17583">
                  <c:v>3094.64</c:v>
                </c:pt>
                <c:pt idx="17584">
                  <c:v>17253.099999999999</c:v>
                </c:pt>
                <c:pt idx="17585">
                  <c:v>38781.480000000003</c:v>
                </c:pt>
                <c:pt idx="17586">
                  <c:v>19832.419999999998</c:v>
                </c:pt>
                <c:pt idx="17587">
                  <c:v>63929.63</c:v>
                </c:pt>
                <c:pt idx="17588">
                  <c:v>12273.47</c:v>
                </c:pt>
                <c:pt idx="17589">
                  <c:v>6663.53</c:v>
                </c:pt>
                <c:pt idx="17590">
                  <c:v>13906.12</c:v>
                </c:pt>
                <c:pt idx="17591">
                  <c:v>22164.75</c:v>
                </c:pt>
                <c:pt idx="17592">
                  <c:v>26528.92</c:v>
                </c:pt>
                <c:pt idx="17593">
                  <c:v>3401.33</c:v>
                </c:pt>
                <c:pt idx="17594">
                  <c:v>20650.71</c:v>
                </c:pt>
                <c:pt idx="17595">
                  <c:v>41533.9</c:v>
                </c:pt>
                <c:pt idx="17596">
                  <c:v>4918.6899999999996</c:v>
                </c:pt>
                <c:pt idx="17597">
                  <c:v>4657.26</c:v>
                </c:pt>
                <c:pt idx="17598">
                  <c:v>41263.120000000003</c:v>
                </c:pt>
                <c:pt idx="17599">
                  <c:v>13893.36</c:v>
                </c:pt>
                <c:pt idx="17600">
                  <c:v>22441.29</c:v>
                </c:pt>
                <c:pt idx="17601">
                  <c:v>65847.679999999993</c:v>
                </c:pt>
                <c:pt idx="17602">
                  <c:v>52243.8</c:v>
                </c:pt>
                <c:pt idx="17603">
                  <c:v>81434.05</c:v>
                </c:pt>
                <c:pt idx="17604">
                  <c:v>26438.93</c:v>
                </c:pt>
                <c:pt idx="17605">
                  <c:v>26872.27</c:v>
                </c:pt>
                <c:pt idx="17606">
                  <c:v>54551.76</c:v>
                </c:pt>
                <c:pt idx="17607">
                  <c:v>49857.02</c:v>
                </c:pt>
                <c:pt idx="17608">
                  <c:v>45288.05</c:v>
                </c:pt>
                <c:pt idx="17609">
                  <c:v>5667.35</c:v>
                </c:pt>
                <c:pt idx="17610">
                  <c:v>5532.66</c:v>
                </c:pt>
                <c:pt idx="17611">
                  <c:v>18488.36</c:v>
                </c:pt>
                <c:pt idx="17612">
                  <c:v>23777.71</c:v>
                </c:pt>
                <c:pt idx="17613">
                  <c:v>7111.31</c:v>
                </c:pt>
                <c:pt idx="17614">
                  <c:v>28747.83</c:v>
                </c:pt>
                <c:pt idx="17615">
                  <c:v>22055.54</c:v>
                </c:pt>
                <c:pt idx="17616">
                  <c:v>37444.68</c:v>
                </c:pt>
                <c:pt idx="17617">
                  <c:v>32099.19</c:v>
                </c:pt>
                <c:pt idx="17618">
                  <c:v>27161.53</c:v>
                </c:pt>
                <c:pt idx="17619">
                  <c:v>39895.129999999997</c:v>
                </c:pt>
                <c:pt idx="17620">
                  <c:v>42349.02</c:v>
                </c:pt>
                <c:pt idx="17621">
                  <c:v>26753.9</c:v>
                </c:pt>
                <c:pt idx="17622">
                  <c:v>3072.01</c:v>
                </c:pt>
                <c:pt idx="17623">
                  <c:v>80054.64</c:v>
                </c:pt>
                <c:pt idx="17624">
                  <c:v>83105.919999999998</c:v>
                </c:pt>
                <c:pt idx="17625">
                  <c:v>49495.9</c:v>
                </c:pt>
                <c:pt idx="17626">
                  <c:v>19141.32</c:v>
                </c:pt>
                <c:pt idx="17627">
                  <c:v>29525.67</c:v>
                </c:pt>
                <c:pt idx="17628">
                  <c:v>40517.35</c:v>
                </c:pt>
                <c:pt idx="17629">
                  <c:v>10122.67</c:v>
                </c:pt>
                <c:pt idx="17630">
                  <c:v>15417.65</c:v>
                </c:pt>
                <c:pt idx="17631">
                  <c:v>16771.060000000001</c:v>
                </c:pt>
                <c:pt idx="17632">
                  <c:v>18080.259999999998</c:v>
                </c:pt>
                <c:pt idx="17633">
                  <c:v>16879.97</c:v>
                </c:pt>
                <c:pt idx="17634">
                  <c:v>10867.88</c:v>
                </c:pt>
                <c:pt idx="17635">
                  <c:v>21235.4</c:v>
                </c:pt>
                <c:pt idx="17636">
                  <c:v>5806.54</c:v>
                </c:pt>
                <c:pt idx="17637">
                  <c:v>56890.37</c:v>
                </c:pt>
                <c:pt idx="17638">
                  <c:v>27901</c:v>
                </c:pt>
                <c:pt idx="17639">
                  <c:v>2851.04</c:v>
                </c:pt>
                <c:pt idx="17640">
                  <c:v>11224.75</c:v>
                </c:pt>
                <c:pt idx="17641">
                  <c:v>13874.54</c:v>
                </c:pt>
                <c:pt idx="17642">
                  <c:v>68779.62</c:v>
                </c:pt>
                <c:pt idx="17643">
                  <c:v>64313.17</c:v>
                </c:pt>
                <c:pt idx="17644">
                  <c:v>66607.070000000007</c:v>
                </c:pt>
                <c:pt idx="17645">
                  <c:v>33678.83</c:v>
                </c:pt>
                <c:pt idx="17646">
                  <c:v>77238</c:v>
                </c:pt>
                <c:pt idx="17647">
                  <c:v>10024.44</c:v>
                </c:pt>
                <c:pt idx="17648">
                  <c:v>17382.77</c:v>
                </c:pt>
                <c:pt idx="17649">
                  <c:v>70845.350000000006</c:v>
                </c:pt>
                <c:pt idx="17650">
                  <c:v>31697.02</c:v>
                </c:pt>
                <c:pt idx="17651">
                  <c:v>20864.080000000002</c:v>
                </c:pt>
                <c:pt idx="17652">
                  <c:v>34447.25</c:v>
                </c:pt>
                <c:pt idx="17653">
                  <c:v>6565.77</c:v>
                </c:pt>
                <c:pt idx="17654">
                  <c:v>72972.820000000007</c:v>
                </c:pt>
                <c:pt idx="17655">
                  <c:v>49556.2</c:v>
                </c:pt>
                <c:pt idx="17656">
                  <c:v>98593.11</c:v>
                </c:pt>
                <c:pt idx="17657">
                  <c:v>6345.4</c:v>
                </c:pt>
                <c:pt idx="17658">
                  <c:v>37971.61</c:v>
                </c:pt>
                <c:pt idx="17659">
                  <c:v>64061.06</c:v>
                </c:pt>
                <c:pt idx="17660">
                  <c:v>13693.1</c:v>
                </c:pt>
                <c:pt idx="17661">
                  <c:v>7287.63</c:v>
                </c:pt>
                <c:pt idx="17662">
                  <c:v>7776.08</c:v>
                </c:pt>
                <c:pt idx="17663">
                  <c:v>7081.32</c:v>
                </c:pt>
                <c:pt idx="17664">
                  <c:v>32595.32</c:v>
                </c:pt>
                <c:pt idx="17665">
                  <c:v>20768.52</c:v>
                </c:pt>
                <c:pt idx="17666">
                  <c:v>11083.04</c:v>
                </c:pt>
                <c:pt idx="17667">
                  <c:v>15027.11</c:v>
                </c:pt>
                <c:pt idx="17668">
                  <c:v>11430.15</c:v>
                </c:pt>
                <c:pt idx="17669">
                  <c:v>36258.89</c:v>
                </c:pt>
                <c:pt idx="17670">
                  <c:v>5217.0600000000004</c:v>
                </c:pt>
                <c:pt idx="17671">
                  <c:v>4988.28</c:v>
                </c:pt>
                <c:pt idx="17672">
                  <c:v>26214.3</c:v>
                </c:pt>
                <c:pt idx="17673">
                  <c:v>12758.68</c:v>
                </c:pt>
                <c:pt idx="17674">
                  <c:v>6562.83</c:v>
                </c:pt>
                <c:pt idx="17675">
                  <c:v>19407.23</c:v>
                </c:pt>
                <c:pt idx="17676">
                  <c:v>10802.65</c:v>
                </c:pt>
                <c:pt idx="17677">
                  <c:v>18168.189999999999</c:v>
                </c:pt>
                <c:pt idx="17678">
                  <c:v>44852.63</c:v>
                </c:pt>
                <c:pt idx="17679">
                  <c:v>45351.92</c:v>
                </c:pt>
                <c:pt idx="17680">
                  <c:v>80717.2</c:v>
                </c:pt>
                <c:pt idx="17681">
                  <c:v>54855.19</c:v>
                </c:pt>
                <c:pt idx="17682">
                  <c:v>89279.82</c:v>
                </c:pt>
                <c:pt idx="17683">
                  <c:v>32453.759999999998</c:v>
                </c:pt>
                <c:pt idx="17684">
                  <c:v>48998.63</c:v>
                </c:pt>
                <c:pt idx="17685">
                  <c:v>24996.86</c:v>
                </c:pt>
                <c:pt idx="17686">
                  <c:v>7837.24</c:v>
                </c:pt>
                <c:pt idx="17687">
                  <c:v>5257.56</c:v>
                </c:pt>
                <c:pt idx="17688">
                  <c:v>31580.560000000001</c:v>
                </c:pt>
                <c:pt idx="17689">
                  <c:v>50916.39</c:v>
                </c:pt>
                <c:pt idx="17690">
                  <c:v>102558.43</c:v>
                </c:pt>
                <c:pt idx="17691">
                  <c:v>49771.11</c:v>
                </c:pt>
                <c:pt idx="17692">
                  <c:v>18372.48</c:v>
                </c:pt>
                <c:pt idx="17693">
                  <c:v>20587.009999999998</c:v>
                </c:pt>
                <c:pt idx="17694">
                  <c:v>32728.18</c:v>
                </c:pt>
                <c:pt idx="17695">
                  <c:v>71998.539999999994</c:v>
                </c:pt>
                <c:pt idx="17696">
                  <c:v>47468.58</c:v>
                </c:pt>
                <c:pt idx="17697">
                  <c:v>15637.27</c:v>
                </c:pt>
                <c:pt idx="17698">
                  <c:v>10536.44</c:v>
                </c:pt>
                <c:pt idx="17699">
                  <c:v>68867.48</c:v>
                </c:pt>
                <c:pt idx="17700">
                  <c:v>20682.240000000002</c:v>
                </c:pt>
                <c:pt idx="17701">
                  <c:v>52758.89</c:v>
                </c:pt>
                <c:pt idx="17702">
                  <c:v>84100.7</c:v>
                </c:pt>
                <c:pt idx="17703">
                  <c:v>16559.240000000002</c:v>
                </c:pt>
                <c:pt idx="17704">
                  <c:v>11376.12</c:v>
                </c:pt>
                <c:pt idx="17705">
                  <c:v>61108.32</c:v>
                </c:pt>
                <c:pt idx="17706">
                  <c:v>53093.38</c:v>
                </c:pt>
                <c:pt idx="17707">
                  <c:v>20294.439999999999</c:v>
                </c:pt>
                <c:pt idx="17708">
                  <c:v>28936.59</c:v>
                </c:pt>
                <c:pt idx="17709">
                  <c:v>47382.51</c:v>
                </c:pt>
                <c:pt idx="17710">
                  <c:v>9498.2199999999993</c:v>
                </c:pt>
                <c:pt idx="17711">
                  <c:v>22217.69</c:v>
                </c:pt>
                <c:pt idx="17712">
                  <c:v>12023.13</c:v>
                </c:pt>
                <c:pt idx="17713">
                  <c:v>92700.15</c:v>
                </c:pt>
                <c:pt idx="17714">
                  <c:v>7365.05</c:v>
                </c:pt>
                <c:pt idx="17715">
                  <c:v>11245.54</c:v>
                </c:pt>
                <c:pt idx="17716">
                  <c:v>28538.62</c:v>
                </c:pt>
                <c:pt idx="17717">
                  <c:v>49263.9</c:v>
                </c:pt>
                <c:pt idx="17718">
                  <c:v>31187.39</c:v>
                </c:pt>
                <c:pt idx="17719">
                  <c:v>54393.35</c:v>
                </c:pt>
                <c:pt idx="17720">
                  <c:v>5426.65</c:v>
                </c:pt>
                <c:pt idx="17721">
                  <c:v>33042.29</c:v>
                </c:pt>
                <c:pt idx="17722">
                  <c:v>67895.48</c:v>
                </c:pt>
                <c:pt idx="17723">
                  <c:v>26819.99</c:v>
                </c:pt>
                <c:pt idx="17724">
                  <c:v>12702.19</c:v>
                </c:pt>
                <c:pt idx="17725">
                  <c:v>42320.93</c:v>
                </c:pt>
                <c:pt idx="17726">
                  <c:v>55907.19</c:v>
                </c:pt>
                <c:pt idx="17727">
                  <c:v>38731.769999999997</c:v>
                </c:pt>
                <c:pt idx="17728">
                  <c:v>58935.24</c:v>
                </c:pt>
                <c:pt idx="17729">
                  <c:v>28574.7</c:v>
                </c:pt>
                <c:pt idx="17730">
                  <c:v>29041.07</c:v>
                </c:pt>
                <c:pt idx="17731">
                  <c:v>34174.06</c:v>
                </c:pt>
                <c:pt idx="17732">
                  <c:v>5352.98</c:v>
                </c:pt>
                <c:pt idx="17733">
                  <c:v>37973.879999999997</c:v>
                </c:pt>
                <c:pt idx="17734">
                  <c:v>46556.83</c:v>
                </c:pt>
                <c:pt idx="17735">
                  <c:v>15407.99</c:v>
                </c:pt>
                <c:pt idx="17736">
                  <c:v>19588.59</c:v>
                </c:pt>
                <c:pt idx="17737">
                  <c:v>18713.02</c:v>
                </c:pt>
                <c:pt idx="17738">
                  <c:v>17058.759999999998</c:v>
                </c:pt>
                <c:pt idx="17739">
                  <c:v>21564.46</c:v>
                </c:pt>
                <c:pt idx="17740">
                  <c:v>57656.19</c:v>
                </c:pt>
                <c:pt idx="17741">
                  <c:v>46395.72</c:v>
                </c:pt>
                <c:pt idx="17742">
                  <c:v>5199.26</c:v>
                </c:pt>
                <c:pt idx="17743">
                  <c:v>81160.59</c:v>
                </c:pt>
                <c:pt idx="17744">
                  <c:v>20257.93</c:v>
                </c:pt>
                <c:pt idx="17745">
                  <c:v>72279.399999999994</c:v>
                </c:pt>
                <c:pt idx="17746">
                  <c:v>21259.25</c:v>
                </c:pt>
                <c:pt idx="17747">
                  <c:v>18653.63</c:v>
                </c:pt>
                <c:pt idx="17748">
                  <c:v>56151.43</c:v>
                </c:pt>
                <c:pt idx="17749">
                  <c:v>18831.16</c:v>
                </c:pt>
                <c:pt idx="17750">
                  <c:v>56436.91</c:v>
                </c:pt>
                <c:pt idx="17751">
                  <c:v>25497.279999999999</c:v>
                </c:pt>
                <c:pt idx="17752">
                  <c:v>21687.91</c:v>
                </c:pt>
                <c:pt idx="17753">
                  <c:v>18519.16</c:v>
                </c:pt>
                <c:pt idx="17754">
                  <c:v>23509.05</c:v>
                </c:pt>
                <c:pt idx="17755">
                  <c:v>6815.93</c:v>
                </c:pt>
                <c:pt idx="17756">
                  <c:v>29240.5</c:v>
                </c:pt>
                <c:pt idx="17757">
                  <c:v>39728.75</c:v>
                </c:pt>
                <c:pt idx="17758">
                  <c:v>53830.77</c:v>
                </c:pt>
                <c:pt idx="17759">
                  <c:v>10250.530000000001</c:v>
                </c:pt>
                <c:pt idx="17760">
                  <c:v>16087.55</c:v>
                </c:pt>
                <c:pt idx="17761">
                  <c:v>7302.05</c:v>
                </c:pt>
                <c:pt idx="17762">
                  <c:v>10527.85</c:v>
                </c:pt>
                <c:pt idx="17763">
                  <c:v>72319.429999999993</c:v>
                </c:pt>
                <c:pt idx="17764">
                  <c:v>50842.3</c:v>
                </c:pt>
                <c:pt idx="17765">
                  <c:v>7559.9</c:v>
                </c:pt>
                <c:pt idx="17766">
                  <c:v>80625.47</c:v>
                </c:pt>
                <c:pt idx="17767">
                  <c:v>18554.82</c:v>
                </c:pt>
                <c:pt idx="17768">
                  <c:v>23947.18</c:v>
                </c:pt>
                <c:pt idx="17769">
                  <c:v>81614.080000000002</c:v>
                </c:pt>
                <c:pt idx="17770">
                  <c:v>29633.94</c:v>
                </c:pt>
                <c:pt idx="17771">
                  <c:v>17542.310000000001</c:v>
                </c:pt>
                <c:pt idx="17772">
                  <c:v>5123.8</c:v>
                </c:pt>
                <c:pt idx="17773">
                  <c:v>62292.72</c:v>
                </c:pt>
                <c:pt idx="17774">
                  <c:v>88486.3</c:v>
                </c:pt>
                <c:pt idx="17775">
                  <c:v>5621.74</c:v>
                </c:pt>
                <c:pt idx="17776">
                  <c:v>52324.6</c:v>
                </c:pt>
                <c:pt idx="17777">
                  <c:v>9633.7999999999993</c:v>
                </c:pt>
                <c:pt idx="17778">
                  <c:v>25148.400000000001</c:v>
                </c:pt>
                <c:pt idx="17779">
                  <c:v>1820.76</c:v>
                </c:pt>
                <c:pt idx="17780">
                  <c:v>7556.89</c:v>
                </c:pt>
                <c:pt idx="17781">
                  <c:v>67049.72</c:v>
                </c:pt>
                <c:pt idx="17782">
                  <c:v>15277.93</c:v>
                </c:pt>
                <c:pt idx="17783">
                  <c:v>34013.800000000003</c:v>
                </c:pt>
                <c:pt idx="17784">
                  <c:v>79388.899999999994</c:v>
                </c:pt>
                <c:pt idx="17785">
                  <c:v>14081.19</c:v>
                </c:pt>
                <c:pt idx="17786">
                  <c:v>62973.86</c:v>
                </c:pt>
                <c:pt idx="17787">
                  <c:v>78136.47</c:v>
                </c:pt>
                <c:pt idx="17788">
                  <c:v>8962.1</c:v>
                </c:pt>
                <c:pt idx="17789">
                  <c:v>2570.9299999999998</c:v>
                </c:pt>
                <c:pt idx="17790">
                  <c:v>28507.69</c:v>
                </c:pt>
                <c:pt idx="17791">
                  <c:v>93976.66</c:v>
                </c:pt>
                <c:pt idx="17792">
                  <c:v>49658.86</c:v>
                </c:pt>
                <c:pt idx="17793">
                  <c:v>34868.720000000001</c:v>
                </c:pt>
                <c:pt idx="17794">
                  <c:v>19286.740000000002</c:v>
                </c:pt>
                <c:pt idx="17795">
                  <c:v>49915.49</c:v>
                </c:pt>
                <c:pt idx="17796">
                  <c:v>56255.43</c:v>
                </c:pt>
                <c:pt idx="17797">
                  <c:v>43658.37</c:v>
                </c:pt>
                <c:pt idx="17798">
                  <c:v>45209.19</c:v>
                </c:pt>
                <c:pt idx="17799">
                  <c:v>21625.59</c:v>
                </c:pt>
                <c:pt idx="17800">
                  <c:v>26579.16</c:v>
                </c:pt>
                <c:pt idx="17801">
                  <c:v>14051.88</c:v>
                </c:pt>
                <c:pt idx="17802">
                  <c:v>25659.02</c:v>
                </c:pt>
                <c:pt idx="17803">
                  <c:v>15492.96</c:v>
                </c:pt>
                <c:pt idx="17804">
                  <c:v>3722.64</c:v>
                </c:pt>
                <c:pt idx="17805">
                  <c:v>11706.41</c:v>
                </c:pt>
                <c:pt idx="17806">
                  <c:v>46688.959999999999</c:v>
                </c:pt>
                <c:pt idx="17807">
                  <c:v>12148.16</c:v>
                </c:pt>
                <c:pt idx="17808">
                  <c:v>16138.67</c:v>
                </c:pt>
                <c:pt idx="17809">
                  <c:v>35526.019999999997</c:v>
                </c:pt>
                <c:pt idx="17810">
                  <c:v>27523.27</c:v>
                </c:pt>
                <c:pt idx="17811">
                  <c:v>16677.900000000001</c:v>
                </c:pt>
                <c:pt idx="17812">
                  <c:v>23999.35</c:v>
                </c:pt>
                <c:pt idx="17813">
                  <c:v>72429.03</c:v>
                </c:pt>
                <c:pt idx="17814">
                  <c:v>13504.76</c:v>
                </c:pt>
                <c:pt idx="17815">
                  <c:v>30815.46</c:v>
                </c:pt>
                <c:pt idx="17816">
                  <c:v>17032.68</c:v>
                </c:pt>
                <c:pt idx="17817">
                  <c:v>46982.21</c:v>
                </c:pt>
                <c:pt idx="17818">
                  <c:v>36343.339999999997</c:v>
                </c:pt>
                <c:pt idx="17819">
                  <c:v>7569.66</c:v>
                </c:pt>
                <c:pt idx="17820">
                  <c:v>45878.9</c:v>
                </c:pt>
                <c:pt idx="17821">
                  <c:v>7796.94</c:v>
                </c:pt>
                <c:pt idx="17822">
                  <c:v>59553.65</c:v>
                </c:pt>
                <c:pt idx="17823">
                  <c:v>32642.82</c:v>
                </c:pt>
                <c:pt idx="17824">
                  <c:v>54153.46</c:v>
                </c:pt>
                <c:pt idx="17825">
                  <c:v>16047.84</c:v>
                </c:pt>
                <c:pt idx="17826">
                  <c:v>16541.62</c:v>
                </c:pt>
                <c:pt idx="17827">
                  <c:v>18168.55</c:v>
                </c:pt>
                <c:pt idx="17828">
                  <c:v>31995.39</c:v>
                </c:pt>
                <c:pt idx="17829">
                  <c:v>11461.59</c:v>
                </c:pt>
                <c:pt idx="17830">
                  <c:v>41047.589999999997</c:v>
                </c:pt>
                <c:pt idx="17831">
                  <c:v>14361.69</c:v>
                </c:pt>
                <c:pt idx="17832">
                  <c:v>6859.35</c:v>
                </c:pt>
                <c:pt idx="17833">
                  <c:v>36662.959999999999</c:v>
                </c:pt>
                <c:pt idx="17834">
                  <c:v>15629.33</c:v>
                </c:pt>
                <c:pt idx="17835">
                  <c:v>30714.98</c:v>
                </c:pt>
                <c:pt idx="17836">
                  <c:v>20066.84</c:v>
                </c:pt>
                <c:pt idx="17837">
                  <c:v>76925.649999999994</c:v>
                </c:pt>
                <c:pt idx="17838">
                  <c:v>64419.519999999997</c:v>
                </c:pt>
                <c:pt idx="17839">
                  <c:v>41222.410000000003</c:v>
                </c:pt>
                <c:pt idx="17840">
                  <c:v>2592.5100000000002</c:v>
                </c:pt>
                <c:pt idx="17841">
                  <c:v>22883.33</c:v>
                </c:pt>
                <c:pt idx="17842">
                  <c:v>79833.850000000006</c:v>
                </c:pt>
                <c:pt idx="17843">
                  <c:v>25998.21</c:v>
                </c:pt>
                <c:pt idx="17844">
                  <c:v>45318.17</c:v>
                </c:pt>
                <c:pt idx="17845">
                  <c:v>22369.66</c:v>
                </c:pt>
                <c:pt idx="17846">
                  <c:v>12880.16</c:v>
                </c:pt>
                <c:pt idx="17847">
                  <c:v>96402.71</c:v>
                </c:pt>
                <c:pt idx="17848">
                  <c:v>23151.56</c:v>
                </c:pt>
                <c:pt idx="17849">
                  <c:v>17689.46</c:v>
                </c:pt>
                <c:pt idx="17850">
                  <c:v>44243.8</c:v>
                </c:pt>
                <c:pt idx="17851">
                  <c:v>11439.12</c:v>
                </c:pt>
                <c:pt idx="17852">
                  <c:v>18646.060000000001</c:v>
                </c:pt>
                <c:pt idx="17853">
                  <c:v>42539.6</c:v>
                </c:pt>
                <c:pt idx="17854">
                  <c:v>34900.43</c:v>
                </c:pt>
                <c:pt idx="17855">
                  <c:v>4854.93</c:v>
                </c:pt>
                <c:pt idx="17856">
                  <c:v>13459.82</c:v>
                </c:pt>
                <c:pt idx="17857">
                  <c:v>79379.66</c:v>
                </c:pt>
                <c:pt idx="17858">
                  <c:v>14120.44</c:v>
                </c:pt>
                <c:pt idx="17859">
                  <c:v>42084.21</c:v>
                </c:pt>
                <c:pt idx="17860">
                  <c:v>17896.89</c:v>
                </c:pt>
                <c:pt idx="17861">
                  <c:v>45115.25</c:v>
                </c:pt>
                <c:pt idx="17862">
                  <c:v>88224.78</c:v>
                </c:pt>
                <c:pt idx="17863">
                  <c:v>14776.57</c:v>
                </c:pt>
                <c:pt idx="17864">
                  <c:v>23406.61</c:v>
                </c:pt>
                <c:pt idx="17865">
                  <c:v>11764.96</c:v>
                </c:pt>
                <c:pt idx="17866">
                  <c:v>12776.36</c:v>
                </c:pt>
                <c:pt idx="17867">
                  <c:v>14819.11</c:v>
                </c:pt>
                <c:pt idx="17868">
                  <c:v>81891.81</c:v>
                </c:pt>
                <c:pt idx="17869">
                  <c:v>7296.57</c:v>
                </c:pt>
                <c:pt idx="17870">
                  <c:v>30504.41</c:v>
                </c:pt>
                <c:pt idx="17871">
                  <c:v>47493.64</c:v>
                </c:pt>
                <c:pt idx="17872">
                  <c:v>6402.69</c:v>
                </c:pt>
                <c:pt idx="17873">
                  <c:v>60052.86</c:v>
                </c:pt>
                <c:pt idx="17874">
                  <c:v>8215.36</c:v>
                </c:pt>
                <c:pt idx="17875">
                  <c:v>8993.7800000000007</c:v>
                </c:pt>
                <c:pt idx="17876">
                  <c:v>94043.67</c:v>
                </c:pt>
                <c:pt idx="17877">
                  <c:v>10306.33</c:v>
                </c:pt>
                <c:pt idx="17878">
                  <c:v>59706.55</c:v>
                </c:pt>
                <c:pt idx="17879">
                  <c:v>10564.67</c:v>
                </c:pt>
                <c:pt idx="17880">
                  <c:v>7727.82</c:v>
                </c:pt>
                <c:pt idx="17881">
                  <c:v>65758.880000000005</c:v>
                </c:pt>
                <c:pt idx="17882">
                  <c:v>68015.22</c:v>
                </c:pt>
                <c:pt idx="17883">
                  <c:v>8778.27</c:v>
                </c:pt>
                <c:pt idx="17884">
                  <c:v>36909.550000000003</c:v>
                </c:pt>
                <c:pt idx="17885">
                  <c:v>13736.81</c:v>
                </c:pt>
                <c:pt idx="17886">
                  <c:v>7390.42</c:v>
                </c:pt>
                <c:pt idx="17887">
                  <c:v>23042.19</c:v>
                </c:pt>
                <c:pt idx="17888">
                  <c:v>37643.410000000003</c:v>
                </c:pt>
                <c:pt idx="17889">
                  <c:v>20126.07</c:v>
                </c:pt>
                <c:pt idx="17890">
                  <c:v>9510.65</c:v>
                </c:pt>
                <c:pt idx="17891">
                  <c:v>20799.86</c:v>
                </c:pt>
                <c:pt idx="17892">
                  <c:v>1382.4</c:v>
                </c:pt>
                <c:pt idx="17893">
                  <c:v>11363.54</c:v>
                </c:pt>
                <c:pt idx="17894">
                  <c:v>39521.51</c:v>
                </c:pt>
                <c:pt idx="17895">
                  <c:v>27103.439999999999</c:v>
                </c:pt>
                <c:pt idx="17896">
                  <c:v>54203.37</c:v>
                </c:pt>
                <c:pt idx="17897">
                  <c:v>37167.919999999998</c:v>
                </c:pt>
                <c:pt idx="17898">
                  <c:v>69705.56</c:v>
                </c:pt>
                <c:pt idx="17899">
                  <c:v>18473.45</c:v>
                </c:pt>
                <c:pt idx="17900">
                  <c:v>20093.349999999999</c:v>
                </c:pt>
                <c:pt idx="17901">
                  <c:v>7289.62</c:v>
                </c:pt>
                <c:pt idx="17902">
                  <c:v>40620.089999999997</c:v>
                </c:pt>
                <c:pt idx="17903">
                  <c:v>24867.3</c:v>
                </c:pt>
                <c:pt idx="17904">
                  <c:v>43169.96</c:v>
                </c:pt>
                <c:pt idx="17905">
                  <c:v>12216.35</c:v>
                </c:pt>
                <c:pt idx="17906">
                  <c:v>19143.37</c:v>
                </c:pt>
                <c:pt idx="17907">
                  <c:v>8441.7099999999991</c:v>
                </c:pt>
                <c:pt idx="17908">
                  <c:v>17941.560000000001</c:v>
                </c:pt>
                <c:pt idx="17909">
                  <c:v>19519.419999999998</c:v>
                </c:pt>
                <c:pt idx="17910">
                  <c:v>25354.12</c:v>
                </c:pt>
                <c:pt idx="17911">
                  <c:v>72956.73</c:v>
                </c:pt>
                <c:pt idx="17912">
                  <c:v>11245.69</c:v>
                </c:pt>
                <c:pt idx="17913">
                  <c:v>56465.55</c:v>
                </c:pt>
                <c:pt idx="17914">
                  <c:v>29833.02</c:v>
                </c:pt>
                <c:pt idx="17915">
                  <c:v>30770.21</c:v>
                </c:pt>
                <c:pt idx="17916">
                  <c:v>9221.85</c:v>
                </c:pt>
                <c:pt idx="17917">
                  <c:v>40830.199999999997</c:v>
                </c:pt>
                <c:pt idx="17918">
                  <c:v>4471.8</c:v>
                </c:pt>
                <c:pt idx="17919">
                  <c:v>24611.45</c:v>
                </c:pt>
                <c:pt idx="17920">
                  <c:v>3742.01</c:v>
                </c:pt>
                <c:pt idx="17921">
                  <c:v>40965.279999999999</c:v>
                </c:pt>
                <c:pt idx="17922">
                  <c:v>10236.6</c:v>
                </c:pt>
                <c:pt idx="17923">
                  <c:v>33634.410000000003</c:v>
                </c:pt>
                <c:pt idx="17924">
                  <c:v>2421.6999999999998</c:v>
                </c:pt>
                <c:pt idx="17925">
                  <c:v>4679.88</c:v>
                </c:pt>
                <c:pt idx="17926">
                  <c:v>8635.7199999999993</c:v>
                </c:pt>
                <c:pt idx="17927">
                  <c:v>64773.49</c:v>
                </c:pt>
                <c:pt idx="17928">
                  <c:v>52224.35</c:v>
                </c:pt>
                <c:pt idx="17929">
                  <c:v>14952.36</c:v>
                </c:pt>
                <c:pt idx="17930">
                  <c:v>9591.5400000000009</c:v>
                </c:pt>
                <c:pt idx="17931">
                  <c:v>21769.86</c:v>
                </c:pt>
                <c:pt idx="17932">
                  <c:v>15273.35</c:v>
                </c:pt>
                <c:pt idx="17933">
                  <c:v>79220.3</c:v>
                </c:pt>
                <c:pt idx="17934">
                  <c:v>54222.3</c:v>
                </c:pt>
                <c:pt idx="17935">
                  <c:v>53982.3</c:v>
                </c:pt>
                <c:pt idx="17936">
                  <c:v>46620.84</c:v>
                </c:pt>
                <c:pt idx="17937">
                  <c:v>51739.96</c:v>
                </c:pt>
                <c:pt idx="17938">
                  <c:v>14782.3</c:v>
                </c:pt>
                <c:pt idx="17939">
                  <c:v>9317.76</c:v>
                </c:pt>
                <c:pt idx="17940">
                  <c:v>85743.63</c:v>
                </c:pt>
                <c:pt idx="17941">
                  <c:v>14097.8</c:v>
                </c:pt>
                <c:pt idx="17942">
                  <c:v>69544.38</c:v>
                </c:pt>
                <c:pt idx="17943">
                  <c:v>3575.09</c:v>
                </c:pt>
                <c:pt idx="17944">
                  <c:v>37162.03</c:v>
                </c:pt>
                <c:pt idx="17945">
                  <c:v>69723.14</c:v>
                </c:pt>
                <c:pt idx="17946">
                  <c:v>14000.74</c:v>
                </c:pt>
                <c:pt idx="17947">
                  <c:v>31235.49</c:v>
                </c:pt>
                <c:pt idx="17948">
                  <c:v>43177.68</c:v>
                </c:pt>
                <c:pt idx="17949">
                  <c:v>15764.11</c:v>
                </c:pt>
                <c:pt idx="17950">
                  <c:v>70435.710000000006</c:v>
                </c:pt>
                <c:pt idx="17951">
                  <c:v>20071.990000000002</c:v>
                </c:pt>
                <c:pt idx="17952">
                  <c:v>36695.99</c:v>
                </c:pt>
                <c:pt idx="17953">
                  <c:v>20902.740000000002</c:v>
                </c:pt>
                <c:pt idx="17954">
                  <c:v>50492.19</c:v>
                </c:pt>
                <c:pt idx="17955">
                  <c:v>6507.27</c:v>
                </c:pt>
                <c:pt idx="17956">
                  <c:v>26931.74</c:v>
                </c:pt>
                <c:pt idx="17957">
                  <c:v>71378.259999999995</c:v>
                </c:pt>
                <c:pt idx="17958">
                  <c:v>18295.89</c:v>
                </c:pt>
                <c:pt idx="17959">
                  <c:v>14064.75</c:v>
                </c:pt>
                <c:pt idx="17960">
                  <c:v>27575.599999999999</c:v>
                </c:pt>
                <c:pt idx="17961">
                  <c:v>35426.35</c:v>
                </c:pt>
                <c:pt idx="17962">
                  <c:v>16618.16</c:v>
                </c:pt>
                <c:pt idx="17963">
                  <c:v>17746.34</c:v>
                </c:pt>
                <c:pt idx="17964">
                  <c:v>37678.449999999997</c:v>
                </c:pt>
                <c:pt idx="17965">
                  <c:v>7430.09</c:v>
                </c:pt>
                <c:pt idx="17966">
                  <c:v>67827.8</c:v>
                </c:pt>
                <c:pt idx="17967">
                  <c:v>49035.92</c:v>
                </c:pt>
                <c:pt idx="17968">
                  <c:v>13163.87</c:v>
                </c:pt>
                <c:pt idx="17969">
                  <c:v>26513.86</c:v>
                </c:pt>
                <c:pt idx="17970">
                  <c:v>31009.1</c:v>
                </c:pt>
                <c:pt idx="17971">
                  <c:v>48858.77</c:v>
                </c:pt>
                <c:pt idx="17972">
                  <c:v>45808.58</c:v>
                </c:pt>
                <c:pt idx="17973">
                  <c:v>61613.43</c:v>
                </c:pt>
                <c:pt idx="17974">
                  <c:v>67719.649999999994</c:v>
                </c:pt>
                <c:pt idx="17975">
                  <c:v>38535.67</c:v>
                </c:pt>
                <c:pt idx="17976">
                  <c:v>69247.88</c:v>
                </c:pt>
                <c:pt idx="17977">
                  <c:v>36374.81</c:v>
                </c:pt>
                <c:pt idx="17978">
                  <c:v>69738.710000000006</c:v>
                </c:pt>
                <c:pt idx="17979">
                  <c:v>11084.49</c:v>
                </c:pt>
                <c:pt idx="17980">
                  <c:v>27779.5</c:v>
                </c:pt>
                <c:pt idx="17981">
                  <c:v>27268.87</c:v>
                </c:pt>
                <c:pt idx="17982">
                  <c:v>17080.53</c:v>
                </c:pt>
                <c:pt idx="17983">
                  <c:v>24960.85</c:v>
                </c:pt>
                <c:pt idx="17984">
                  <c:v>37860.06</c:v>
                </c:pt>
                <c:pt idx="17985">
                  <c:v>11796.33</c:v>
                </c:pt>
                <c:pt idx="17986">
                  <c:v>14516.78</c:v>
                </c:pt>
                <c:pt idx="17987">
                  <c:v>44427.03</c:v>
                </c:pt>
                <c:pt idx="17988">
                  <c:v>14337.79</c:v>
                </c:pt>
                <c:pt idx="17989">
                  <c:v>3369.79</c:v>
                </c:pt>
                <c:pt idx="17990">
                  <c:v>59327.76</c:v>
                </c:pt>
                <c:pt idx="17991">
                  <c:v>34419.42</c:v>
                </c:pt>
                <c:pt idx="17992">
                  <c:v>3068.87</c:v>
                </c:pt>
                <c:pt idx="17993">
                  <c:v>13780.64</c:v>
                </c:pt>
                <c:pt idx="17994">
                  <c:v>13592.04</c:v>
                </c:pt>
                <c:pt idx="17995">
                  <c:v>83447.94</c:v>
                </c:pt>
                <c:pt idx="17996">
                  <c:v>3305.86</c:v>
                </c:pt>
                <c:pt idx="17997">
                  <c:v>30739.06</c:v>
                </c:pt>
                <c:pt idx="17998">
                  <c:v>76401.53</c:v>
                </c:pt>
                <c:pt idx="17999">
                  <c:v>78425.55</c:v>
                </c:pt>
                <c:pt idx="18000">
                  <c:v>44944.59</c:v>
                </c:pt>
                <c:pt idx="18001">
                  <c:v>38271.19</c:v>
                </c:pt>
                <c:pt idx="18002">
                  <c:v>25364.3</c:v>
                </c:pt>
                <c:pt idx="18003">
                  <c:v>17916.439999999999</c:v>
                </c:pt>
                <c:pt idx="18004">
                  <c:v>24034.15</c:v>
                </c:pt>
                <c:pt idx="18005">
                  <c:v>17198.48</c:v>
                </c:pt>
                <c:pt idx="18006">
                  <c:v>8857.42</c:v>
                </c:pt>
                <c:pt idx="18007">
                  <c:v>41357.129999999997</c:v>
                </c:pt>
                <c:pt idx="18008">
                  <c:v>24143.27</c:v>
                </c:pt>
                <c:pt idx="18009">
                  <c:v>57677.41</c:v>
                </c:pt>
                <c:pt idx="18010">
                  <c:v>72161.14</c:v>
                </c:pt>
                <c:pt idx="18011">
                  <c:v>6555.22</c:v>
                </c:pt>
                <c:pt idx="18012">
                  <c:v>70332.66</c:v>
                </c:pt>
                <c:pt idx="18013">
                  <c:v>6931.14</c:v>
                </c:pt>
                <c:pt idx="18014">
                  <c:v>29483.08</c:v>
                </c:pt>
                <c:pt idx="18015">
                  <c:v>37673.94</c:v>
                </c:pt>
                <c:pt idx="18016">
                  <c:v>26224.63</c:v>
                </c:pt>
                <c:pt idx="18017">
                  <c:v>21993.68</c:v>
                </c:pt>
                <c:pt idx="18018">
                  <c:v>8836.7199999999993</c:v>
                </c:pt>
                <c:pt idx="18019">
                  <c:v>12360.7</c:v>
                </c:pt>
                <c:pt idx="18020">
                  <c:v>14955.4</c:v>
                </c:pt>
                <c:pt idx="18021">
                  <c:v>33283.24</c:v>
                </c:pt>
                <c:pt idx="18022">
                  <c:v>19236.919999999998</c:v>
                </c:pt>
                <c:pt idx="18023">
                  <c:v>23833.72</c:v>
                </c:pt>
                <c:pt idx="18024">
                  <c:v>77022.86</c:v>
                </c:pt>
                <c:pt idx="18025">
                  <c:v>3907.39</c:v>
                </c:pt>
                <c:pt idx="18026">
                  <c:v>66291.47</c:v>
                </c:pt>
                <c:pt idx="18027">
                  <c:v>19691.38</c:v>
                </c:pt>
                <c:pt idx="18028">
                  <c:v>5171.54</c:v>
                </c:pt>
                <c:pt idx="18029">
                  <c:v>12034.66</c:v>
                </c:pt>
                <c:pt idx="18030">
                  <c:v>4611.8100000000004</c:v>
                </c:pt>
                <c:pt idx="18031">
                  <c:v>25200.38</c:v>
                </c:pt>
                <c:pt idx="18032">
                  <c:v>22701.53</c:v>
                </c:pt>
                <c:pt idx="18033">
                  <c:v>4410.21</c:v>
                </c:pt>
                <c:pt idx="18034">
                  <c:v>11910.78</c:v>
                </c:pt>
                <c:pt idx="18035">
                  <c:v>47583.48</c:v>
                </c:pt>
                <c:pt idx="18036">
                  <c:v>100106.48</c:v>
                </c:pt>
                <c:pt idx="18037">
                  <c:v>51205.760000000002</c:v>
                </c:pt>
                <c:pt idx="18038">
                  <c:v>92547.44</c:v>
                </c:pt>
                <c:pt idx="18039">
                  <c:v>8164.72</c:v>
                </c:pt>
                <c:pt idx="18040">
                  <c:v>19409.080000000002</c:v>
                </c:pt>
                <c:pt idx="18041">
                  <c:v>41176.300000000003</c:v>
                </c:pt>
                <c:pt idx="18042">
                  <c:v>19418.23</c:v>
                </c:pt>
                <c:pt idx="18043">
                  <c:v>71148.39</c:v>
                </c:pt>
                <c:pt idx="18044">
                  <c:v>14201.42</c:v>
                </c:pt>
                <c:pt idx="18045">
                  <c:v>90415.33</c:v>
                </c:pt>
                <c:pt idx="18046">
                  <c:v>1690.27</c:v>
                </c:pt>
                <c:pt idx="18047">
                  <c:v>6644.06</c:v>
                </c:pt>
                <c:pt idx="18048">
                  <c:v>4448.08</c:v>
                </c:pt>
                <c:pt idx="18049">
                  <c:v>62131.83</c:v>
                </c:pt>
                <c:pt idx="18050">
                  <c:v>78057.94</c:v>
                </c:pt>
                <c:pt idx="18051">
                  <c:v>51194.54</c:v>
                </c:pt>
                <c:pt idx="18052">
                  <c:v>14641.96</c:v>
                </c:pt>
                <c:pt idx="18053">
                  <c:v>29540.39</c:v>
                </c:pt>
                <c:pt idx="18054">
                  <c:v>66388.31</c:v>
                </c:pt>
                <c:pt idx="18055">
                  <c:v>55070.76</c:v>
                </c:pt>
                <c:pt idx="18056">
                  <c:v>59016.480000000003</c:v>
                </c:pt>
                <c:pt idx="18057">
                  <c:v>68667.009999999995</c:v>
                </c:pt>
                <c:pt idx="18058">
                  <c:v>19656.099999999999</c:v>
                </c:pt>
                <c:pt idx="18059">
                  <c:v>25362.35</c:v>
                </c:pt>
                <c:pt idx="18060">
                  <c:v>56948.639999999999</c:v>
                </c:pt>
                <c:pt idx="18061">
                  <c:v>10517.47</c:v>
                </c:pt>
                <c:pt idx="18062">
                  <c:v>34545.050000000003</c:v>
                </c:pt>
                <c:pt idx="18063">
                  <c:v>15903.05</c:v>
                </c:pt>
                <c:pt idx="18064">
                  <c:v>37503.82</c:v>
                </c:pt>
                <c:pt idx="18065">
                  <c:v>39186.160000000003</c:v>
                </c:pt>
                <c:pt idx="18066">
                  <c:v>9799.23</c:v>
                </c:pt>
                <c:pt idx="18067">
                  <c:v>50257.04</c:v>
                </c:pt>
                <c:pt idx="18068">
                  <c:v>21449.53</c:v>
                </c:pt>
                <c:pt idx="18069">
                  <c:v>3767.87</c:v>
                </c:pt>
                <c:pt idx="18070">
                  <c:v>13145.37</c:v>
                </c:pt>
                <c:pt idx="18071">
                  <c:v>30169.119999999999</c:v>
                </c:pt>
                <c:pt idx="18072">
                  <c:v>20688.939999999999</c:v>
                </c:pt>
                <c:pt idx="18073">
                  <c:v>93637.42</c:v>
                </c:pt>
                <c:pt idx="18074">
                  <c:v>70253.8</c:v>
                </c:pt>
                <c:pt idx="18075">
                  <c:v>10026.01</c:v>
                </c:pt>
                <c:pt idx="18076">
                  <c:v>27812.639999999999</c:v>
                </c:pt>
                <c:pt idx="18077">
                  <c:v>12490.76</c:v>
                </c:pt>
                <c:pt idx="18078">
                  <c:v>33968.839999999997</c:v>
                </c:pt>
                <c:pt idx="18079">
                  <c:v>12182.12</c:v>
                </c:pt>
                <c:pt idx="18080">
                  <c:v>7631.08</c:v>
                </c:pt>
                <c:pt idx="18081">
                  <c:v>6477.16</c:v>
                </c:pt>
                <c:pt idx="18082">
                  <c:v>59530.17</c:v>
                </c:pt>
                <c:pt idx="18083">
                  <c:v>26503.119999999999</c:v>
                </c:pt>
                <c:pt idx="18084">
                  <c:v>13760.46</c:v>
                </c:pt>
                <c:pt idx="18085">
                  <c:v>33920.71</c:v>
                </c:pt>
                <c:pt idx="18086">
                  <c:v>12139.83</c:v>
                </c:pt>
                <c:pt idx="18087">
                  <c:v>88796.08</c:v>
                </c:pt>
                <c:pt idx="18088">
                  <c:v>26692.47</c:v>
                </c:pt>
                <c:pt idx="18089">
                  <c:v>12547.04</c:v>
                </c:pt>
                <c:pt idx="18090">
                  <c:v>60990.58</c:v>
                </c:pt>
                <c:pt idx="18091">
                  <c:v>78751.759999999995</c:v>
                </c:pt>
                <c:pt idx="18092">
                  <c:v>41145.89</c:v>
                </c:pt>
                <c:pt idx="18093">
                  <c:v>17321.189999999999</c:v>
                </c:pt>
                <c:pt idx="18094">
                  <c:v>90420.12</c:v>
                </c:pt>
                <c:pt idx="18095">
                  <c:v>80178.52</c:v>
                </c:pt>
                <c:pt idx="18096">
                  <c:v>28760.44</c:v>
                </c:pt>
                <c:pt idx="18097">
                  <c:v>13906.49</c:v>
                </c:pt>
                <c:pt idx="18098">
                  <c:v>4971.2299999999996</c:v>
                </c:pt>
                <c:pt idx="18099">
                  <c:v>48525.33</c:v>
                </c:pt>
                <c:pt idx="18100">
                  <c:v>30892.71</c:v>
                </c:pt>
                <c:pt idx="18101">
                  <c:v>53695.13</c:v>
                </c:pt>
                <c:pt idx="18102">
                  <c:v>31398.32</c:v>
                </c:pt>
                <c:pt idx="18103">
                  <c:v>8579.56</c:v>
                </c:pt>
                <c:pt idx="18104">
                  <c:v>32557.73</c:v>
                </c:pt>
                <c:pt idx="18105">
                  <c:v>5783</c:v>
                </c:pt>
                <c:pt idx="18106">
                  <c:v>6388.6</c:v>
                </c:pt>
                <c:pt idx="18107">
                  <c:v>53723.12</c:v>
                </c:pt>
                <c:pt idx="18108">
                  <c:v>12751.79</c:v>
                </c:pt>
                <c:pt idx="18109">
                  <c:v>3060.6</c:v>
                </c:pt>
                <c:pt idx="18110">
                  <c:v>54847.42</c:v>
                </c:pt>
                <c:pt idx="18111">
                  <c:v>5258.25</c:v>
                </c:pt>
                <c:pt idx="18112">
                  <c:v>74763.259999999995</c:v>
                </c:pt>
                <c:pt idx="18113">
                  <c:v>8334.7099999999991</c:v>
                </c:pt>
                <c:pt idx="18114">
                  <c:v>28154.03</c:v>
                </c:pt>
                <c:pt idx="18115">
                  <c:v>17708.04</c:v>
                </c:pt>
                <c:pt idx="18116">
                  <c:v>102980.74</c:v>
                </c:pt>
                <c:pt idx="18117">
                  <c:v>37570.68</c:v>
                </c:pt>
                <c:pt idx="18118">
                  <c:v>29687.91</c:v>
                </c:pt>
                <c:pt idx="18119">
                  <c:v>53410.46</c:v>
                </c:pt>
                <c:pt idx="18120">
                  <c:v>4092.76</c:v>
                </c:pt>
                <c:pt idx="18121">
                  <c:v>72665.88</c:v>
                </c:pt>
                <c:pt idx="18122">
                  <c:v>12474.49</c:v>
                </c:pt>
                <c:pt idx="18123">
                  <c:v>40224.76</c:v>
                </c:pt>
                <c:pt idx="18124">
                  <c:v>18811.95</c:v>
                </c:pt>
                <c:pt idx="18125">
                  <c:v>40664.06</c:v>
                </c:pt>
                <c:pt idx="18126">
                  <c:v>33196.720000000001</c:v>
                </c:pt>
                <c:pt idx="18127">
                  <c:v>21727.599999999999</c:v>
                </c:pt>
                <c:pt idx="18128">
                  <c:v>84756.77</c:v>
                </c:pt>
                <c:pt idx="18129">
                  <c:v>86074.17</c:v>
                </c:pt>
                <c:pt idx="18130">
                  <c:v>1828.69</c:v>
                </c:pt>
                <c:pt idx="18131">
                  <c:v>67604.36</c:v>
                </c:pt>
                <c:pt idx="18132">
                  <c:v>55406.8</c:v>
                </c:pt>
                <c:pt idx="18133">
                  <c:v>95254.95</c:v>
                </c:pt>
                <c:pt idx="18134">
                  <c:v>18711.63</c:v>
                </c:pt>
                <c:pt idx="18135">
                  <c:v>82841.3</c:v>
                </c:pt>
                <c:pt idx="18136">
                  <c:v>72469.16</c:v>
                </c:pt>
                <c:pt idx="18137">
                  <c:v>57309.15</c:v>
                </c:pt>
                <c:pt idx="18138">
                  <c:v>9200.69</c:v>
                </c:pt>
                <c:pt idx="18139">
                  <c:v>16816.59</c:v>
                </c:pt>
                <c:pt idx="18140">
                  <c:v>75452.160000000003</c:v>
                </c:pt>
                <c:pt idx="18141">
                  <c:v>22391.62</c:v>
                </c:pt>
                <c:pt idx="18142">
                  <c:v>38564.86</c:v>
                </c:pt>
                <c:pt idx="18143">
                  <c:v>38351.71</c:v>
                </c:pt>
                <c:pt idx="18144">
                  <c:v>76394.98</c:v>
                </c:pt>
                <c:pt idx="18145">
                  <c:v>20672.27</c:v>
                </c:pt>
                <c:pt idx="18146">
                  <c:v>4746.13</c:v>
                </c:pt>
                <c:pt idx="18147">
                  <c:v>28670.59</c:v>
                </c:pt>
                <c:pt idx="18148">
                  <c:v>31222.58</c:v>
                </c:pt>
                <c:pt idx="18149">
                  <c:v>42116.09</c:v>
                </c:pt>
                <c:pt idx="18150">
                  <c:v>19753.23</c:v>
                </c:pt>
                <c:pt idx="18151">
                  <c:v>53662.64</c:v>
                </c:pt>
                <c:pt idx="18152">
                  <c:v>30636.9</c:v>
                </c:pt>
                <c:pt idx="18153">
                  <c:v>60973.919999999998</c:v>
                </c:pt>
                <c:pt idx="18154">
                  <c:v>53599.58</c:v>
                </c:pt>
                <c:pt idx="18155">
                  <c:v>18000.93</c:v>
                </c:pt>
                <c:pt idx="18156">
                  <c:v>25797.71</c:v>
                </c:pt>
                <c:pt idx="18157">
                  <c:v>32661.94</c:v>
                </c:pt>
                <c:pt idx="18158">
                  <c:v>98433.82</c:v>
                </c:pt>
                <c:pt idx="18159">
                  <c:v>20117.29</c:v>
                </c:pt>
                <c:pt idx="18160">
                  <c:v>25873.53</c:v>
                </c:pt>
                <c:pt idx="18161">
                  <c:v>23765.49</c:v>
                </c:pt>
                <c:pt idx="18162">
                  <c:v>9869.17</c:v>
                </c:pt>
                <c:pt idx="18163">
                  <c:v>6230.29</c:v>
                </c:pt>
                <c:pt idx="18164">
                  <c:v>4477.33</c:v>
                </c:pt>
                <c:pt idx="18165">
                  <c:v>38448.69</c:v>
                </c:pt>
                <c:pt idx="18166">
                  <c:v>86594.89</c:v>
                </c:pt>
                <c:pt idx="18167">
                  <c:v>2477.58</c:v>
                </c:pt>
                <c:pt idx="18168">
                  <c:v>49656.38</c:v>
                </c:pt>
                <c:pt idx="18169">
                  <c:v>17806.66</c:v>
                </c:pt>
                <c:pt idx="18170">
                  <c:v>4527.37</c:v>
                </c:pt>
                <c:pt idx="18171">
                  <c:v>45749.24</c:v>
                </c:pt>
                <c:pt idx="18172">
                  <c:v>78466.75</c:v>
                </c:pt>
                <c:pt idx="18173">
                  <c:v>5482.94</c:v>
                </c:pt>
                <c:pt idx="18174">
                  <c:v>39070.32</c:v>
                </c:pt>
                <c:pt idx="18175">
                  <c:v>6472.34</c:v>
                </c:pt>
                <c:pt idx="18176">
                  <c:v>21521.78</c:v>
                </c:pt>
                <c:pt idx="18177">
                  <c:v>8281.17</c:v>
                </c:pt>
                <c:pt idx="18178">
                  <c:v>40419.800000000003</c:v>
                </c:pt>
                <c:pt idx="18179">
                  <c:v>8943.23</c:v>
                </c:pt>
                <c:pt idx="18180">
                  <c:v>9410.42</c:v>
                </c:pt>
                <c:pt idx="18181">
                  <c:v>40790.230000000003</c:v>
                </c:pt>
                <c:pt idx="18182">
                  <c:v>58897.17</c:v>
                </c:pt>
                <c:pt idx="18183">
                  <c:v>67683.320000000007</c:v>
                </c:pt>
                <c:pt idx="18184">
                  <c:v>50128.09</c:v>
                </c:pt>
                <c:pt idx="18185">
                  <c:v>14147.36</c:v>
                </c:pt>
                <c:pt idx="18186">
                  <c:v>9024.07</c:v>
                </c:pt>
                <c:pt idx="18187">
                  <c:v>34940.18</c:v>
                </c:pt>
                <c:pt idx="18188">
                  <c:v>30411.89</c:v>
                </c:pt>
                <c:pt idx="18189">
                  <c:v>2498.5700000000002</c:v>
                </c:pt>
                <c:pt idx="18190">
                  <c:v>1238.18</c:v>
                </c:pt>
                <c:pt idx="18191">
                  <c:v>38195.47</c:v>
                </c:pt>
                <c:pt idx="18192">
                  <c:v>73999.039999999994</c:v>
                </c:pt>
                <c:pt idx="18193">
                  <c:v>10033.959999999999</c:v>
                </c:pt>
                <c:pt idx="18194">
                  <c:v>8786.06</c:v>
                </c:pt>
                <c:pt idx="18195">
                  <c:v>9216.16</c:v>
                </c:pt>
                <c:pt idx="18196">
                  <c:v>55178.97</c:v>
                </c:pt>
                <c:pt idx="18197">
                  <c:v>7852.34</c:v>
                </c:pt>
                <c:pt idx="18198">
                  <c:v>8643.8799999999992</c:v>
                </c:pt>
                <c:pt idx="18199">
                  <c:v>10947.68</c:v>
                </c:pt>
                <c:pt idx="18200">
                  <c:v>28261.59</c:v>
                </c:pt>
                <c:pt idx="18201">
                  <c:v>29874.1</c:v>
                </c:pt>
                <c:pt idx="18202">
                  <c:v>8186.42</c:v>
                </c:pt>
                <c:pt idx="18203">
                  <c:v>13111.31</c:v>
                </c:pt>
                <c:pt idx="18204">
                  <c:v>39083.14</c:v>
                </c:pt>
                <c:pt idx="18205">
                  <c:v>16996.77</c:v>
                </c:pt>
                <c:pt idx="18206">
                  <c:v>36383.160000000003</c:v>
                </c:pt>
                <c:pt idx="18207">
                  <c:v>89151.77</c:v>
                </c:pt>
                <c:pt idx="18208">
                  <c:v>21540.71</c:v>
                </c:pt>
                <c:pt idx="18209">
                  <c:v>23241.77</c:v>
                </c:pt>
                <c:pt idx="18210">
                  <c:v>55213.3</c:v>
                </c:pt>
                <c:pt idx="18211">
                  <c:v>16855.78</c:v>
                </c:pt>
                <c:pt idx="18212">
                  <c:v>17464.8</c:v>
                </c:pt>
                <c:pt idx="18213">
                  <c:v>5290.9</c:v>
                </c:pt>
                <c:pt idx="18214">
                  <c:v>38335.879999999997</c:v>
                </c:pt>
                <c:pt idx="18215">
                  <c:v>19353.21</c:v>
                </c:pt>
                <c:pt idx="18216">
                  <c:v>8685.23</c:v>
                </c:pt>
                <c:pt idx="18217">
                  <c:v>8098.34</c:v>
                </c:pt>
                <c:pt idx="18218">
                  <c:v>20238.29</c:v>
                </c:pt>
                <c:pt idx="18219">
                  <c:v>28954.66</c:v>
                </c:pt>
                <c:pt idx="18220">
                  <c:v>36518</c:v>
                </c:pt>
                <c:pt idx="18221">
                  <c:v>36425.17</c:v>
                </c:pt>
                <c:pt idx="18222">
                  <c:v>41832.68</c:v>
                </c:pt>
                <c:pt idx="18223">
                  <c:v>29545.49</c:v>
                </c:pt>
                <c:pt idx="18224">
                  <c:v>8204.89</c:v>
                </c:pt>
                <c:pt idx="18225">
                  <c:v>31993.86</c:v>
                </c:pt>
                <c:pt idx="18226">
                  <c:v>23718.53</c:v>
                </c:pt>
                <c:pt idx="18227">
                  <c:v>51176.37</c:v>
                </c:pt>
                <c:pt idx="18228">
                  <c:v>23931.65</c:v>
                </c:pt>
                <c:pt idx="18229">
                  <c:v>63496.36</c:v>
                </c:pt>
                <c:pt idx="18230">
                  <c:v>85861.65</c:v>
                </c:pt>
                <c:pt idx="18231">
                  <c:v>9986.66</c:v>
                </c:pt>
                <c:pt idx="18232">
                  <c:v>72811.490000000005</c:v>
                </c:pt>
                <c:pt idx="18233">
                  <c:v>15403.82</c:v>
                </c:pt>
                <c:pt idx="18234">
                  <c:v>39452.6</c:v>
                </c:pt>
                <c:pt idx="18235">
                  <c:v>10154.549999999999</c:v>
                </c:pt>
                <c:pt idx="18236">
                  <c:v>50503.32</c:v>
                </c:pt>
                <c:pt idx="18237">
                  <c:v>46460.36</c:v>
                </c:pt>
                <c:pt idx="18238">
                  <c:v>4341.55</c:v>
                </c:pt>
                <c:pt idx="18239">
                  <c:v>7040.72</c:v>
                </c:pt>
                <c:pt idx="18240">
                  <c:v>32708.080000000002</c:v>
                </c:pt>
                <c:pt idx="18241">
                  <c:v>34659.660000000003</c:v>
                </c:pt>
                <c:pt idx="18242">
                  <c:v>18867.490000000002</c:v>
                </c:pt>
                <c:pt idx="18243">
                  <c:v>35899.71</c:v>
                </c:pt>
                <c:pt idx="18244">
                  <c:v>59869</c:v>
                </c:pt>
                <c:pt idx="18245">
                  <c:v>58993.8</c:v>
                </c:pt>
                <c:pt idx="18246">
                  <c:v>57093.11</c:v>
                </c:pt>
                <c:pt idx="18247">
                  <c:v>19964.45</c:v>
                </c:pt>
                <c:pt idx="18248">
                  <c:v>60255.97</c:v>
                </c:pt>
                <c:pt idx="18249">
                  <c:v>31326.84</c:v>
                </c:pt>
                <c:pt idx="18250">
                  <c:v>14449.47</c:v>
                </c:pt>
                <c:pt idx="18251">
                  <c:v>3500.1</c:v>
                </c:pt>
                <c:pt idx="18252">
                  <c:v>29374.959999999999</c:v>
                </c:pt>
                <c:pt idx="18253">
                  <c:v>6932.57</c:v>
                </c:pt>
                <c:pt idx="18254">
                  <c:v>38118.28</c:v>
                </c:pt>
                <c:pt idx="18255">
                  <c:v>37524.480000000003</c:v>
                </c:pt>
                <c:pt idx="18256">
                  <c:v>26127.41</c:v>
                </c:pt>
                <c:pt idx="18257">
                  <c:v>78132.600000000006</c:v>
                </c:pt>
                <c:pt idx="18258">
                  <c:v>49445.24</c:v>
                </c:pt>
                <c:pt idx="18259">
                  <c:v>48529.06</c:v>
                </c:pt>
                <c:pt idx="18260">
                  <c:v>71879.63</c:v>
                </c:pt>
                <c:pt idx="18261">
                  <c:v>65100.58</c:v>
                </c:pt>
                <c:pt idx="18262">
                  <c:v>50363.519999999997</c:v>
                </c:pt>
                <c:pt idx="18263">
                  <c:v>61503.5</c:v>
                </c:pt>
                <c:pt idx="18264">
                  <c:v>22695.01</c:v>
                </c:pt>
                <c:pt idx="18265">
                  <c:v>33168.29</c:v>
                </c:pt>
                <c:pt idx="18266">
                  <c:v>18533.03</c:v>
                </c:pt>
                <c:pt idx="18267">
                  <c:v>31632.3</c:v>
                </c:pt>
                <c:pt idx="18268">
                  <c:v>30773.74</c:v>
                </c:pt>
                <c:pt idx="18269">
                  <c:v>46073.24</c:v>
                </c:pt>
                <c:pt idx="18270">
                  <c:v>7647.15</c:v>
                </c:pt>
                <c:pt idx="18271">
                  <c:v>4367.55</c:v>
                </c:pt>
                <c:pt idx="18272">
                  <c:v>13911.87</c:v>
                </c:pt>
                <c:pt idx="18273">
                  <c:v>4819.58</c:v>
                </c:pt>
                <c:pt idx="18274">
                  <c:v>29765.8</c:v>
                </c:pt>
                <c:pt idx="18275">
                  <c:v>8470.85</c:v>
                </c:pt>
                <c:pt idx="18276">
                  <c:v>61928.02</c:v>
                </c:pt>
                <c:pt idx="18277">
                  <c:v>11924.05</c:v>
                </c:pt>
                <c:pt idx="18278">
                  <c:v>10258.86</c:v>
                </c:pt>
                <c:pt idx="18279">
                  <c:v>50622.85</c:v>
                </c:pt>
                <c:pt idx="18280">
                  <c:v>29739.61</c:v>
                </c:pt>
                <c:pt idx="18281">
                  <c:v>19298.41</c:v>
                </c:pt>
                <c:pt idx="18282">
                  <c:v>74177.960000000006</c:v>
                </c:pt>
                <c:pt idx="18283">
                  <c:v>10438.76</c:v>
                </c:pt>
                <c:pt idx="18284">
                  <c:v>7208.71</c:v>
                </c:pt>
                <c:pt idx="18285">
                  <c:v>18747.75</c:v>
                </c:pt>
                <c:pt idx="18286">
                  <c:v>21575.39</c:v>
                </c:pt>
                <c:pt idx="18287">
                  <c:v>3562.12</c:v>
                </c:pt>
                <c:pt idx="18288">
                  <c:v>20008.3</c:v>
                </c:pt>
                <c:pt idx="18289">
                  <c:v>19627.099999999999</c:v>
                </c:pt>
                <c:pt idx="18290">
                  <c:v>13571.71</c:v>
                </c:pt>
                <c:pt idx="18291">
                  <c:v>31044.38</c:v>
                </c:pt>
                <c:pt idx="18292">
                  <c:v>36493.33</c:v>
                </c:pt>
                <c:pt idx="18293">
                  <c:v>9109.8799999999992</c:v>
                </c:pt>
                <c:pt idx="18294">
                  <c:v>28731.439999999999</c:v>
                </c:pt>
                <c:pt idx="18295">
                  <c:v>98314.12</c:v>
                </c:pt>
                <c:pt idx="18296">
                  <c:v>52959.91</c:v>
                </c:pt>
                <c:pt idx="18297">
                  <c:v>44142.18</c:v>
                </c:pt>
                <c:pt idx="18298">
                  <c:v>77186.179999999993</c:v>
                </c:pt>
                <c:pt idx="18299">
                  <c:v>15066.3</c:v>
                </c:pt>
                <c:pt idx="18300">
                  <c:v>48038.79</c:v>
                </c:pt>
                <c:pt idx="18301">
                  <c:v>29167.99</c:v>
                </c:pt>
                <c:pt idx="18302">
                  <c:v>4536.7700000000004</c:v>
                </c:pt>
                <c:pt idx="18303">
                  <c:v>6522.16</c:v>
                </c:pt>
                <c:pt idx="18304">
                  <c:v>33470.379999999997</c:v>
                </c:pt>
                <c:pt idx="18305">
                  <c:v>70198.8</c:v>
                </c:pt>
                <c:pt idx="18306">
                  <c:v>60667.87</c:v>
                </c:pt>
                <c:pt idx="18307">
                  <c:v>78074.720000000001</c:v>
                </c:pt>
                <c:pt idx="18308">
                  <c:v>48692.959999999999</c:v>
                </c:pt>
                <c:pt idx="18309">
                  <c:v>6490.05</c:v>
                </c:pt>
                <c:pt idx="18310">
                  <c:v>3396.55</c:v>
                </c:pt>
                <c:pt idx="18311">
                  <c:v>9330.2199999999993</c:v>
                </c:pt>
                <c:pt idx="18312">
                  <c:v>24046.48</c:v>
                </c:pt>
                <c:pt idx="18313">
                  <c:v>17276.86</c:v>
                </c:pt>
                <c:pt idx="18314">
                  <c:v>4769.62</c:v>
                </c:pt>
                <c:pt idx="18315">
                  <c:v>63310.62</c:v>
                </c:pt>
                <c:pt idx="18316">
                  <c:v>36112.17</c:v>
                </c:pt>
                <c:pt idx="18317">
                  <c:v>58603.68</c:v>
                </c:pt>
                <c:pt idx="18318">
                  <c:v>45407.34</c:v>
                </c:pt>
                <c:pt idx="18319">
                  <c:v>18666.46</c:v>
                </c:pt>
                <c:pt idx="18320">
                  <c:v>7364.7</c:v>
                </c:pt>
                <c:pt idx="18321">
                  <c:v>8073.95</c:v>
                </c:pt>
                <c:pt idx="18322">
                  <c:v>16685.61</c:v>
                </c:pt>
                <c:pt idx="18323">
                  <c:v>37292.01</c:v>
                </c:pt>
                <c:pt idx="18324">
                  <c:v>31235.4</c:v>
                </c:pt>
                <c:pt idx="18325">
                  <c:v>19353.95</c:v>
                </c:pt>
                <c:pt idx="18326">
                  <c:v>62352.99</c:v>
                </c:pt>
                <c:pt idx="18327">
                  <c:v>23374.94</c:v>
                </c:pt>
                <c:pt idx="18328">
                  <c:v>10464.17</c:v>
                </c:pt>
                <c:pt idx="18329">
                  <c:v>13200.1</c:v>
                </c:pt>
                <c:pt idx="18330">
                  <c:v>49845.5</c:v>
                </c:pt>
                <c:pt idx="18331">
                  <c:v>16550.07</c:v>
                </c:pt>
                <c:pt idx="18332">
                  <c:v>1596.25</c:v>
                </c:pt>
                <c:pt idx="18333">
                  <c:v>12238.82</c:v>
                </c:pt>
                <c:pt idx="18334">
                  <c:v>7067.49</c:v>
                </c:pt>
                <c:pt idx="18335">
                  <c:v>3498.32</c:v>
                </c:pt>
                <c:pt idx="18336">
                  <c:v>20894.580000000002</c:v>
                </c:pt>
                <c:pt idx="18337">
                  <c:v>72767.600000000006</c:v>
                </c:pt>
                <c:pt idx="18338">
                  <c:v>4286.67</c:v>
                </c:pt>
                <c:pt idx="18339">
                  <c:v>42871.63</c:v>
                </c:pt>
                <c:pt idx="18340">
                  <c:v>15966.88</c:v>
                </c:pt>
                <c:pt idx="18341">
                  <c:v>23789.71</c:v>
                </c:pt>
                <c:pt idx="18342">
                  <c:v>5123.68</c:v>
                </c:pt>
                <c:pt idx="18343">
                  <c:v>63933.34</c:v>
                </c:pt>
                <c:pt idx="18344">
                  <c:v>22183.84</c:v>
                </c:pt>
                <c:pt idx="18345">
                  <c:v>27121.03</c:v>
                </c:pt>
                <c:pt idx="18346">
                  <c:v>67414.2</c:v>
                </c:pt>
                <c:pt idx="18347">
                  <c:v>30378.51</c:v>
                </c:pt>
                <c:pt idx="18348">
                  <c:v>10876.92</c:v>
                </c:pt>
                <c:pt idx="18349">
                  <c:v>5823.03</c:v>
                </c:pt>
                <c:pt idx="18350">
                  <c:v>6187.15</c:v>
                </c:pt>
                <c:pt idx="18351">
                  <c:v>67418.61</c:v>
                </c:pt>
                <c:pt idx="18352">
                  <c:v>10278.290000000001</c:v>
                </c:pt>
                <c:pt idx="18353">
                  <c:v>6051.91</c:v>
                </c:pt>
                <c:pt idx="18354">
                  <c:v>2795.6</c:v>
                </c:pt>
                <c:pt idx="18355">
                  <c:v>30925.73</c:v>
                </c:pt>
                <c:pt idx="18356">
                  <c:v>13380.44</c:v>
                </c:pt>
                <c:pt idx="18357">
                  <c:v>9617.9599999999991</c:v>
                </c:pt>
                <c:pt idx="18358">
                  <c:v>35723.94</c:v>
                </c:pt>
                <c:pt idx="18359">
                  <c:v>11731.78</c:v>
                </c:pt>
                <c:pt idx="18360">
                  <c:v>40402.370000000003</c:v>
                </c:pt>
                <c:pt idx="18361">
                  <c:v>24829.94</c:v>
                </c:pt>
                <c:pt idx="18362">
                  <c:v>23946.84</c:v>
                </c:pt>
                <c:pt idx="18363">
                  <c:v>51943.16</c:v>
                </c:pt>
                <c:pt idx="18364">
                  <c:v>56484.160000000003</c:v>
                </c:pt>
                <c:pt idx="18365">
                  <c:v>12595.93</c:v>
                </c:pt>
                <c:pt idx="18366">
                  <c:v>21093.19</c:v>
                </c:pt>
                <c:pt idx="18367">
                  <c:v>69443.72</c:v>
                </c:pt>
                <c:pt idx="18368">
                  <c:v>63640.2</c:v>
                </c:pt>
                <c:pt idx="18369">
                  <c:v>22413.32</c:v>
                </c:pt>
                <c:pt idx="18370">
                  <c:v>12522.67</c:v>
                </c:pt>
                <c:pt idx="18371">
                  <c:v>8845.5300000000007</c:v>
                </c:pt>
                <c:pt idx="18372">
                  <c:v>15285.5</c:v>
                </c:pt>
                <c:pt idx="18373">
                  <c:v>29357.37</c:v>
                </c:pt>
                <c:pt idx="18374">
                  <c:v>71723.7</c:v>
                </c:pt>
                <c:pt idx="18375">
                  <c:v>38428.15</c:v>
                </c:pt>
                <c:pt idx="18376">
                  <c:v>5665.84</c:v>
                </c:pt>
                <c:pt idx="18377">
                  <c:v>41431.449999999997</c:v>
                </c:pt>
                <c:pt idx="18378">
                  <c:v>5143.05</c:v>
                </c:pt>
                <c:pt idx="18379">
                  <c:v>31533.63</c:v>
                </c:pt>
                <c:pt idx="18380">
                  <c:v>29115.1</c:v>
                </c:pt>
                <c:pt idx="18381">
                  <c:v>14709.02</c:v>
                </c:pt>
                <c:pt idx="18382">
                  <c:v>31667.37</c:v>
                </c:pt>
                <c:pt idx="18383">
                  <c:v>29671.58</c:v>
                </c:pt>
                <c:pt idx="18384">
                  <c:v>12798.62</c:v>
                </c:pt>
                <c:pt idx="18385">
                  <c:v>14378.26</c:v>
                </c:pt>
                <c:pt idx="18386">
                  <c:v>70107.240000000005</c:v>
                </c:pt>
                <c:pt idx="18387">
                  <c:v>7002.24</c:v>
                </c:pt>
                <c:pt idx="18388">
                  <c:v>6436.99</c:v>
                </c:pt>
                <c:pt idx="18389">
                  <c:v>66118.759999999995</c:v>
                </c:pt>
                <c:pt idx="18390">
                  <c:v>28965.01</c:v>
                </c:pt>
                <c:pt idx="18391">
                  <c:v>4792.3900000000003</c:v>
                </c:pt>
                <c:pt idx="18392">
                  <c:v>55812.959999999999</c:v>
                </c:pt>
                <c:pt idx="18393">
                  <c:v>19423.72</c:v>
                </c:pt>
                <c:pt idx="18394">
                  <c:v>39313.51</c:v>
                </c:pt>
                <c:pt idx="18395">
                  <c:v>40589.449999999997</c:v>
                </c:pt>
                <c:pt idx="18396">
                  <c:v>24994.12</c:v>
                </c:pt>
                <c:pt idx="18397">
                  <c:v>12641.49</c:v>
                </c:pt>
                <c:pt idx="18398">
                  <c:v>11298.89</c:v>
                </c:pt>
                <c:pt idx="18399">
                  <c:v>7818.63</c:v>
                </c:pt>
                <c:pt idx="18400">
                  <c:v>4778.47</c:v>
                </c:pt>
                <c:pt idx="18401">
                  <c:v>46258.38</c:v>
                </c:pt>
                <c:pt idx="18402">
                  <c:v>74945.72</c:v>
                </c:pt>
                <c:pt idx="18403">
                  <c:v>7213.99</c:v>
                </c:pt>
                <c:pt idx="18404">
                  <c:v>22394.3</c:v>
                </c:pt>
                <c:pt idx="18405">
                  <c:v>23836.68</c:v>
                </c:pt>
                <c:pt idx="18406">
                  <c:v>1452.19</c:v>
                </c:pt>
                <c:pt idx="18407">
                  <c:v>62088.39</c:v>
                </c:pt>
                <c:pt idx="18408">
                  <c:v>58618.6</c:v>
                </c:pt>
                <c:pt idx="18409">
                  <c:v>11929.78</c:v>
                </c:pt>
                <c:pt idx="18410">
                  <c:v>54337.22</c:v>
                </c:pt>
                <c:pt idx="18411">
                  <c:v>27273.5</c:v>
                </c:pt>
                <c:pt idx="18412">
                  <c:v>12211.5</c:v>
                </c:pt>
                <c:pt idx="18413">
                  <c:v>37298.06</c:v>
                </c:pt>
                <c:pt idx="18414">
                  <c:v>8962.06</c:v>
                </c:pt>
                <c:pt idx="18415">
                  <c:v>27196.97</c:v>
                </c:pt>
                <c:pt idx="18416">
                  <c:v>91804.65</c:v>
                </c:pt>
                <c:pt idx="18417">
                  <c:v>91985.36</c:v>
                </c:pt>
                <c:pt idx="18418">
                  <c:v>12932.26</c:v>
                </c:pt>
                <c:pt idx="18419">
                  <c:v>25894.58</c:v>
                </c:pt>
                <c:pt idx="18420">
                  <c:v>34281.21</c:v>
                </c:pt>
                <c:pt idx="18421">
                  <c:v>40454.559999999998</c:v>
                </c:pt>
                <c:pt idx="18422">
                  <c:v>38035.879999999997</c:v>
                </c:pt>
                <c:pt idx="18423">
                  <c:v>15240.17</c:v>
                </c:pt>
                <c:pt idx="18424">
                  <c:v>9848.15</c:v>
                </c:pt>
                <c:pt idx="18425">
                  <c:v>17182.37</c:v>
                </c:pt>
                <c:pt idx="18426">
                  <c:v>16984.650000000001</c:v>
                </c:pt>
                <c:pt idx="18427">
                  <c:v>5248.3</c:v>
                </c:pt>
                <c:pt idx="18428">
                  <c:v>3071.2</c:v>
                </c:pt>
                <c:pt idx="18429">
                  <c:v>20823.169999999998</c:v>
                </c:pt>
                <c:pt idx="18430">
                  <c:v>58317.63</c:v>
                </c:pt>
                <c:pt idx="18431">
                  <c:v>34460.42</c:v>
                </c:pt>
                <c:pt idx="18432">
                  <c:v>32519.02</c:v>
                </c:pt>
                <c:pt idx="18433">
                  <c:v>92470.46</c:v>
                </c:pt>
                <c:pt idx="18434">
                  <c:v>60706.55</c:v>
                </c:pt>
                <c:pt idx="18435">
                  <c:v>21762.35</c:v>
                </c:pt>
                <c:pt idx="18436">
                  <c:v>14335.54</c:v>
                </c:pt>
                <c:pt idx="18437">
                  <c:v>75431.16</c:v>
                </c:pt>
                <c:pt idx="18438">
                  <c:v>45493.72</c:v>
                </c:pt>
                <c:pt idx="18439">
                  <c:v>12157.43</c:v>
                </c:pt>
                <c:pt idx="18440">
                  <c:v>46574.75</c:v>
                </c:pt>
                <c:pt idx="18441">
                  <c:v>73972.92</c:v>
                </c:pt>
                <c:pt idx="18442">
                  <c:v>17137.7</c:v>
                </c:pt>
                <c:pt idx="18443">
                  <c:v>48363.89</c:v>
                </c:pt>
                <c:pt idx="18444">
                  <c:v>9807.92</c:v>
                </c:pt>
                <c:pt idx="18445">
                  <c:v>46470.66</c:v>
                </c:pt>
                <c:pt idx="18446">
                  <c:v>77123.44</c:v>
                </c:pt>
                <c:pt idx="18447">
                  <c:v>75575.47</c:v>
                </c:pt>
                <c:pt idx="18448">
                  <c:v>3778.68</c:v>
                </c:pt>
                <c:pt idx="18449">
                  <c:v>63459.31</c:v>
                </c:pt>
                <c:pt idx="18450">
                  <c:v>10372.969999999999</c:v>
                </c:pt>
                <c:pt idx="18451">
                  <c:v>25668.639999999999</c:v>
                </c:pt>
                <c:pt idx="18452">
                  <c:v>49226</c:v>
                </c:pt>
                <c:pt idx="18453">
                  <c:v>43697.15</c:v>
                </c:pt>
                <c:pt idx="18454">
                  <c:v>30631.14</c:v>
                </c:pt>
                <c:pt idx="18455">
                  <c:v>26106.46</c:v>
                </c:pt>
                <c:pt idx="18456">
                  <c:v>28341.08</c:v>
                </c:pt>
                <c:pt idx="18457">
                  <c:v>29729.48</c:v>
                </c:pt>
                <c:pt idx="18458">
                  <c:v>42276.18</c:v>
                </c:pt>
                <c:pt idx="18459">
                  <c:v>18417.04</c:v>
                </c:pt>
                <c:pt idx="18460">
                  <c:v>9527.49</c:v>
                </c:pt>
                <c:pt idx="18461">
                  <c:v>32040.5</c:v>
                </c:pt>
                <c:pt idx="18462">
                  <c:v>103490.84</c:v>
                </c:pt>
                <c:pt idx="18463">
                  <c:v>18698.48</c:v>
                </c:pt>
                <c:pt idx="18464">
                  <c:v>45656.1</c:v>
                </c:pt>
                <c:pt idx="18465">
                  <c:v>25421.54</c:v>
                </c:pt>
                <c:pt idx="18466">
                  <c:v>37519.440000000002</c:v>
                </c:pt>
                <c:pt idx="18467">
                  <c:v>20307.02</c:v>
                </c:pt>
                <c:pt idx="18468">
                  <c:v>3032.76</c:v>
                </c:pt>
                <c:pt idx="18469">
                  <c:v>10795.45</c:v>
                </c:pt>
                <c:pt idx="18470">
                  <c:v>10417.18</c:v>
                </c:pt>
                <c:pt idx="18471">
                  <c:v>39023.629999999997</c:v>
                </c:pt>
                <c:pt idx="18472">
                  <c:v>9015.83</c:v>
                </c:pt>
                <c:pt idx="18473">
                  <c:v>18693.419999999998</c:v>
                </c:pt>
                <c:pt idx="18474">
                  <c:v>51294.55</c:v>
                </c:pt>
                <c:pt idx="18475">
                  <c:v>5203.8599999999997</c:v>
                </c:pt>
                <c:pt idx="18476">
                  <c:v>61812.95</c:v>
                </c:pt>
                <c:pt idx="18477">
                  <c:v>13481.81</c:v>
                </c:pt>
                <c:pt idx="18478">
                  <c:v>13653.45</c:v>
                </c:pt>
                <c:pt idx="18479">
                  <c:v>12070.64</c:v>
                </c:pt>
                <c:pt idx="18480">
                  <c:v>32033.27</c:v>
                </c:pt>
                <c:pt idx="18481">
                  <c:v>2782.93</c:v>
                </c:pt>
                <c:pt idx="18482">
                  <c:v>28279.439999999999</c:v>
                </c:pt>
                <c:pt idx="18483">
                  <c:v>13738.62</c:v>
                </c:pt>
                <c:pt idx="18484">
                  <c:v>33814.300000000003</c:v>
                </c:pt>
                <c:pt idx="18485">
                  <c:v>35787.699999999997</c:v>
                </c:pt>
                <c:pt idx="18486">
                  <c:v>48018.85</c:v>
                </c:pt>
                <c:pt idx="18487">
                  <c:v>44082.36</c:v>
                </c:pt>
                <c:pt idx="18488">
                  <c:v>14589.02</c:v>
                </c:pt>
                <c:pt idx="18489">
                  <c:v>1163.95</c:v>
                </c:pt>
                <c:pt idx="18490">
                  <c:v>7959.62</c:v>
                </c:pt>
                <c:pt idx="18491">
                  <c:v>57190.48</c:v>
                </c:pt>
                <c:pt idx="18492">
                  <c:v>16981.86</c:v>
                </c:pt>
                <c:pt idx="18493">
                  <c:v>4448.3500000000004</c:v>
                </c:pt>
                <c:pt idx="18494">
                  <c:v>62156.639999999999</c:v>
                </c:pt>
                <c:pt idx="18495">
                  <c:v>6041.91</c:v>
                </c:pt>
                <c:pt idx="18496">
                  <c:v>34219.160000000003</c:v>
                </c:pt>
                <c:pt idx="18497">
                  <c:v>50261.72</c:v>
                </c:pt>
                <c:pt idx="18498">
                  <c:v>14589.13</c:v>
                </c:pt>
                <c:pt idx="18499">
                  <c:v>29849.360000000001</c:v>
                </c:pt>
                <c:pt idx="18500">
                  <c:v>8296.73</c:v>
                </c:pt>
                <c:pt idx="18501">
                  <c:v>41106.03</c:v>
                </c:pt>
                <c:pt idx="18502">
                  <c:v>77606.55</c:v>
                </c:pt>
                <c:pt idx="18503">
                  <c:v>24904.78</c:v>
                </c:pt>
                <c:pt idx="18504">
                  <c:v>80509.899999999994</c:v>
                </c:pt>
                <c:pt idx="18505">
                  <c:v>9535.32</c:v>
                </c:pt>
                <c:pt idx="18506">
                  <c:v>18206.830000000002</c:v>
                </c:pt>
                <c:pt idx="18507">
                  <c:v>9507.9599999999991</c:v>
                </c:pt>
                <c:pt idx="18508">
                  <c:v>20472.29</c:v>
                </c:pt>
                <c:pt idx="18509">
                  <c:v>6366.34</c:v>
                </c:pt>
                <c:pt idx="18510">
                  <c:v>21600.33</c:v>
                </c:pt>
                <c:pt idx="18511">
                  <c:v>50633.1</c:v>
                </c:pt>
                <c:pt idx="18512">
                  <c:v>32490.61</c:v>
                </c:pt>
                <c:pt idx="18513">
                  <c:v>36308.54</c:v>
                </c:pt>
                <c:pt idx="18514">
                  <c:v>51176.58</c:v>
                </c:pt>
                <c:pt idx="18515">
                  <c:v>36667.93</c:v>
                </c:pt>
                <c:pt idx="18516">
                  <c:v>28460.63</c:v>
                </c:pt>
                <c:pt idx="18517">
                  <c:v>93309.3</c:v>
                </c:pt>
                <c:pt idx="18518">
                  <c:v>83080.03</c:v>
                </c:pt>
                <c:pt idx="18519">
                  <c:v>25001.3</c:v>
                </c:pt>
                <c:pt idx="18520">
                  <c:v>79652.92</c:v>
                </c:pt>
                <c:pt idx="18521">
                  <c:v>1808.68</c:v>
                </c:pt>
                <c:pt idx="18522">
                  <c:v>16753.759999999998</c:v>
                </c:pt>
                <c:pt idx="18523">
                  <c:v>18619.150000000001</c:v>
                </c:pt>
                <c:pt idx="18524">
                  <c:v>6721.25</c:v>
                </c:pt>
                <c:pt idx="18525">
                  <c:v>3118.6</c:v>
                </c:pt>
                <c:pt idx="18526">
                  <c:v>5350.71</c:v>
                </c:pt>
                <c:pt idx="18527">
                  <c:v>8114.69</c:v>
                </c:pt>
                <c:pt idx="18528">
                  <c:v>49393.91</c:v>
                </c:pt>
                <c:pt idx="18529">
                  <c:v>5542.01</c:v>
                </c:pt>
                <c:pt idx="18530">
                  <c:v>5721.47</c:v>
                </c:pt>
                <c:pt idx="18531">
                  <c:v>21802.66</c:v>
                </c:pt>
                <c:pt idx="18532">
                  <c:v>15747.1</c:v>
                </c:pt>
                <c:pt idx="18533">
                  <c:v>11470.38</c:v>
                </c:pt>
                <c:pt idx="18534">
                  <c:v>35375</c:v>
                </c:pt>
                <c:pt idx="18535">
                  <c:v>80126.84</c:v>
                </c:pt>
                <c:pt idx="18536">
                  <c:v>10397.02</c:v>
                </c:pt>
                <c:pt idx="18537">
                  <c:v>8215.92</c:v>
                </c:pt>
                <c:pt idx="18538">
                  <c:v>33456.68</c:v>
                </c:pt>
                <c:pt idx="18539">
                  <c:v>12046.36</c:v>
                </c:pt>
                <c:pt idx="18540">
                  <c:v>32968.43</c:v>
                </c:pt>
                <c:pt idx="18541">
                  <c:v>35322.78</c:v>
                </c:pt>
                <c:pt idx="18542">
                  <c:v>51386.48</c:v>
                </c:pt>
                <c:pt idx="18543">
                  <c:v>3159.52</c:v>
                </c:pt>
                <c:pt idx="18544">
                  <c:v>13316.69</c:v>
                </c:pt>
                <c:pt idx="18545">
                  <c:v>9229.98</c:v>
                </c:pt>
                <c:pt idx="18546">
                  <c:v>45739.32</c:v>
                </c:pt>
                <c:pt idx="18547">
                  <c:v>10400.86</c:v>
                </c:pt>
                <c:pt idx="18548">
                  <c:v>8118.26</c:v>
                </c:pt>
                <c:pt idx="18549">
                  <c:v>49872.38</c:v>
                </c:pt>
                <c:pt idx="18550">
                  <c:v>7812.68</c:v>
                </c:pt>
                <c:pt idx="18551">
                  <c:v>14920.43</c:v>
                </c:pt>
                <c:pt idx="18552">
                  <c:v>8877.39</c:v>
                </c:pt>
                <c:pt idx="18553">
                  <c:v>8709.15</c:v>
                </c:pt>
                <c:pt idx="18554">
                  <c:v>42872.07</c:v>
                </c:pt>
                <c:pt idx="18555">
                  <c:v>93891</c:v>
                </c:pt>
                <c:pt idx="18556">
                  <c:v>13016.85</c:v>
                </c:pt>
                <c:pt idx="18557">
                  <c:v>7995.49</c:v>
                </c:pt>
                <c:pt idx="18558">
                  <c:v>6191.16</c:v>
                </c:pt>
                <c:pt idx="18559">
                  <c:v>80790.259999999995</c:v>
                </c:pt>
                <c:pt idx="18560">
                  <c:v>11558.8</c:v>
                </c:pt>
                <c:pt idx="18561">
                  <c:v>34350.06</c:v>
                </c:pt>
                <c:pt idx="18562">
                  <c:v>18515.38</c:v>
                </c:pt>
                <c:pt idx="18563">
                  <c:v>4626.55</c:v>
                </c:pt>
                <c:pt idx="18564">
                  <c:v>11198.56</c:v>
                </c:pt>
                <c:pt idx="18565">
                  <c:v>34350.589999999997</c:v>
                </c:pt>
                <c:pt idx="18566">
                  <c:v>71631.259999999995</c:v>
                </c:pt>
                <c:pt idx="18567">
                  <c:v>9064.7000000000007</c:v>
                </c:pt>
                <c:pt idx="18568">
                  <c:v>27119.64</c:v>
                </c:pt>
                <c:pt idx="18569">
                  <c:v>83444.73</c:v>
                </c:pt>
                <c:pt idx="18570">
                  <c:v>24371.17</c:v>
                </c:pt>
                <c:pt idx="18571">
                  <c:v>15613.51</c:v>
                </c:pt>
                <c:pt idx="18572">
                  <c:v>9165</c:v>
                </c:pt>
                <c:pt idx="18573">
                  <c:v>20140.009999999998</c:v>
                </c:pt>
                <c:pt idx="18574">
                  <c:v>59383.13</c:v>
                </c:pt>
                <c:pt idx="18575">
                  <c:v>37619.4</c:v>
                </c:pt>
                <c:pt idx="18576">
                  <c:v>28802.84</c:v>
                </c:pt>
                <c:pt idx="18577">
                  <c:v>27873.09</c:v>
                </c:pt>
                <c:pt idx="18578">
                  <c:v>25486.18</c:v>
                </c:pt>
                <c:pt idx="18579">
                  <c:v>43970.76</c:v>
                </c:pt>
                <c:pt idx="18580">
                  <c:v>17801.75</c:v>
                </c:pt>
                <c:pt idx="18581">
                  <c:v>19986.16</c:v>
                </c:pt>
                <c:pt idx="18582">
                  <c:v>82501.78</c:v>
                </c:pt>
                <c:pt idx="18583">
                  <c:v>7905.03</c:v>
                </c:pt>
                <c:pt idx="18584">
                  <c:v>8085.17</c:v>
                </c:pt>
                <c:pt idx="18585">
                  <c:v>25620.93</c:v>
                </c:pt>
                <c:pt idx="18586">
                  <c:v>87486.42</c:v>
                </c:pt>
                <c:pt idx="18587">
                  <c:v>1726.32</c:v>
                </c:pt>
                <c:pt idx="18588">
                  <c:v>24673.1</c:v>
                </c:pt>
                <c:pt idx="18589">
                  <c:v>61253.96</c:v>
                </c:pt>
                <c:pt idx="18590">
                  <c:v>9487.77</c:v>
                </c:pt>
                <c:pt idx="18591">
                  <c:v>13950.72</c:v>
                </c:pt>
                <c:pt idx="18592">
                  <c:v>12807.73</c:v>
                </c:pt>
                <c:pt idx="18593">
                  <c:v>6702.31</c:v>
                </c:pt>
                <c:pt idx="18594">
                  <c:v>2537.3000000000002</c:v>
                </c:pt>
                <c:pt idx="18595">
                  <c:v>10001.08</c:v>
                </c:pt>
                <c:pt idx="18596">
                  <c:v>5282.1</c:v>
                </c:pt>
                <c:pt idx="18597">
                  <c:v>5914.57</c:v>
                </c:pt>
                <c:pt idx="18598">
                  <c:v>26294.69</c:v>
                </c:pt>
                <c:pt idx="18599">
                  <c:v>15568.33</c:v>
                </c:pt>
                <c:pt idx="18600">
                  <c:v>42673.37</c:v>
                </c:pt>
                <c:pt idx="18601">
                  <c:v>25651.03</c:v>
                </c:pt>
                <c:pt idx="18602">
                  <c:v>10333.49</c:v>
                </c:pt>
                <c:pt idx="18603">
                  <c:v>3506.79</c:v>
                </c:pt>
                <c:pt idx="18604">
                  <c:v>50499.7</c:v>
                </c:pt>
                <c:pt idx="18605">
                  <c:v>14714.36</c:v>
                </c:pt>
                <c:pt idx="18606">
                  <c:v>62860.36</c:v>
                </c:pt>
                <c:pt idx="18607">
                  <c:v>20804.45</c:v>
                </c:pt>
                <c:pt idx="18608">
                  <c:v>15384.35</c:v>
                </c:pt>
                <c:pt idx="18609">
                  <c:v>20473.8</c:v>
                </c:pt>
                <c:pt idx="18610">
                  <c:v>27537.77</c:v>
                </c:pt>
                <c:pt idx="18611">
                  <c:v>13517.45</c:v>
                </c:pt>
                <c:pt idx="18612">
                  <c:v>16290.14</c:v>
                </c:pt>
                <c:pt idx="18613">
                  <c:v>14101.56</c:v>
                </c:pt>
                <c:pt idx="18614">
                  <c:v>40112.050000000003</c:v>
                </c:pt>
                <c:pt idx="18615">
                  <c:v>91565.67</c:v>
                </c:pt>
                <c:pt idx="18616">
                  <c:v>15049.6</c:v>
                </c:pt>
                <c:pt idx="18617">
                  <c:v>21456.38</c:v>
                </c:pt>
                <c:pt idx="18618">
                  <c:v>19454.27</c:v>
                </c:pt>
                <c:pt idx="18619">
                  <c:v>7201.03</c:v>
                </c:pt>
                <c:pt idx="18620">
                  <c:v>62660.87</c:v>
                </c:pt>
                <c:pt idx="18621">
                  <c:v>34507.15</c:v>
                </c:pt>
                <c:pt idx="18622">
                  <c:v>28604.77</c:v>
                </c:pt>
                <c:pt idx="18623">
                  <c:v>27601.35</c:v>
                </c:pt>
                <c:pt idx="18624">
                  <c:v>52376.94</c:v>
                </c:pt>
                <c:pt idx="18625">
                  <c:v>49520.83</c:v>
                </c:pt>
                <c:pt idx="18626">
                  <c:v>2298.66</c:v>
                </c:pt>
                <c:pt idx="18627">
                  <c:v>41673.839999999997</c:v>
                </c:pt>
                <c:pt idx="18628">
                  <c:v>13012.86</c:v>
                </c:pt>
                <c:pt idx="18629">
                  <c:v>39673.449999999997</c:v>
                </c:pt>
                <c:pt idx="18630">
                  <c:v>103037.13</c:v>
                </c:pt>
                <c:pt idx="18631">
                  <c:v>9242.2000000000007</c:v>
                </c:pt>
                <c:pt idx="18632">
                  <c:v>49860.83</c:v>
                </c:pt>
                <c:pt idx="18633">
                  <c:v>16870.5</c:v>
                </c:pt>
                <c:pt idx="18634">
                  <c:v>30112.32</c:v>
                </c:pt>
                <c:pt idx="18635">
                  <c:v>62979.15</c:v>
                </c:pt>
                <c:pt idx="18636">
                  <c:v>7273.92</c:v>
                </c:pt>
                <c:pt idx="18637">
                  <c:v>7882.81</c:v>
                </c:pt>
                <c:pt idx="18638">
                  <c:v>6275.81</c:v>
                </c:pt>
                <c:pt idx="18639">
                  <c:v>89650.89</c:v>
                </c:pt>
                <c:pt idx="18640">
                  <c:v>32181.45</c:v>
                </c:pt>
                <c:pt idx="18641">
                  <c:v>53827.3</c:v>
                </c:pt>
                <c:pt idx="18642">
                  <c:v>3685.02</c:v>
                </c:pt>
                <c:pt idx="18643">
                  <c:v>13550.12</c:v>
                </c:pt>
                <c:pt idx="18644">
                  <c:v>8271.75</c:v>
                </c:pt>
                <c:pt idx="18645">
                  <c:v>35311.120000000003</c:v>
                </c:pt>
                <c:pt idx="18646">
                  <c:v>19712.48</c:v>
                </c:pt>
                <c:pt idx="18647">
                  <c:v>61340.53</c:v>
                </c:pt>
                <c:pt idx="18648">
                  <c:v>10300</c:v>
                </c:pt>
                <c:pt idx="18649">
                  <c:v>92777.79</c:v>
                </c:pt>
                <c:pt idx="18650">
                  <c:v>44629.14</c:v>
                </c:pt>
                <c:pt idx="18651">
                  <c:v>9259.57</c:v>
                </c:pt>
                <c:pt idx="18652">
                  <c:v>17968.310000000001</c:v>
                </c:pt>
                <c:pt idx="18653">
                  <c:v>12364.59</c:v>
                </c:pt>
                <c:pt idx="18654">
                  <c:v>16671.689999999999</c:v>
                </c:pt>
                <c:pt idx="18655">
                  <c:v>25773.82</c:v>
                </c:pt>
                <c:pt idx="18656">
                  <c:v>8240.56</c:v>
                </c:pt>
                <c:pt idx="18657">
                  <c:v>45629.3</c:v>
                </c:pt>
                <c:pt idx="18658">
                  <c:v>89137.41</c:v>
                </c:pt>
                <c:pt idx="18659">
                  <c:v>24283.06</c:v>
                </c:pt>
                <c:pt idx="18660">
                  <c:v>101410.26</c:v>
                </c:pt>
                <c:pt idx="18661">
                  <c:v>44289.08</c:v>
                </c:pt>
                <c:pt idx="18662">
                  <c:v>8129.31</c:v>
                </c:pt>
                <c:pt idx="18663">
                  <c:v>49905.32</c:v>
                </c:pt>
                <c:pt idx="18664">
                  <c:v>12487.32</c:v>
                </c:pt>
                <c:pt idx="18665">
                  <c:v>16134.17</c:v>
                </c:pt>
                <c:pt idx="18666">
                  <c:v>8577.27</c:v>
                </c:pt>
                <c:pt idx="18667">
                  <c:v>31474.86</c:v>
                </c:pt>
                <c:pt idx="18668">
                  <c:v>35042.120000000003</c:v>
                </c:pt>
                <c:pt idx="18669">
                  <c:v>84250.53</c:v>
                </c:pt>
                <c:pt idx="18670">
                  <c:v>34194.089999999997</c:v>
                </c:pt>
                <c:pt idx="18671">
                  <c:v>19055.82</c:v>
                </c:pt>
                <c:pt idx="18672">
                  <c:v>82327.460000000006</c:v>
                </c:pt>
                <c:pt idx="18673">
                  <c:v>1837.09</c:v>
                </c:pt>
                <c:pt idx="18674">
                  <c:v>32319.42</c:v>
                </c:pt>
                <c:pt idx="18675">
                  <c:v>85089.58</c:v>
                </c:pt>
                <c:pt idx="18676">
                  <c:v>70671.89</c:v>
                </c:pt>
                <c:pt idx="18677">
                  <c:v>40979.300000000003</c:v>
                </c:pt>
                <c:pt idx="18678">
                  <c:v>41366.81</c:v>
                </c:pt>
                <c:pt idx="18679">
                  <c:v>66605.850000000006</c:v>
                </c:pt>
                <c:pt idx="18680">
                  <c:v>63676.3</c:v>
                </c:pt>
                <c:pt idx="18681">
                  <c:v>58672.53</c:v>
                </c:pt>
                <c:pt idx="18682">
                  <c:v>9309.6</c:v>
                </c:pt>
                <c:pt idx="18683">
                  <c:v>6650.78</c:v>
                </c:pt>
                <c:pt idx="18684">
                  <c:v>40455.03</c:v>
                </c:pt>
                <c:pt idx="18685">
                  <c:v>38539.18</c:v>
                </c:pt>
                <c:pt idx="18686">
                  <c:v>17111.77</c:v>
                </c:pt>
                <c:pt idx="18687">
                  <c:v>2965.21</c:v>
                </c:pt>
                <c:pt idx="18688">
                  <c:v>2274.1999999999998</c:v>
                </c:pt>
                <c:pt idx="18689">
                  <c:v>27307.51</c:v>
                </c:pt>
                <c:pt idx="18690">
                  <c:v>17594.77</c:v>
                </c:pt>
                <c:pt idx="18691">
                  <c:v>46093.1</c:v>
                </c:pt>
                <c:pt idx="18692">
                  <c:v>42519.64</c:v>
                </c:pt>
                <c:pt idx="18693">
                  <c:v>33006.519999999997</c:v>
                </c:pt>
                <c:pt idx="18694">
                  <c:v>18414.349999999999</c:v>
                </c:pt>
                <c:pt idx="18695">
                  <c:v>48302</c:v>
                </c:pt>
                <c:pt idx="18696">
                  <c:v>97208.16</c:v>
                </c:pt>
                <c:pt idx="18697">
                  <c:v>57105.85</c:v>
                </c:pt>
                <c:pt idx="18698">
                  <c:v>17586.32</c:v>
                </c:pt>
                <c:pt idx="18699">
                  <c:v>72672.39</c:v>
                </c:pt>
                <c:pt idx="18700">
                  <c:v>34284.31</c:v>
                </c:pt>
                <c:pt idx="18701">
                  <c:v>78640.800000000003</c:v>
                </c:pt>
                <c:pt idx="18702">
                  <c:v>4471.59</c:v>
                </c:pt>
                <c:pt idx="18703">
                  <c:v>59730.400000000001</c:v>
                </c:pt>
                <c:pt idx="18704">
                  <c:v>48733.18</c:v>
                </c:pt>
                <c:pt idx="18705">
                  <c:v>32690.87</c:v>
                </c:pt>
                <c:pt idx="18706">
                  <c:v>17572.939999999999</c:v>
                </c:pt>
                <c:pt idx="18707">
                  <c:v>68303.42</c:v>
                </c:pt>
                <c:pt idx="18708">
                  <c:v>4555.7</c:v>
                </c:pt>
                <c:pt idx="18709">
                  <c:v>33995.14</c:v>
                </c:pt>
                <c:pt idx="18710">
                  <c:v>27584.799999999999</c:v>
                </c:pt>
                <c:pt idx="18711">
                  <c:v>84871.5</c:v>
                </c:pt>
                <c:pt idx="18712">
                  <c:v>40537.46</c:v>
                </c:pt>
                <c:pt idx="18713">
                  <c:v>23730.13</c:v>
                </c:pt>
                <c:pt idx="18714">
                  <c:v>20446.150000000001</c:v>
                </c:pt>
                <c:pt idx="18715">
                  <c:v>57939</c:v>
                </c:pt>
                <c:pt idx="18716">
                  <c:v>74887.38</c:v>
                </c:pt>
                <c:pt idx="18717">
                  <c:v>18042.22</c:v>
                </c:pt>
                <c:pt idx="18718">
                  <c:v>9293.7900000000009</c:v>
                </c:pt>
                <c:pt idx="18719">
                  <c:v>6291.15</c:v>
                </c:pt>
                <c:pt idx="18720">
                  <c:v>71725.86</c:v>
                </c:pt>
                <c:pt idx="18721">
                  <c:v>38447.39</c:v>
                </c:pt>
                <c:pt idx="18722">
                  <c:v>43930.27</c:v>
                </c:pt>
                <c:pt idx="18723">
                  <c:v>42140.38</c:v>
                </c:pt>
                <c:pt idx="18724">
                  <c:v>45882.01</c:v>
                </c:pt>
                <c:pt idx="18725">
                  <c:v>46040.9</c:v>
                </c:pt>
                <c:pt idx="18726">
                  <c:v>4009.13</c:v>
                </c:pt>
                <c:pt idx="18727">
                  <c:v>3939.43</c:v>
                </c:pt>
                <c:pt idx="18728">
                  <c:v>39019.47</c:v>
                </c:pt>
                <c:pt idx="18729">
                  <c:v>64946.36</c:v>
                </c:pt>
                <c:pt idx="18730">
                  <c:v>28882.6</c:v>
                </c:pt>
                <c:pt idx="18731">
                  <c:v>8184.49</c:v>
                </c:pt>
                <c:pt idx="18732">
                  <c:v>16400.48</c:v>
                </c:pt>
                <c:pt idx="18733">
                  <c:v>2604.88</c:v>
                </c:pt>
                <c:pt idx="18734">
                  <c:v>38184.21</c:v>
                </c:pt>
                <c:pt idx="18735">
                  <c:v>56284.73</c:v>
                </c:pt>
                <c:pt idx="18736">
                  <c:v>33437.67</c:v>
                </c:pt>
                <c:pt idx="18737">
                  <c:v>16531.07</c:v>
                </c:pt>
                <c:pt idx="18738">
                  <c:v>12242.24</c:v>
                </c:pt>
                <c:pt idx="18739">
                  <c:v>40181.49</c:v>
                </c:pt>
                <c:pt idx="18740">
                  <c:v>57484.98</c:v>
                </c:pt>
                <c:pt idx="18741">
                  <c:v>21789.7</c:v>
                </c:pt>
                <c:pt idx="18742">
                  <c:v>72345.17</c:v>
                </c:pt>
                <c:pt idx="18743">
                  <c:v>16303.99</c:v>
                </c:pt>
                <c:pt idx="18744">
                  <c:v>31407.08</c:v>
                </c:pt>
                <c:pt idx="18745">
                  <c:v>29723.11</c:v>
                </c:pt>
                <c:pt idx="18746">
                  <c:v>4498.87</c:v>
                </c:pt>
                <c:pt idx="18747">
                  <c:v>8858.18</c:v>
                </c:pt>
                <c:pt idx="18748">
                  <c:v>79300.62</c:v>
                </c:pt>
                <c:pt idx="18749">
                  <c:v>67803.460000000006</c:v>
                </c:pt>
                <c:pt idx="18750">
                  <c:v>43378.43</c:v>
                </c:pt>
                <c:pt idx="18751">
                  <c:v>70856.649999999994</c:v>
                </c:pt>
                <c:pt idx="18752">
                  <c:v>37507.71</c:v>
                </c:pt>
                <c:pt idx="18753">
                  <c:v>93500.1</c:v>
                </c:pt>
                <c:pt idx="18754">
                  <c:v>27281.52</c:v>
                </c:pt>
                <c:pt idx="18755">
                  <c:v>13597.1</c:v>
                </c:pt>
                <c:pt idx="18756">
                  <c:v>70120.89</c:v>
                </c:pt>
                <c:pt idx="18757">
                  <c:v>8734.61</c:v>
                </c:pt>
                <c:pt idx="18758">
                  <c:v>26148.53</c:v>
                </c:pt>
                <c:pt idx="18759">
                  <c:v>57532.07</c:v>
                </c:pt>
                <c:pt idx="18760">
                  <c:v>22404.78</c:v>
                </c:pt>
                <c:pt idx="18761">
                  <c:v>6899.57</c:v>
                </c:pt>
                <c:pt idx="18762">
                  <c:v>70099.23</c:v>
                </c:pt>
                <c:pt idx="18763">
                  <c:v>8667.61</c:v>
                </c:pt>
                <c:pt idx="18764">
                  <c:v>26423.68</c:v>
                </c:pt>
                <c:pt idx="18765">
                  <c:v>23211.040000000001</c:v>
                </c:pt>
                <c:pt idx="18766">
                  <c:v>4438.34</c:v>
                </c:pt>
                <c:pt idx="18767">
                  <c:v>14716.76</c:v>
                </c:pt>
                <c:pt idx="18768">
                  <c:v>8228.01</c:v>
                </c:pt>
                <c:pt idx="18769">
                  <c:v>50523.23</c:v>
                </c:pt>
                <c:pt idx="18770">
                  <c:v>35069.24</c:v>
                </c:pt>
                <c:pt idx="18771">
                  <c:v>5902.08</c:v>
                </c:pt>
                <c:pt idx="18772">
                  <c:v>52296.49</c:v>
                </c:pt>
                <c:pt idx="18773">
                  <c:v>4125</c:v>
                </c:pt>
                <c:pt idx="18774">
                  <c:v>44448.46</c:v>
                </c:pt>
                <c:pt idx="18775">
                  <c:v>37324.31</c:v>
                </c:pt>
                <c:pt idx="18776">
                  <c:v>64474.64</c:v>
                </c:pt>
                <c:pt idx="18777">
                  <c:v>38486.699999999997</c:v>
                </c:pt>
                <c:pt idx="18778">
                  <c:v>35202.75</c:v>
                </c:pt>
                <c:pt idx="18779">
                  <c:v>4071.99</c:v>
                </c:pt>
                <c:pt idx="18780">
                  <c:v>13334.08</c:v>
                </c:pt>
                <c:pt idx="18781">
                  <c:v>90905.85</c:v>
                </c:pt>
                <c:pt idx="18782">
                  <c:v>14627.89</c:v>
                </c:pt>
                <c:pt idx="18783">
                  <c:v>10832.54</c:v>
                </c:pt>
                <c:pt idx="18784">
                  <c:v>15435.76</c:v>
                </c:pt>
                <c:pt idx="18785">
                  <c:v>42727.23</c:v>
                </c:pt>
                <c:pt idx="18786">
                  <c:v>71221.72</c:v>
                </c:pt>
                <c:pt idx="18787">
                  <c:v>69331.72</c:v>
                </c:pt>
                <c:pt idx="18788">
                  <c:v>41389.85</c:v>
                </c:pt>
                <c:pt idx="18789">
                  <c:v>22258.639999999999</c:v>
                </c:pt>
                <c:pt idx="18790">
                  <c:v>27714.13</c:v>
                </c:pt>
                <c:pt idx="18791">
                  <c:v>41598.230000000003</c:v>
                </c:pt>
                <c:pt idx="18792">
                  <c:v>6613.83</c:v>
                </c:pt>
                <c:pt idx="18793">
                  <c:v>43172.43</c:v>
                </c:pt>
                <c:pt idx="18794">
                  <c:v>62938.07</c:v>
                </c:pt>
                <c:pt idx="18795">
                  <c:v>27137.82</c:v>
                </c:pt>
                <c:pt idx="18796">
                  <c:v>38850.21</c:v>
                </c:pt>
                <c:pt idx="18797">
                  <c:v>15957.25</c:v>
                </c:pt>
                <c:pt idx="18798">
                  <c:v>27061.02</c:v>
                </c:pt>
                <c:pt idx="18799">
                  <c:v>50806.58</c:v>
                </c:pt>
                <c:pt idx="18800">
                  <c:v>78859.199999999997</c:v>
                </c:pt>
                <c:pt idx="18801">
                  <c:v>5761.01</c:v>
                </c:pt>
                <c:pt idx="18802">
                  <c:v>44919.34</c:v>
                </c:pt>
                <c:pt idx="18803">
                  <c:v>14759.2</c:v>
                </c:pt>
                <c:pt idx="18804">
                  <c:v>61397.64</c:v>
                </c:pt>
                <c:pt idx="18805">
                  <c:v>12811.84</c:v>
                </c:pt>
                <c:pt idx="18806">
                  <c:v>21242.75</c:v>
                </c:pt>
                <c:pt idx="18807">
                  <c:v>30381.37</c:v>
                </c:pt>
                <c:pt idx="18808">
                  <c:v>38699.360000000001</c:v>
                </c:pt>
                <c:pt idx="18809">
                  <c:v>12215.85</c:v>
                </c:pt>
                <c:pt idx="18810">
                  <c:v>33399.51</c:v>
                </c:pt>
                <c:pt idx="18811">
                  <c:v>89608.960000000006</c:v>
                </c:pt>
                <c:pt idx="18812">
                  <c:v>32230.19</c:v>
                </c:pt>
                <c:pt idx="18813">
                  <c:v>21309.02</c:v>
                </c:pt>
                <c:pt idx="18814">
                  <c:v>3897.12</c:v>
                </c:pt>
                <c:pt idx="18815">
                  <c:v>92153.88</c:v>
                </c:pt>
                <c:pt idx="18816">
                  <c:v>25305.4</c:v>
                </c:pt>
                <c:pt idx="18817">
                  <c:v>79504.08</c:v>
                </c:pt>
                <c:pt idx="18818">
                  <c:v>4703.8999999999996</c:v>
                </c:pt>
                <c:pt idx="18819">
                  <c:v>21273.27</c:v>
                </c:pt>
                <c:pt idx="18820">
                  <c:v>25675.59</c:v>
                </c:pt>
                <c:pt idx="18821">
                  <c:v>13525.97</c:v>
                </c:pt>
                <c:pt idx="18822">
                  <c:v>68419.09</c:v>
                </c:pt>
                <c:pt idx="18823">
                  <c:v>20730.53</c:v>
                </c:pt>
                <c:pt idx="18824">
                  <c:v>19549.18</c:v>
                </c:pt>
                <c:pt idx="18825">
                  <c:v>20517.740000000002</c:v>
                </c:pt>
                <c:pt idx="18826">
                  <c:v>32883.53</c:v>
                </c:pt>
                <c:pt idx="18827">
                  <c:v>11064.69</c:v>
                </c:pt>
                <c:pt idx="18828">
                  <c:v>54654.5</c:v>
                </c:pt>
                <c:pt idx="18829">
                  <c:v>47073.440000000002</c:v>
                </c:pt>
                <c:pt idx="18830">
                  <c:v>11081.57</c:v>
                </c:pt>
                <c:pt idx="18831">
                  <c:v>91994.240000000005</c:v>
                </c:pt>
                <c:pt idx="18832">
                  <c:v>45184.04</c:v>
                </c:pt>
                <c:pt idx="18833">
                  <c:v>26189.73</c:v>
                </c:pt>
                <c:pt idx="18834">
                  <c:v>16073.79</c:v>
                </c:pt>
                <c:pt idx="18835">
                  <c:v>43252.7</c:v>
                </c:pt>
                <c:pt idx="18836">
                  <c:v>34541.96</c:v>
                </c:pt>
                <c:pt idx="18837">
                  <c:v>20541.53</c:v>
                </c:pt>
                <c:pt idx="18838">
                  <c:v>59211.62</c:v>
                </c:pt>
                <c:pt idx="18839">
                  <c:v>32065.24</c:v>
                </c:pt>
                <c:pt idx="18840">
                  <c:v>51577.23</c:v>
                </c:pt>
                <c:pt idx="18841">
                  <c:v>19815.52</c:v>
                </c:pt>
                <c:pt idx="18842">
                  <c:v>6833.48</c:v>
                </c:pt>
                <c:pt idx="18843">
                  <c:v>21343.35</c:v>
                </c:pt>
                <c:pt idx="18844">
                  <c:v>4603.16</c:v>
                </c:pt>
                <c:pt idx="18845">
                  <c:v>25568.86</c:v>
                </c:pt>
                <c:pt idx="18846">
                  <c:v>18378.45</c:v>
                </c:pt>
                <c:pt idx="18847">
                  <c:v>17130.14</c:v>
                </c:pt>
                <c:pt idx="18848">
                  <c:v>53959</c:v>
                </c:pt>
                <c:pt idx="18849">
                  <c:v>13476.37</c:v>
                </c:pt>
                <c:pt idx="18850">
                  <c:v>2386.2800000000002</c:v>
                </c:pt>
                <c:pt idx="18851">
                  <c:v>83861.399999999994</c:v>
                </c:pt>
                <c:pt idx="18852">
                  <c:v>19203.849999999999</c:v>
                </c:pt>
                <c:pt idx="18853">
                  <c:v>69617.210000000006</c:v>
                </c:pt>
                <c:pt idx="18854">
                  <c:v>66398.559999999998</c:v>
                </c:pt>
                <c:pt idx="18855">
                  <c:v>67517.320000000007</c:v>
                </c:pt>
                <c:pt idx="18856">
                  <c:v>71971.789999999994</c:v>
                </c:pt>
                <c:pt idx="18857">
                  <c:v>23697.03</c:v>
                </c:pt>
                <c:pt idx="18858">
                  <c:v>77243.8</c:v>
                </c:pt>
                <c:pt idx="18859">
                  <c:v>83683.240000000005</c:v>
                </c:pt>
                <c:pt idx="18860">
                  <c:v>40519.33</c:v>
                </c:pt>
                <c:pt idx="18861">
                  <c:v>18419.310000000001</c:v>
                </c:pt>
                <c:pt idx="18862">
                  <c:v>86308.95</c:v>
                </c:pt>
                <c:pt idx="18863">
                  <c:v>32740.720000000001</c:v>
                </c:pt>
                <c:pt idx="18864">
                  <c:v>19194.21</c:v>
                </c:pt>
                <c:pt idx="18865">
                  <c:v>20521.240000000002</c:v>
                </c:pt>
                <c:pt idx="18866">
                  <c:v>7774.89</c:v>
                </c:pt>
                <c:pt idx="18867">
                  <c:v>25368.71</c:v>
                </c:pt>
                <c:pt idx="18868">
                  <c:v>53300.18</c:v>
                </c:pt>
                <c:pt idx="18869">
                  <c:v>22448.13</c:v>
                </c:pt>
                <c:pt idx="18870">
                  <c:v>22622.17</c:v>
                </c:pt>
                <c:pt idx="18871">
                  <c:v>86641.279999999999</c:v>
                </c:pt>
                <c:pt idx="18872">
                  <c:v>48080.08</c:v>
                </c:pt>
                <c:pt idx="18873">
                  <c:v>76842.009999999995</c:v>
                </c:pt>
                <c:pt idx="18874">
                  <c:v>3553.82</c:v>
                </c:pt>
                <c:pt idx="18875">
                  <c:v>8527.16</c:v>
                </c:pt>
                <c:pt idx="18876">
                  <c:v>61792.99</c:v>
                </c:pt>
                <c:pt idx="18877">
                  <c:v>90597.68</c:v>
                </c:pt>
                <c:pt idx="18878">
                  <c:v>4019</c:v>
                </c:pt>
                <c:pt idx="18879">
                  <c:v>8781.34</c:v>
                </c:pt>
                <c:pt idx="18880">
                  <c:v>34558.78</c:v>
                </c:pt>
                <c:pt idx="18881">
                  <c:v>18380.66</c:v>
                </c:pt>
                <c:pt idx="18882">
                  <c:v>34766.68</c:v>
                </c:pt>
                <c:pt idx="18883">
                  <c:v>66398.429999999993</c:v>
                </c:pt>
                <c:pt idx="18884">
                  <c:v>59162.04</c:v>
                </c:pt>
                <c:pt idx="18885">
                  <c:v>8761.33</c:v>
                </c:pt>
                <c:pt idx="18886">
                  <c:v>32010.720000000001</c:v>
                </c:pt>
                <c:pt idx="18887">
                  <c:v>53925.67</c:v>
                </c:pt>
                <c:pt idx="18888">
                  <c:v>20933.2</c:v>
                </c:pt>
                <c:pt idx="18889">
                  <c:v>20376.09</c:v>
                </c:pt>
                <c:pt idx="18890">
                  <c:v>41317.33</c:v>
                </c:pt>
                <c:pt idx="18891">
                  <c:v>11404.91</c:v>
                </c:pt>
                <c:pt idx="18892">
                  <c:v>15609.51</c:v>
                </c:pt>
                <c:pt idx="18893">
                  <c:v>56568.12</c:v>
                </c:pt>
                <c:pt idx="18894">
                  <c:v>64416.87</c:v>
                </c:pt>
                <c:pt idx="18895">
                  <c:v>22806.03</c:v>
                </c:pt>
                <c:pt idx="18896">
                  <c:v>10463.25</c:v>
                </c:pt>
                <c:pt idx="18897">
                  <c:v>32112.799999999999</c:v>
                </c:pt>
                <c:pt idx="18898">
                  <c:v>13575.83</c:v>
                </c:pt>
                <c:pt idx="18899">
                  <c:v>46171.23</c:v>
                </c:pt>
                <c:pt idx="18900">
                  <c:v>32893.06</c:v>
                </c:pt>
                <c:pt idx="18901">
                  <c:v>4583.8900000000003</c:v>
                </c:pt>
                <c:pt idx="18902">
                  <c:v>8028.8</c:v>
                </c:pt>
                <c:pt idx="18903">
                  <c:v>22870.01</c:v>
                </c:pt>
                <c:pt idx="18904">
                  <c:v>28959</c:v>
                </c:pt>
                <c:pt idx="18905">
                  <c:v>11068.97</c:v>
                </c:pt>
                <c:pt idx="18906">
                  <c:v>14048.69</c:v>
                </c:pt>
                <c:pt idx="18907">
                  <c:v>45477.9</c:v>
                </c:pt>
                <c:pt idx="18908">
                  <c:v>37147.15</c:v>
                </c:pt>
                <c:pt idx="18909">
                  <c:v>14669.93</c:v>
                </c:pt>
                <c:pt idx="18910">
                  <c:v>55723.18</c:v>
                </c:pt>
                <c:pt idx="18911">
                  <c:v>29054.69</c:v>
                </c:pt>
                <c:pt idx="18912">
                  <c:v>32625.87</c:v>
                </c:pt>
                <c:pt idx="18913">
                  <c:v>12135.6</c:v>
                </c:pt>
                <c:pt idx="18914">
                  <c:v>34216.9</c:v>
                </c:pt>
                <c:pt idx="18915">
                  <c:v>59949.25</c:v>
                </c:pt>
                <c:pt idx="18916">
                  <c:v>8506.26</c:v>
                </c:pt>
                <c:pt idx="18917">
                  <c:v>51681.34</c:v>
                </c:pt>
                <c:pt idx="18918">
                  <c:v>18251.77</c:v>
                </c:pt>
                <c:pt idx="18919">
                  <c:v>46979.92</c:v>
                </c:pt>
                <c:pt idx="18920">
                  <c:v>65740.02</c:v>
                </c:pt>
                <c:pt idx="18921">
                  <c:v>8388.5300000000007</c:v>
                </c:pt>
                <c:pt idx="18922">
                  <c:v>63212.77</c:v>
                </c:pt>
                <c:pt idx="18923">
                  <c:v>22788.09</c:v>
                </c:pt>
                <c:pt idx="18924">
                  <c:v>10180.459999999999</c:v>
                </c:pt>
                <c:pt idx="18925">
                  <c:v>78177.440000000002</c:v>
                </c:pt>
                <c:pt idx="18926">
                  <c:v>4437.34</c:v>
                </c:pt>
                <c:pt idx="18927">
                  <c:v>29938.959999999999</c:v>
                </c:pt>
                <c:pt idx="18928">
                  <c:v>35888.639999999999</c:v>
                </c:pt>
                <c:pt idx="18929">
                  <c:v>18035.48</c:v>
                </c:pt>
                <c:pt idx="18930">
                  <c:v>7207.41</c:v>
                </c:pt>
                <c:pt idx="18931">
                  <c:v>72681.929999999993</c:v>
                </c:pt>
                <c:pt idx="18932">
                  <c:v>30728.12</c:v>
                </c:pt>
                <c:pt idx="18933">
                  <c:v>17465.02</c:v>
                </c:pt>
                <c:pt idx="18934">
                  <c:v>4922.34</c:v>
                </c:pt>
                <c:pt idx="18935">
                  <c:v>42823.519999999997</c:v>
                </c:pt>
                <c:pt idx="18936">
                  <c:v>37900.379999999997</c:v>
                </c:pt>
                <c:pt idx="18937">
                  <c:v>1660.76</c:v>
                </c:pt>
                <c:pt idx="18938">
                  <c:v>16667.03</c:v>
                </c:pt>
                <c:pt idx="18939">
                  <c:v>3653.72</c:v>
                </c:pt>
                <c:pt idx="18940">
                  <c:v>43108.54</c:v>
                </c:pt>
                <c:pt idx="18941">
                  <c:v>31260.6</c:v>
                </c:pt>
                <c:pt idx="18942">
                  <c:v>3791.9</c:v>
                </c:pt>
                <c:pt idx="18943">
                  <c:v>33352.199999999997</c:v>
                </c:pt>
                <c:pt idx="18944">
                  <c:v>55898.15</c:v>
                </c:pt>
                <c:pt idx="18945">
                  <c:v>6267.49</c:v>
                </c:pt>
                <c:pt idx="18946">
                  <c:v>41517.370000000003</c:v>
                </c:pt>
                <c:pt idx="18947">
                  <c:v>41924.080000000002</c:v>
                </c:pt>
                <c:pt idx="18948">
                  <c:v>66077.66</c:v>
                </c:pt>
                <c:pt idx="18949">
                  <c:v>38704.93</c:v>
                </c:pt>
                <c:pt idx="18950">
                  <c:v>13879.45</c:v>
                </c:pt>
                <c:pt idx="18951">
                  <c:v>21007.26</c:v>
                </c:pt>
                <c:pt idx="18952">
                  <c:v>26399.84</c:v>
                </c:pt>
                <c:pt idx="18953">
                  <c:v>28578.91</c:v>
                </c:pt>
                <c:pt idx="18954">
                  <c:v>26825.4</c:v>
                </c:pt>
                <c:pt idx="18955">
                  <c:v>19988.29</c:v>
                </c:pt>
                <c:pt idx="18956">
                  <c:v>19814.34</c:v>
                </c:pt>
                <c:pt idx="18957">
                  <c:v>4545.07</c:v>
                </c:pt>
                <c:pt idx="18958">
                  <c:v>50950.52</c:v>
                </c:pt>
                <c:pt idx="18959">
                  <c:v>10205.5</c:v>
                </c:pt>
                <c:pt idx="18960">
                  <c:v>4518.2</c:v>
                </c:pt>
                <c:pt idx="18961">
                  <c:v>41586.99</c:v>
                </c:pt>
                <c:pt idx="18962">
                  <c:v>45457.23</c:v>
                </c:pt>
                <c:pt idx="18963">
                  <c:v>93322.95</c:v>
                </c:pt>
                <c:pt idx="18964">
                  <c:v>16923.080000000002</c:v>
                </c:pt>
                <c:pt idx="18965">
                  <c:v>49351.73</c:v>
                </c:pt>
                <c:pt idx="18966">
                  <c:v>63971.96</c:v>
                </c:pt>
                <c:pt idx="18967">
                  <c:v>27153.05</c:v>
                </c:pt>
                <c:pt idx="18968">
                  <c:v>66026.89</c:v>
                </c:pt>
                <c:pt idx="18969">
                  <c:v>61968.19</c:v>
                </c:pt>
                <c:pt idx="18970">
                  <c:v>41106.83</c:v>
                </c:pt>
                <c:pt idx="18971">
                  <c:v>37513.56</c:v>
                </c:pt>
                <c:pt idx="18972">
                  <c:v>7101.36</c:v>
                </c:pt>
                <c:pt idx="18973">
                  <c:v>61484.54</c:v>
                </c:pt>
                <c:pt idx="18974">
                  <c:v>59016.2</c:v>
                </c:pt>
                <c:pt idx="18975">
                  <c:v>28724.46</c:v>
                </c:pt>
                <c:pt idx="18976">
                  <c:v>12772.1</c:v>
                </c:pt>
                <c:pt idx="18977">
                  <c:v>94444.62</c:v>
                </c:pt>
                <c:pt idx="18978">
                  <c:v>20065.71</c:v>
                </c:pt>
                <c:pt idx="18979">
                  <c:v>34670.32</c:v>
                </c:pt>
                <c:pt idx="18980">
                  <c:v>56255.65</c:v>
                </c:pt>
                <c:pt idx="18981">
                  <c:v>4922.34</c:v>
                </c:pt>
                <c:pt idx="18982">
                  <c:v>52841.57</c:v>
                </c:pt>
                <c:pt idx="18983">
                  <c:v>8127.84</c:v>
                </c:pt>
                <c:pt idx="18984">
                  <c:v>41090.660000000003</c:v>
                </c:pt>
                <c:pt idx="18985">
                  <c:v>29409.56</c:v>
                </c:pt>
                <c:pt idx="18986">
                  <c:v>35878.33</c:v>
                </c:pt>
                <c:pt idx="18987">
                  <c:v>20097.23</c:v>
                </c:pt>
                <c:pt idx="18988">
                  <c:v>2329.14</c:v>
                </c:pt>
                <c:pt idx="18989">
                  <c:v>65754.149999999994</c:v>
                </c:pt>
                <c:pt idx="18990">
                  <c:v>23782.17</c:v>
                </c:pt>
                <c:pt idx="18991">
                  <c:v>62008.13</c:v>
                </c:pt>
                <c:pt idx="18992">
                  <c:v>35994.17</c:v>
                </c:pt>
                <c:pt idx="18993">
                  <c:v>56948.79</c:v>
                </c:pt>
                <c:pt idx="18994">
                  <c:v>4007.65</c:v>
                </c:pt>
                <c:pt idx="18995">
                  <c:v>24345.35</c:v>
                </c:pt>
                <c:pt idx="18996">
                  <c:v>10529.76</c:v>
                </c:pt>
                <c:pt idx="18997">
                  <c:v>34196.269999999997</c:v>
                </c:pt>
                <c:pt idx="18998">
                  <c:v>79831.5</c:v>
                </c:pt>
                <c:pt idx="18999">
                  <c:v>4846.38</c:v>
                </c:pt>
                <c:pt idx="19000">
                  <c:v>6034.98</c:v>
                </c:pt>
                <c:pt idx="19001">
                  <c:v>17245.72</c:v>
                </c:pt>
                <c:pt idx="19002">
                  <c:v>45126.8</c:v>
                </c:pt>
                <c:pt idx="19003">
                  <c:v>54313.56</c:v>
                </c:pt>
                <c:pt idx="19004">
                  <c:v>50379.78</c:v>
                </c:pt>
                <c:pt idx="19005">
                  <c:v>8241.2999999999993</c:v>
                </c:pt>
                <c:pt idx="19006">
                  <c:v>8006.68</c:v>
                </c:pt>
                <c:pt idx="19007">
                  <c:v>10464.08</c:v>
                </c:pt>
                <c:pt idx="19008">
                  <c:v>65046.99</c:v>
                </c:pt>
                <c:pt idx="19009">
                  <c:v>33840.639999999999</c:v>
                </c:pt>
                <c:pt idx="19010">
                  <c:v>7929.38</c:v>
                </c:pt>
                <c:pt idx="19011">
                  <c:v>39135.43</c:v>
                </c:pt>
                <c:pt idx="19012">
                  <c:v>41420.9</c:v>
                </c:pt>
                <c:pt idx="19013">
                  <c:v>14169.46</c:v>
                </c:pt>
                <c:pt idx="19014">
                  <c:v>13323.87</c:v>
                </c:pt>
                <c:pt idx="19015">
                  <c:v>34501.57</c:v>
                </c:pt>
                <c:pt idx="19016">
                  <c:v>13427.69</c:v>
                </c:pt>
                <c:pt idx="19017">
                  <c:v>18365.29</c:v>
                </c:pt>
                <c:pt idx="19018">
                  <c:v>38892.74</c:v>
                </c:pt>
                <c:pt idx="19019">
                  <c:v>14422.68</c:v>
                </c:pt>
                <c:pt idx="19020">
                  <c:v>15440.52</c:v>
                </c:pt>
                <c:pt idx="19021">
                  <c:v>30827.37</c:v>
                </c:pt>
                <c:pt idx="19022">
                  <c:v>7954.36</c:v>
                </c:pt>
                <c:pt idx="19023">
                  <c:v>29785.14</c:v>
                </c:pt>
                <c:pt idx="19024">
                  <c:v>10735.85</c:v>
                </c:pt>
                <c:pt idx="19025">
                  <c:v>66320.94</c:v>
                </c:pt>
                <c:pt idx="19026">
                  <c:v>18228.84</c:v>
                </c:pt>
                <c:pt idx="19027">
                  <c:v>29547.84</c:v>
                </c:pt>
                <c:pt idx="19028">
                  <c:v>101330.04</c:v>
                </c:pt>
                <c:pt idx="19029">
                  <c:v>3386.82</c:v>
                </c:pt>
                <c:pt idx="19030">
                  <c:v>38234.910000000003</c:v>
                </c:pt>
                <c:pt idx="19031">
                  <c:v>22834.89</c:v>
                </c:pt>
                <c:pt idx="19032">
                  <c:v>67961.48</c:v>
                </c:pt>
                <c:pt idx="19033">
                  <c:v>70933.78</c:v>
                </c:pt>
                <c:pt idx="19034">
                  <c:v>21001.89</c:v>
                </c:pt>
                <c:pt idx="19035">
                  <c:v>48318.29</c:v>
                </c:pt>
                <c:pt idx="19036">
                  <c:v>9428.24</c:v>
                </c:pt>
                <c:pt idx="19037">
                  <c:v>12407.47</c:v>
                </c:pt>
                <c:pt idx="19038">
                  <c:v>13099.28</c:v>
                </c:pt>
                <c:pt idx="19039">
                  <c:v>11424.59</c:v>
                </c:pt>
                <c:pt idx="19040">
                  <c:v>35940.81</c:v>
                </c:pt>
                <c:pt idx="19041">
                  <c:v>79229.179999999993</c:v>
                </c:pt>
                <c:pt idx="19042">
                  <c:v>77469.919999999998</c:v>
                </c:pt>
                <c:pt idx="19043">
                  <c:v>12557.22</c:v>
                </c:pt>
                <c:pt idx="19044">
                  <c:v>28702.3</c:v>
                </c:pt>
                <c:pt idx="19045">
                  <c:v>64457.69</c:v>
                </c:pt>
                <c:pt idx="19046">
                  <c:v>36130.67</c:v>
                </c:pt>
                <c:pt idx="19047">
                  <c:v>33923.06</c:v>
                </c:pt>
                <c:pt idx="19048">
                  <c:v>52964.18</c:v>
                </c:pt>
                <c:pt idx="19049">
                  <c:v>23431.78</c:v>
                </c:pt>
                <c:pt idx="19050">
                  <c:v>9835.09</c:v>
                </c:pt>
                <c:pt idx="19051">
                  <c:v>20340.72</c:v>
                </c:pt>
                <c:pt idx="19052">
                  <c:v>40946.559999999998</c:v>
                </c:pt>
                <c:pt idx="19053">
                  <c:v>30048.86</c:v>
                </c:pt>
                <c:pt idx="19054">
                  <c:v>20526.11</c:v>
                </c:pt>
                <c:pt idx="19055">
                  <c:v>48820.98</c:v>
                </c:pt>
                <c:pt idx="19056">
                  <c:v>16873.79</c:v>
                </c:pt>
                <c:pt idx="19057">
                  <c:v>15739.45</c:v>
                </c:pt>
                <c:pt idx="19058">
                  <c:v>55686.080000000002</c:v>
                </c:pt>
                <c:pt idx="19059">
                  <c:v>12552.71</c:v>
                </c:pt>
                <c:pt idx="19060">
                  <c:v>16352.82</c:v>
                </c:pt>
                <c:pt idx="19061">
                  <c:v>26588.78</c:v>
                </c:pt>
                <c:pt idx="19062">
                  <c:v>19556.509999999998</c:v>
                </c:pt>
                <c:pt idx="19063">
                  <c:v>88283.06</c:v>
                </c:pt>
                <c:pt idx="19064">
                  <c:v>9453.06</c:v>
                </c:pt>
                <c:pt idx="19065">
                  <c:v>84087.57</c:v>
                </c:pt>
                <c:pt idx="19066">
                  <c:v>39334.370000000003</c:v>
                </c:pt>
                <c:pt idx="19067">
                  <c:v>9256.64</c:v>
                </c:pt>
                <c:pt idx="19068">
                  <c:v>6448.27</c:v>
                </c:pt>
                <c:pt idx="19069">
                  <c:v>18009.62</c:v>
                </c:pt>
                <c:pt idx="19070">
                  <c:v>2966.23</c:v>
                </c:pt>
                <c:pt idx="19071">
                  <c:v>8327.18</c:v>
                </c:pt>
                <c:pt idx="19072">
                  <c:v>17877.13</c:v>
                </c:pt>
                <c:pt idx="19073">
                  <c:v>1697.94</c:v>
                </c:pt>
                <c:pt idx="19074">
                  <c:v>72868.56</c:v>
                </c:pt>
                <c:pt idx="19075">
                  <c:v>23633.79</c:v>
                </c:pt>
                <c:pt idx="19076">
                  <c:v>9866.26</c:v>
                </c:pt>
                <c:pt idx="19077">
                  <c:v>92124.479999999996</c:v>
                </c:pt>
                <c:pt idx="19078">
                  <c:v>15048.05</c:v>
                </c:pt>
                <c:pt idx="19079">
                  <c:v>15216.66</c:v>
                </c:pt>
                <c:pt idx="19080">
                  <c:v>18265.28</c:v>
                </c:pt>
                <c:pt idx="19081">
                  <c:v>17918.37</c:v>
                </c:pt>
                <c:pt idx="19082">
                  <c:v>30552.01</c:v>
                </c:pt>
                <c:pt idx="19083">
                  <c:v>32545.279999999999</c:v>
                </c:pt>
                <c:pt idx="19084">
                  <c:v>30548.07</c:v>
                </c:pt>
                <c:pt idx="19085">
                  <c:v>53437.22</c:v>
                </c:pt>
                <c:pt idx="19086">
                  <c:v>7531.31</c:v>
                </c:pt>
                <c:pt idx="19087">
                  <c:v>70218.23</c:v>
                </c:pt>
                <c:pt idx="19088">
                  <c:v>40075.18</c:v>
                </c:pt>
                <c:pt idx="19089">
                  <c:v>7697.89</c:v>
                </c:pt>
                <c:pt idx="19090">
                  <c:v>12237.88</c:v>
                </c:pt>
                <c:pt idx="19091">
                  <c:v>3418.82</c:v>
                </c:pt>
                <c:pt idx="19092">
                  <c:v>39397.93</c:v>
                </c:pt>
                <c:pt idx="19093">
                  <c:v>35925.29</c:v>
                </c:pt>
                <c:pt idx="19094">
                  <c:v>39285.58</c:v>
                </c:pt>
                <c:pt idx="19095">
                  <c:v>22245.93</c:v>
                </c:pt>
                <c:pt idx="19096">
                  <c:v>9974.24</c:v>
                </c:pt>
                <c:pt idx="19097">
                  <c:v>11734.4</c:v>
                </c:pt>
                <c:pt idx="19098">
                  <c:v>4766.8100000000004</c:v>
                </c:pt>
                <c:pt idx="19099">
                  <c:v>34563.11</c:v>
                </c:pt>
                <c:pt idx="19100">
                  <c:v>20711.66</c:v>
                </c:pt>
                <c:pt idx="19101">
                  <c:v>57937.95</c:v>
                </c:pt>
                <c:pt idx="19102">
                  <c:v>50791.29</c:v>
                </c:pt>
                <c:pt idx="19103">
                  <c:v>10326.64</c:v>
                </c:pt>
                <c:pt idx="19104">
                  <c:v>2083.8000000000002</c:v>
                </c:pt>
                <c:pt idx="19105">
                  <c:v>89591.58</c:v>
                </c:pt>
                <c:pt idx="19106">
                  <c:v>16423.939999999999</c:v>
                </c:pt>
                <c:pt idx="19107">
                  <c:v>17941.080000000002</c:v>
                </c:pt>
                <c:pt idx="19108">
                  <c:v>4846.3599999999997</c:v>
                </c:pt>
                <c:pt idx="19109">
                  <c:v>51277.46</c:v>
                </c:pt>
                <c:pt idx="19110">
                  <c:v>26107.52</c:v>
                </c:pt>
                <c:pt idx="19111">
                  <c:v>17847.05</c:v>
                </c:pt>
                <c:pt idx="19112">
                  <c:v>19311.39</c:v>
                </c:pt>
                <c:pt idx="19113">
                  <c:v>34501.82</c:v>
                </c:pt>
                <c:pt idx="19114">
                  <c:v>5115.7700000000004</c:v>
                </c:pt>
                <c:pt idx="19115">
                  <c:v>26816.93</c:v>
                </c:pt>
                <c:pt idx="19116">
                  <c:v>20332.37</c:v>
                </c:pt>
                <c:pt idx="19117">
                  <c:v>99072.33</c:v>
                </c:pt>
                <c:pt idx="19118">
                  <c:v>65281.07</c:v>
                </c:pt>
                <c:pt idx="19119">
                  <c:v>39696.800000000003</c:v>
                </c:pt>
                <c:pt idx="19120">
                  <c:v>23481.83</c:v>
                </c:pt>
                <c:pt idx="19121">
                  <c:v>36450.33</c:v>
                </c:pt>
                <c:pt idx="19122">
                  <c:v>7420.18</c:v>
                </c:pt>
                <c:pt idx="19123">
                  <c:v>21050.880000000001</c:v>
                </c:pt>
                <c:pt idx="19124">
                  <c:v>59472.21</c:v>
                </c:pt>
                <c:pt idx="19125">
                  <c:v>25969.77</c:v>
                </c:pt>
                <c:pt idx="19126">
                  <c:v>35077.879999999997</c:v>
                </c:pt>
                <c:pt idx="19127">
                  <c:v>29618.720000000001</c:v>
                </c:pt>
                <c:pt idx="19128">
                  <c:v>44627.62</c:v>
                </c:pt>
                <c:pt idx="19129">
                  <c:v>26089.4</c:v>
                </c:pt>
                <c:pt idx="19130">
                  <c:v>25900.09</c:v>
                </c:pt>
                <c:pt idx="19131">
                  <c:v>28912.799999999999</c:v>
                </c:pt>
                <c:pt idx="19132">
                  <c:v>21698.45</c:v>
                </c:pt>
                <c:pt idx="19133">
                  <c:v>13669.32</c:v>
                </c:pt>
                <c:pt idx="19134">
                  <c:v>40809.43</c:v>
                </c:pt>
                <c:pt idx="19135">
                  <c:v>67013.11</c:v>
                </c:pt>
                <c:pt idx="19136">
                  <c:v>69532.759999999995</c:v>
                </c:pt>
                <c:pt idx="19137">
                  <c:v>69062.399999999994</c:v>
                </c:pt>
                <c:pt idx="19138">
                  <c:v>10468.370000000001</c:v>
                </c:pt>
                <c:pt idx="19139">
                  <c:v>25398.240000000002</c:v>
                </c:pt>
                <c:pt idx="19140">
                  <c:v>9893.65</c:v>
                </c:pt>
                <c:pt idx="19141">
                  <c:v>4564.46</c:v>
                </c:pt>
                <c:pt idx="19142">
                  <c:v>9158.5499999999993</c:v>
                </c:pt>
                <c:pt idx="19143">
                  <c:v>3678.55</c:v>
                </c:pt>
                <c:pt idx="19144">
                  <c:v>11019.9</c:v>
                </c:pt>
                <c:pt idx="19145">
                  <c:v>5266.57</c:v>
                </c:pt>
                <c:pt idx="19146">
                  <c:v>83162.100000000006</c:v>
                </c:pt>
                <c:pt idx="19147">
                  <c:v>68108.039999999994</c:v>
                </c:pt>
                <c:pt idx="19148">
                  <c:v>8369.58</c:v>
                </c:pt>
                <c:pt idx="19149">
                  <c:v>8459.64</c:v>
                </c:pt>
                <c:pt idx="19150">
                  <c:v>4392.16</c:v>
                </c:pt>
                <c:pt idx="19151">
                  <c:v>11690.78</c:v>
                </c:pt>
                <c:pt idx="19152">
                  <c:v>80015.23</c:v>
                </c:pt>
                <c:pt idx="19153">
                  <c:v>7671.68</c:v>
                </c:pt>
                <c:pt idx="19154">
                  <c:v>14168.64</c:v>
                </c:pt>
                <c:pt idx="19155">
                  <c:v>42160.07</c:v>
                </c:pt>
                <c:pt idx="19156">
                  <c:v>32908.93</c:v>
                </c:pt>
                <c:pt idx="19157">
                  <c:v>48415.55</c:v>
                </c:pt>
                <c:pt idx="19158">
                  <c:v>20217.38</c:v>
                </c:pt>
                <c:pt idx="19159">
                  <c:v>33679.86</c:v>
                </c:pt>
                <c:pt idx="19160">
                  <c:v>17385.61</c:v>
                </c:pt>
                <c:pt idx="19161">
                  <c:v>4128.83</c:v>
                </c:pt>
                <c:pt idx="19162">
                  <c:v>6724.12</c:v>
                </c:pt>
                <c:pt idx="19163">
                  <c:v>30179</c:v>
                </c:pt>
                <c:pt idx="19164">
                  <c:v>19560.16</c:v>
                </c:pt>
                <c:pt idx="19165">
                  <c:v>41535.32</c:v>
                </c:pt>
                <c:pt idx="19166">
                  <c:v>8077.56</c:v>
                </c:pt>
                <c:pt idx="19167">
                  <c:v>60025.17</c:v>
                </c:pt>
                <c:pt idx="19168">
                  <c:v>4767.7</c:v>
                </c:pt>
                <c:pt idx="19169">
                  <c:v>71730.320000000007</c:v>
                </c:pt>
                <c:pt idx="19170">
                  <c:v>31387.34</c:v>
                </c:pt>
                <c:pt idx="19171">
                  <c:v>30582.55</c:v>
                </c:pt>
                <c:pt idx="19172">
                  <c:v>70261.22</c:v>
                </c:pt>
                <c:pt idx="19173">
                  <c:v>30841.78</c:v>
                </c:pt>
                <c:pt idx="19174">
                  <c:v>31828.66</c:v>
                </c:pt>
                <c:pt idx="19175">
                  <c:v>61997.8</c:v>
                </c:pt>
                <c:pt idx="19176">
                  <c:v>39132.83</c:v>
                </c:pt>
                <c:pt idx="19177">
                  <c:v>2553.11</c:v>
                </c:pt>
                <c:pt idx="19178">
                  <c:v>79420.73</c:v>
                </c:pt>
                <c:pt idx="19179">
                  <c:v>9473.52</c:v>
                </c:pt>
                <c:pt idx="19180">
                  <c:v>4427.26</c:v>
                </c:pt>
                <c:pt idx="19181">
                  <c:v>26990.78</c:v>
                </c:pt>
                <c:pt idx="19182">
                  <c:v>8048.84</c:v>
                </c:pt>
                <c:pt idx="19183">
                  <c:v>61336.480000000003</c:v>
                </c:pt>
                <c:pt idx="19184">
                  <c:v>12499.8</c:v>
                </c:pt>
                <c:pt idx="19185">
                  <c:v>21793.65</c:v>
                </c:pt>
                <c:pt idx="19186">
                  <c:v>8902.4699999999993</c:v>
                </c:pt>
                <c:pt idx="19187">
                  <c:v>37492.120000000003</c:v>
                </c:pt>
                <c:pt idx="19188">
                  <c:v>35465.43</c:v>
                </c:pt>
                <c:pt idx="19189">
                  <c:v>29901.82</c:v>
                </c:pt>
                <c:pt idx="19190">
                  <c:v>24370.71</c:v>
                </c:pt>
                <c:pt idx="19191">
                  <c:v>13192.87</c:v>
                </c:pt>
                <c:pt idx="19192">
                  <c:v>46916.73</c:v>
                </c:pt>
                <c:pt idx="19193">
                  <c:v>22920.22</c:v>
                </c:pt>
                <c:pt idx="19194">
                  <c:v>42575.32</c:v>
                </c:pt>
                <c:pt idx="19195">
                  <c:v>32708.09</c:v>
                </c:pt>
                <c:pt idx="19196">
                  <c:v>18815.240000000002</c:v>
                </c:pt>
                <c:pt idx="19197">
                  <c:v>11317.53</c:v>
                </c:pt>
                <c:pt idx="19198">
                  <c:v>25508.92</c:v>
                </c:pt>
                <c:pt idx="19199">
                  <c:v>52752.71</c:v>
                </c:pt>
                <c:pt idx="19200">
                  <c:v>15857.27</c:v>
                </c:pt>
                <c:pt idx="19201">
                  <c:v>94182.17</c:v>
                </c:pt>
                <c:pt idx="19202">
                  <c:v>25415.49</c:v>
                </c:pt>
                <c:pt idx="19203">
                  <c:v>38847.230000000003</c:v>
                </c:pt>
                <c:pt idx="19204">
                  <c:v>7267.1</c:v>
                </c:pt>
                <c:pt idx="19205">
                  <c:v>28081.52</c:v>
                </c:pt>
                <c:pt idx="19206">
                  <c:v>58285.5</c:v>
                </c:pt>
                <c:pt idx="19207">
                  <c:v>20052.900000000001</c:v>
                </c:pt>
                <c:pt idx="19208">
                  <c:v>9367.25</c:v>
                </c:pt>
                <c:pt idx="19209">
                  <c:v>21842</c:v>
                </c:pt>
                <c:pt idx="19210">
                  <c:v>46154.17</c:v>
                </c:pt>
                <c:pt idx="19211">
                  <c:v>38303.08</c:v>
                </c:pt>
                <c:pt idx="19212">
                  <c:v>11092.89</c:v>
                </c:pt>
                <c:pt idx="19213">
                  <c:v>28823.86</c:v>
                </c:pt>
                <c:pt idx="19214">
                  <c:v>13522.24</c:v>
                </c:pt>
                <c:pt idx="19215">
                  <c:v>10565.1</c:v>
                </c:pt>
                <c:pt idx="19216">
                  <c:v>6598.83</c:v>
                </c:pt>
                <c:pt idx="19217">
                  <c:v>21193.67</c:v>
                </c:pt>
                <c:pt idx="19218">
                  <c:v>24539.599999999999</c:v>
                </c:pt>
                <c:pt idx="19219">
                  <c:v>3253.67</c:v>
                </c:pt>
                <c:pt idx="19220">
                  <c:v>34126.89</c:v>
                </c:pt>
                <c:pt idx="19221">
                  <c:v>27068.54</c:v>
                </c:pt>
                <c:pt idx="19222">
                  <c:v>4964.87</c:v>
                </c:pt>
                <c:pt idx="19223">
                  <c:v>60335.32</c:v>
                </c:pt>
                <c:pt idx="19224">
                  <c:v>46207.4</c:v>
                </c:pt>
                <c:pt idx="19225">
                  <c:v>23939.31</c:v>
                </c:pt>
                <c:pt idx="19226">
                  <c:v>66119.350000000006</c:v>
                </c:pt>
                <c:pt idx="19227">
                  <c:v>69795.820000000007</c:v>
                </c:pt>
                <c:pt idx="19228">
                  <c:v>45163.82</c:v>
                </c:pt>
                <c:pt idx="19229">
                  <c:v>43869.16</c:v>
                </c:pt>
                <c:pt idx="19230">
                  <c:v>38162.879999999997</c:v>
                </c:pt>
                <c:pt idx="19231">
                  <c:v>36047.589999999997</c:v>
                </c:pt>
                <c:pt idx="19232">
                  <c:v>22757.45</c:v>
                </c:pt>
                <c:pt idx="19233">
                  <c:v>21376.03</c:v>
                </c:pt>
                <c:pt idx="19234">
                  <c:v>20027.86</c:v>
                </c:pt>
                <c:pt idx="19235">
                  <c:v>10206.129999999999</c:v>
                </c:pt>
                <c:pt idx="19236">
                  <c:v>14468.26</c:v>
                </c:pt>
                <c:pt idx="19237">
                  <c:v>27205.58</c:v>
                </c:pt>
                <c:pt idx="19238">
                  <c:v>11883.48</c:v>
                </c:pt>
                <c:pt idx="19239">
                  <c:v>33676.07</c:v>
                </c:pt>
                <c:pt idx="19240">
                  <c:v>44341.87</c:v>
                </c:pt>
                <c:pt idx="19241">
                  <c:v>26944.97</c:v>
                </c:pt>
                <c:pt idx="19242">
                  <c:v>49392.32</c:v>
                </c:pt>
                <c:pt idx="19243">
                  <c:v>12913.05</c:v>
                </c:pt>
                <c:pt idx="19244">
                  <c:v>2334.5100000000002</c:v>
                </c:pt>
                <c:pt idx="19245">
                  <c:v>40738.239999999998</c:v>
                </c:pt>
                <c:pt idx="19246">
                  <c:v>52404.6</c:v>
                </c:pt>
                <c:pt idx="19247">
                  <c:v>9427.81</c:v>
                </c:pt>
                <c:pt idx="19248">
                  <c:v>29677.32</c:v>
                </c:pt>
                <c:pt idx="19249">
                  <c:v>26447.81</c:v>
                </c:pt>
                <c:pt idx="19250">
                  <c:v>3295.52</c:v>
                </c:pt>
                <c:pt idx="19251">
                  <c:v>7963.45</c:v>
                </c:pt>
                <c:pt idx="19252">
                  <c:v>9098.56</c:v>
                </c:pt>
                <c:pt idx="19253">
                  <c:v>19458.560000000001</c:v>
                </c:pt>
                <c:pt idx="19254">
                  <c:v>25128.87</c:v>
                </c:pt>
                <c:pt idx="19255">
                  <c:v>67737.179999999993</c:v>
                </c:pt>
                <c:pt idx="19256">
                  <c:v>43850.77</c:v>
                </c:pt>
                <c:pt idx="19257">
                  <c:v>29782.43</c:v>
                </c:pt>
                <c:pt idx="19258">
                  <c:v>28077.37</c:v>
                </c:pt>
                <c:pt idx="19259">
                  <c:v>4445.3</c:v>
                </c:pt>
                <c:pt idx="19260">
                  <c:v>8728.11</c:v>
                </c:pt>
                <c:pt idx="19261">
                  <c:v>65527.75</c:v>
                </c:pt>
                <c:pt idx="19262">
                  <c:v>60253.45</c:v>
                </c:pt>
                <c:pt idx="19263">
                  <c:v>18850.310000000001</c:v>
                </c:pt>
                <c:pt idx="19264">
                  <c:v>9342.56</c:v>
                </c:pt>
                <c:pt idx="19265">
                  <c:v>67782.2</c:v>
                </c:pt>
                <c:pt idx="19266">
                  <c:v>52605.69</c:v>
                </c:pt>
                <c:pt idx="19267">
                  <c:v>23632.09</c:v>
                </c:pt>
                <c:pt idx="19268">
                  <c:v>35296.07</c:v>
                </c:pt>
                <c:pt idx="19269">
                  <c:v>16287.5</c:v>
                </c:pt>
                <c:pt idx="19270">
                  <c:v>35775.050000000003</c:v>
                </c:pt>
                <c:pt idx="19271">
                  <c:v>95556.2</c:v>
                </c:pt>
                <c:pt idx="19272">
                  <c:v>69316.98</c:v>
                </c:pt>
                <c:pt idx="19273">
                  <c:v>3076.89</c:v>
                </c:pt>
                <c:pt idx="19274">
                  <c:v>7952.21</c:v>
                </c:pt>
                <c:pt idx="19275">
                  <c:v>4754.53</c:v>
                </c:pt>
                <c:pt idx="19276">
                  <c:v>51172</c:v>
                </c:pt>
                <c:pt idx="19277">
                  <c:v>48415.71</c:v>
                </c:pt>
                <c:pt idx="19278">
                  <c:v>78434.92</c:v>
                </c:pt>
                <c:pt idx="19279">
                  <c:v>45565.16</c:v>
                </c:pt>
                <c:pt idx="19280">
                  <c:v>61150.95</c:v>
                </c:pt>
                <c:pt idx="19281">
                  <c:v>3320.25</c:v>
                </c:pt>
                <c:pt idx="19282">
                  <c:v>19334.79</c:v>
                </c:pt>
                <c:pt idx="19283">
                  <c:v>27614.17</c:v>
                </c:pt>
                <c:pt idx="19284">
                  <c:v>75715.5</c:v>
                </c:pt>
                <c:pt idx="19285">
                  <c:v>34031.019999999997</c:v>
                </c:pt>
                <c:pt idx="19286">
                  <c:v>7800.26</c:v>
                </c:pt>
                <c:pt idx="19287">
                  <c:v>67362.75</c:v>
                </c:pt>
                <c:pt idx="19288">
                  <c:v>68906.09</c:v>
                </c:pt>
                <c:pt idx="19289">
                  <c:v>42352.54</c:v>
                </c:pt>
                <c:pt idx="19290">
                  <c:v>40548.69</c:v>
                </c:pt>
                <c:pt idx="19291">
                  <c:v>9662.65</c:v>
                </c:pt>
                <c:pt idx="19292">
                  <c:v>1871.75</c:v>
                </c:pt>
                <c:pt idx="19293">
                  <c:v>17537.810000000001</c:v>
                </c:pt>
                <c:pt idx="19294">
                  <c:v>43872.88</c:v>
                </c:pt>
                <c:pt idx="19295">
                  <c:v>62850.06</c:v>
                </c:pt>
                <c:pt idx="19296">
                  <c:v>14917.3</c:v>
                </c:pt>
                <c:pt idx="19297">
                  <c:v>32457.73</c:v>
                </c:pt>
                <c:pt idx="19298">
                  <c:v>4816.22</c:v>
                </c:pt>
                <c:pt idx="19299">
                  <c:v>6381.61</c:v>
                </c:pt>
                <c:pt idx="19300">
                  <c:v>14174.69</c:v>
                </c:pt>
                <c:pt idx="19301">
                  <c:v>48152.63</c:v>
                </c:pt>
                <c:pt idx="19302">
                  <c:v>46480.09</c:v>
                </c:pt>
                <c:pt idx="19303">
                  <c:v>87210.74</c:v>
                </c:pt>
                <c:pt idx="19304">
                  <c:v>10613.42</c:v>
                </c:pt>
                <c:pt idx="19305">
                  <c:v>73795.259999999995</c:v>
                </c:pt>
                <c:pt idx="19306">
                  <c:v>52368.5</c:v>
                </c:pt>
                <c:pt idx="19307">
                  <c:v>9098.18</c:v>
                </c:pt>
                <c:pt idx="19308">
                  <c:v>3893.24</c:v>
                </c:pt>
                <c:pt idx="19309">
                  <c:v>59915.839999999997</c:v>
                </c:pt>
                <c:pt idx="19310">
                  <c:v>77494.52</c:v>
                </c:pt>
                <c:pt idx="19311">
                  <c:v>17083.939999999999</c:v>
                </c:pt>
                <c:pt idx="19312">
                  <c:v>56739.94</c:v>
                </c:pt>
                <c:pt idx="19313">
                  <c:v>50604.09</c:v>
                </c:pt>
                <c:pt idx="19314">
                  <c:v>27623.23</c:v>
                </c:pt>
                <c:pt idx="19315">
                  <c:v>71645.52</c:v>
                </c:pt>
                <c:pt idx="19316">
                  <c:v>54346.89</c:v>
                </c:pt>
                <c:pt idx="19317">
                  <c:v>7145.24</c:v>
                </c:pt>
                <c:pt idx="19318">
                  <c:v>33143.51</c:v>
                </c:pt>
                <c:pt idx="19319">
                  <c:v>19405.009999999998</c:v>
                </c:pt>
                <c:pt idx="19320">
                  <c:v>12149.38</c:v>
                </c:pt>
                <c:pt idx="19321">
                  <c:v>85569.96</c:v>
                </c:pt>
                <c:pt idx="19322">
                  <c:v>10369.879999999999</c:v>
                </c:pt>
                <c:pt idx="19323">
                  <c:v>12076.94</c:v>
                </c:pt>
                <c:pt idx="19324">
                  <c:v>26827.42</c:v>
                </c:pt>
                <c:pt idx="19325">
                  <c:v>26344.75</c:v>
                </c:pt>
                <c:pt idx="19326">
                  <c:v>6351.2</c:v>
                </c:pt>
                <c:pt idx="19327">
                  <c:v>50340.59</c:v>
                </c:pt>
                <c:pt idx="19328">
                  <c:v>14271.2</c:v>
                </c:pt>
                <c:pt idx="19329">
                  <c:v>11251.33</c:v>
                </c:pt>
                <c:pt idx="19330">
                  <c:v>39496.65</c:v>
                </c:pt>
                <c:pt idx="19331">
                  <c:v>25509.75</c:v>
                </c:pt>
                <c:pt idx="19332">
                  <c:v>9625.82</c:v>
                </c:pt>
                <c:pt idx="19333">
                  <c:v>74251.48</c:v>
                </c:pt>
                <c:pt idx="19334">
                  <c:v>10468.75</c:v>
                </c:pt>
                <c:pt idx="19335">
                  <c:v>20490.62</c:v>
                </c:pt>
                <c:pt idx="19336">
                  <c:v>57207.05</c:v>
                </c:pt>
                <c:pt idx="19337">
                  <c:v>30507.200000000001</c:v>
                </c:pt>
                <c:pt idx="19338">
                  <c:v>83979.5</c:v>
                </c:pt>
                <c:pt idx="19339">
                  <c:v>19595.96</c:v>
                </c:pt>
                <c:pt idx="19340">
                  <c:v>55049.07</c:v>
                </c:pt>
                <c:pt idx="19341">
                  <c:v>4254.26</c:v>
                </c:pt>
                <c:pt idx="19342">
                  <c:v>10125.94</c:v>
                </c:pt>
                <c:pt idx="19343">
                  <c:v>12515.71</c:v>
                </c:pt>
                <c:pt idx="19344">
                  <c:v>8318.92</c:v>
                </c:pt>
                <c:pt idx="19345">
                  <c:v>67897.87</c:v>
                </c:pt>
                <c:pt idx="19346">
                  <c:v>37865.94</c:v>
                </c:pt>
                <c:pt idx="19347">
                  <c:v>20431.11</c:v>
                </c:pt>
                <c:pt idx="19348">
                  <c:v>50605.34</c:v>
                </c:pt>
                <c:pt idx="19349">
                  <c:v>3313.45</c:v>
                </c:pt>
                <c:pt idx="19350">
                  <c:v>18421.330000000002</c:v>
                </c:pt>
                <c:pt idx="19351">
                  <c:v>62830.22</c:v>
                </c:pt>
                <c:pt idx="19352">
                  <c:v>2733.34</c:v>
                </c:pt>
                <c:pt idx="19353">
                  <c:v>11674.43</c:v>
                </c:pt>
                <c:pt idx="19354">
                  <c:v>31246.14</c:v>
                </c:pt>
                <c:pt idx="19355">
                  <c:v>21127.96</c:v>
                </c:pt>
                <c:pt idx="19356">
                  <c:v>87682.880000000005</c:v>
                </c:pt>
                <c:pt idx="19357">
                  <c:v>17750.54</c:v>
                </c:pt>
                <c:pt idx="19358">
                  <c:v>47524.73</c:v>
                </c:pt>
                <c:pt idx="19359">
                  <c:v>15214.77</c:v>
                </c:pt>
                <c:pt idx="19360">
                  <c:v>21101.5</c:v>
                </c:pt>
                <c:pt idx="19361">
                  <c:v>29104.11</c:v>
                </c:pt>
                <c:pt idx="19362">
                  <c:v>23667.46</c:v>
                </c:pt>
                <c:pt idx="19363">
                  <c:v>19278.34</c:v>
                </c:pt>
                <c:pt idx="19364">
                  <c:v>10145.6</c:v>
                </c:pt>
                <c:pt idx="19365">
                  <c:v>74374.100000000006</c:v>
                </c:pt>
                <c:pt idx="19366">
                  <c:v>19710.79</c:v>
                </c:pt>
                <c:pt idx="19367">
                  <c:v>73286.45</c:v>
                </c:pt>
                <c:pt idx="19368">
                  <c:v>35101.269999999997</c:v>
                </c:pt>
                <c:pt idx="19369">
                  <c:v>6865.58</c:v>
                </c:pt>
                <c:pt idx="19370">
                  <c:v>16237.33</c:v>
                </c:pt>
                <c:pt idx="19371">
                  <c:v>20063.23</c:v>
                </c:pt>
                <c:pt idx="19372">
                  <c:v>16851.37</c:v>
                </c:pt>
                <c:pt idx="19373">
                  <c:v>15649.01</c:v>
                </c:pt>
                <c:pt idx="19374">
                  <c:v>21956.44</c:v>
                </c:pt>
                <c:pt idx="19375">
                  <c:v>28899.93</c:v>
                </c:pt>
                <c:pt idx="19376">
                  <c:v>71319.429999999993</c:v>
                </c:pt>
                <c:pt idx="19377">
                  <c:v>24196.41</c:v>
                </c:pt>
                <c:pt idx="19378">
                  <c:v>7683.15</c:v>
                </c:pt>
                <c:pt idx="19379">
                  <c:v>32621.78</c:v>
                </c:pt>
                <c:pt idx="19380">
                  <c:v>53434.71</c:v>
                </c:pt>
                <c:pt idx="19381">
                  <c:v>65147.26</c:v>
                </c:pt>
                <c:pt idx="19382">
                  <c:v>69995.02</c:v>
                </c:pt>
                <c:pt idx="19383">
                  <c:v>4327.72</c:v>
                </c:pt>
                <c:pt idx="19384">
                  <c:v>23249.439999999999</c:v>
                </c:pt>
                <c:pt idx="19385">
                  <c:v>39336.15</c:v>
                </c:pt>
                <c:pt idx="19386">
                  <c:v>99248.94</c:v>
                </c:pt>
                <c:pt idx="19387">
                  <c:v>54537.29</c:v>
                </c:pt>
                <c:pt idx="19388">
                  <c:v>50365.65</c:v>
                </c:pt>
                <c:pt idx="19389">
                  <c:v>37125.4</c:v>
                </c:pt>
                <c:pt idx="19390">
                  <c:v>8020.03</c:v>
                </c:pt>
                <c:pt idx="19391">
                  <c:v>10879.06</c:v>
                </c:pt>
                <c:pt idx="19392">
                  <c:v>14625.74</c:v>
                </c:pt>
                <c:pt idx="19393">
                  <c:v>54056.02</c:v>
                </c:pt>
                <c:pt idx="19394">
                  <c:v>8845.8700000000008</c:v>
                </c:pt>
                <c:pt idx="19395">
                  <c:v>26639.63</c:v>
                </c:pt>
                <c:pt idx="19396">
                  <c:v>25570.69</c:v>
                </c:pt>
                <c:pt idx="19397">
                  <c:v>15390.46</c:v>
                </c:pt>
                <c:pt idx="19398">
                  <c:v>70332.78</c:v>
                </c:pt>
                <c:pt idx="19399">
                  <c:v>62364.75</c:v>
                </c:pt>
                <c:pt idx="19400">
                  <c:v>18485.71</c:v>
                </c:pt>
                <c:pt idx="19401">
                  <c:v>41409.69</c:v>
                </c:pt>
                <c:pt idx="19402">
                  <c:v>73373.259999999995</c:v>
                </c:pt>
                <c:pt idx="19403">
                  <c:v>30909.75</c:v>
                </c:pt>
                <c:pt idx="19404">
                  <c:v>2362.23</c:v>
                </c:pt>
                <c:pt idx="19405">
                  <c:v>3639.77</c:v>
                </c:pt>
                <c:pt idx="19406">
                  <c:v>25503.69</c:v>
                </c:pt>
                <c:pt idx="19407">
                  <c:v>53042.01</c:v>
                </c:pt>
                <c:pt idx="19408">
                  <c:v>8208.73</c:v>
                </c:pt>
                <c:pt idx="19409">
                  <c:v>3055.66</c:v>
                </c:pt>
                <c:pt idx="19410">
                  <c:v>27957.27</c:v>
                </c:pt>
                <c:pt idx="19411">
                  <c:v>78695.91</c:v>
                </c:pt>
                <c:pt idx="19412">
                  <c:v>2528.5300000000002</c:v>
                </c:pt>
                <c:pt idx="19413">
                  <c:v>17101.14</c:v>
                </c:pt>
                <c:pt idx="19414">
                  <c:v>56510.53</c:v>
                </c:pt>
                <c:pt idx="19415">
                  <c:v>4389.1099999999997</c:v>
                </c:pt>
                <c:pt idx="19416">
                  <c:v>41232.81</c:v>
                </c:pt>
                <c:pt idx="19417">
                  <c:v>19813.419999999998</c:v>
                </c:pt>
                <c:pt idx="19418">
                  <c:v>14950.82</c:v>
                </c:pt>
                <c:pt idx="19419">
                  <c:v>6629.43</c:v>
                </c:pt>
                <c:pt idx="19420">
                  <c:v>83382.83</c:v>
                </c:pt>
                <c:pt idx="19421">
                  <c:v>9024.5</c:v>
                </c:pt>
                <c:pt idx="19422">
                  <c:v>2686.79</c:v>
                </c:pt>
                <c:pt idx="19423">
                  <c:v>7426.83</c:v>
                </c:pt>
                <c:pt idx="19424">
                  <c:v>52110.559999999998</c:v>
                </c:pt>
                <c:pt idx="19425">
                  <c:v>21376.32</c:v>
                </c:pt>
                <c:pt idx="19426">
                  <c:v>2290.87</c:v>
                </c:pt>
                <c:pt idx="19427">
                  <c:v>15391.8</c:v>
                </c:pt>
                <c:pt idx="19428">
                  <c:v>38217.17</c:v>
                </c:pt>
                <c:pt idx="19429">
                  <c:v>14071.18</c:v>
                </c:pt>
                <c:pt idx="19430">
                  <c:v>20179.53</c:v>
                </c:pt>
                <c:pt idx="19431">
                  <c:v>10742.38</c:v>
                </c:pt>
                <c:pt idx="19432">
                  <c:v>6694.82</c:v>
                </c:pt>
                <c:pt idx="19433">
                  <c:v>97126.16</c:v>
                </c:pt>
                <c:pt idx="19434">
                  <c:v>7779.79</c:v>
                </c:pt>
                <c:pt idx="19435">
                  <c:v>31014.95</c:v>
                </c:pt>
                <c:pt idx="19436">
                  <c:v>9877.6200000000008</c:v>
                </c:pt>
                <c:pt idx="19437">
                  <c:v>30453.23</c:v>
                </c:pt>
                <c:pt idx="19438">
                  <c:v>31870.23</c:v>
                </c:pt>
                <c:pt idx="19439">
                  <c:v>49173.56</c:v>
                </c:pt>
                <c:pt idx="19440">
                  <c:v>24241.77</c:v>
                </c:pt>
                <c:pt idx="19441">
                  <c:v>64519.7</c:v>
                </c:pt>
                <c:pt idx="19442">
                  <c:v>34322.720000000001</c:v>
                </c:pt>
                <c:pt idx="19443">
                  <c:v>22734.39</c:v>
                </c:pt>
                <c:pt idx="19444">
                  <c:v>20361.43</c:v>
                </c:pt>
                <c:pt idx="19445">
                  <c:v>24889.38</c:v>
                </c:pt>
                <c:pt idx="19446">
                  <c:v>16910.5</c:v>
                </c:pt>
                <c:pt idx="19447">
                  <c:v>20245.36</c:v>
                </c:pt>
                <c:pt idx="19448">
                  <c:v>15129.87</c:v>
                </c:pt>
                <c:pt idx="19449">
                  <c:v>33014.58</c:v>
                </c:pt>
                <c:pt idx="19450">
                  <c:v>22301.32</c:v>
                </c:pt>
                <c:pt idx="19451">
                  <c:v>12506.36</c:v>
                </c:pt>
                <c:pt idx="19452">
                  <c:v>17348</c:v>
                </c:pt>
                <c:pt idx="19453">
                  <c:v>18975.919999999998</c:v>
                </c:pt>
                <c:pt idx="19454">
                  <c:v>22185.26</c:v>
                </c:pt>
                <c:pt idx="19455">
                  <c:v>16582.099999999999</c:v>
                </c:pt>
                <c:pt idx="19456">
                  <c:v>45948.59</c:v>
                </c:pt>
                <c:pt idx="19457">
                  <c:v>14438.61</c:v>
                </c:pt>
                <c:pt idx="19458">
                  <c:v>73237.710000000006</c:v>
                </c:pt>
                <c:pt idx="19459">
                  <c:v>26871.43</c:v>
                </c:pt>
                <c:pt idx="19460">
                  <c:v>73297.13</c:v>
                </c:pt>
                <c:pt idx="19461">
                  <c:v>2689.85</c:v>
                </c:pt>
                <c:pt idx="19462">
                  <c:v>2155.84</c:v>
                </c:pt>
                <c:pt idx="19463">
                  <c:v>77191.210000000006</c:v>
                </c:pt>
                <c:pt idx="19464">
                  <c:v>16005.34</c:v>
                </c:pt>
                <c:pt idx="19465">
                  <c:v>92223.39</c:v>
                </c:pt>
                <c:pt idx="19466">
                  <c:v>3094.17</c:v>
                </c:pt>
                <c:pt idx="19467">
                  <c:v>56784.67</c:v>
                </c:pt>
                <c:pt idx="19468">
                  <c:v>52000.23</c:v>
                </c:pt>
                <c:pt idx="19469">
                  <c:v>12525.69</c:v>
                </c:pt>
                <c:pt idx="19470">
                  <c:v>5505.36</c:v>
                </c:pt>
                <c:pt idx="19471">
                  <c:v>18365.240000000002</c:v>
                </c:pt>
                <c:pt idx="19472">
                  <c:v>61037.64</c:v>
                </c:pt>
                <c:pt idx="19473">
                  <c:v>64334.51</c:v>
                </c:pt>
                <c:pt idx="19474">
                  <c:v>96517.78</c:v>
                </c:pt>
                <c:pt idx="19475">
                  <c:v>18404.02</c:v>
                </c:pt>
                <c:pt idx="19476">
                  <c:v>30963.24</c:v>
                </c:pt>
                <c:pt idx="19477">
                  <c:v>29994.98</c:v>
                </c:pt>
                <c:pt idx="19478">
                  <c:v>37879.040000000001</c:v>
                </c:pt>
                <c:pt idx="19479">
                  <c:v>13042.45</c:v>
                </c:pt>
                <c:pt idx="19480">
                  <c:v>28985.61</c:v>
                </c:pt>
                <c:pt idx="19481">
                  <c:v>67377.41</c:v>
                </c:pt>
                <c:pt idx="19482">
                  <c:v>27374.7</c:v>
                </c:pt>
                <c:pt idx="19483">
                  <c:v>26577.26</c:v>
                </c:pt>
                <c:pt idx="19484">
                  <c:v>44218.94</c:v>
                </c:pt>
                <c:pt idx="19485">
                  <c:v>22788.36</c:v>
                </c:pt>
                <c:pt idx="19486">
                  <c:v>39279.61</c:v>
                </c:pt>
                <c:pt idx="19487">
                  <c:v>13066.58</c:v>
                </c:pt>
                <c:pt idx="19488">
                  <c:v>39656.480000000003</c:v>
                </c:pt>
                <c:pt idx="19489">
                  <c:v>16685.96</c:v>
                </c:pt>
                <c:pt idx="19490">
                  <c:v>93589.02</c:v>
                </c:pt>
                <c:pt idx="19491">
                  <c:v>85616.48</c:v>
                </c:pt>
                <c:pt idx="19492">
                  <c:v>5498.6</c:v>
                </c:pt>
                <c:pt idx="19493">
                  <c:v>60784.98</c:v>
                </c:pt>
                <c:pt idx="19494">
                  <c:v>15518.92</c:v>
                </c:pt>
                <c:pt idx="19495">
                  <c:v>58193.98</c:v>
                </c:pt>
                <c:pt idx="19496">
                  <c:v>10402.93</c:v>
                </c:pt>
                <c:pt idx="19497">
                  <c:v>72990.06</c:v>
                </c:pt>
                <c:pt idx="19498">
                  <c:v>26500.57</c:v>
                </c:pt>
                <c:pt idx="19499">
                  <c:v>33170.86</c:v>
                </c:pt>
                <c:pt idx="19500">
                  <c:v>24763.73</c:v>
                </c:pt>
                <c:pt idx="19501">
                  <c:v>16207</c:v>
                </c:pt>
                <c:pt idx="19502">
                  <c:v>5588.3</c:v>
                </c:pt>
                <c:pt idx="19503">
                  <c:v>2705.47</c:v>
                </c:pt>
                <c:pt idx="19504">
                  <c:v>27827.32</c:v>
                </c:pt>
                <c:pt idx="19505">
                  <c:v>32400.59</c:v>
                </c:pt>
                <c:pt idx="19506">
                  <c:v>58523.71</c:v>
                </c:pt>
                <c:pt idx="19507">
                  <c:v>28926.639999999999</c:v>
                </c:pt>
                <c:pt idx="19508">
                  <c:v>71988.399999999994</c:v>
                </c:pt>
                <c:pt idx="19509">
                  <c:v>20112.34</c:v>
                </c:pt>
                <c:pt idx="19510">
                  <c:v>9780.73</c:v>
                </c:pt>
                <c:pt idx="19511">
                  <c:v>17757.919999999998</c:v>
                </c:pt>
                <c:pt idx="19512">
                  <c:v>30750.55</c:v>
                </c:pt>
                <c:pt idx="19513">
                  <c:v>60690.94</c:v>
                </c:pt>
                <c:pt idx="19514">
                  <c:v>7779.21</c:v>
                </c:pt>
                <c:pt idx="19515">
                  <c:v>22022.69</c:v>
                </c:pt>
                <c:pt idx="19516">
                  <c:v>19710.310000000001</c:v>
                </c:pt>
                <c:pt idx="19517">
                  <c:v>30039.57</c:v>
                </c:pt>
                <c:pt idx="19518">
                  <c:v>20999.98</c:v>
                </c:pt>
                <c:pt idx="19519">
                  <c:v>21325.91</c:v>
                </c:pt>
                <c:pt idx="19520">
                  <c:v>78744.460000000006</c:v>
                </c:pt>
                <c:pt idx="19521">
                  <c:v>20356.919999999998</c:v>
                </c:pt>
                <c:pt idx="19522">
                  <c:v>26178.67</c:v>
                </c:pt>
                <c:pt idx="19523">
                  <c:v>27184.78</c:v>
                </c:pt>
                <c:pt idx="19524">
                  <c:v>29597.27</c:v>
                </c:pt>
                <c:pt idx="19525">
                  <c:v>60983.5</c:v>
                </c:pt>
                <c:pt idx="19526">
                  <c:v>28936.43</c:v>
                </c:pt>
                <c:pt idx="19527">
                  <c:v>5430.61</c:v>
                </c:pt>
                <c:pt idx="19528">
                  <c:v>21161.8</c:v>
                </c:pt>
                <c:pt idx="19529">
                  <c:v>104100.99</c:v>
                </c:pt>
                <c:pt idx="19530">
                  <c:v>52125.02</c:v>
                </c:pt>
                <c:pt idx="19531">
                  <c:v>59071.29</c:v>
                </c:pt>
                <c:pt idx="19532">
                  <c:v>8908.4500000000007</c:v>
                </c:pt>
                <c:pt idx="19533">
                  <c:v>19264.96</c:v>
                </c:pt>
                <c:pt idx="19534">
                  <c:v>7788.72</c:v>
                </c:pt>
                <c:pt idx="19535">
                  <c:v>28858.03</c:v>
                </c:pt>
                <c:pt idx="19536">
                  <c:v>34311.269999999997</c:v>
                </c:pt>
                <c:pt idx="19537">
                  <c:v>14373.56</c:v>
                </c:pt>
                <c:pt idx="19538">
                  <c:v>17971.04</c:v>
                </c:pt>
                <c:pt idx="19539">
                  <c:v>2597.0100000000002</c:v>
                </c:pt>
                <c:pt idx="19540">
                  <c:v>23345.85</c:v>
                </c:pt>
                <c:pt idx="19541">
                  <c:v>45699.360000000001</c:v>
                </c:pt>
                <c:pt idx="19542">
                  <c:v>6883.88</c:v>
                </c:pt>
                <c:pt idx="19543">
                  <c:v>22975.97</c:v>
                </c:pt>
                <c:pt idx="19544">
                  <c:v>42820.14</c:v>
                </c:pt>
                <c:pt idx="19545">
                  <c:v>1688.39</c:v>
                </c:pt>
                <c:pt idx="19546">
                  <c:v>17326.45</c:v>
                </c:pt>
                <c:pt idx="19547">
                  <c:v>70010.7</c:v>
                </c:pt>
                <c:pt idx="19548">
                  <c:v>46921.52</c:v>
                </c:pt>
                <c:pt idx="19549">
                  <c:v>80175.820000000007</c:v>
                </c:pt>
                <c:pt idx="19550">
                  <c:v>3518.96</c:v>
                </c:pt>
                <c:pt idx="19551">
                  <c:v>8799.82</c:v>
                </c:pt>
                <c:pt idx="19552">
                  <c:v>70352.289999999994</c:v>
                </c:pt>
                <c:pt idx="19553">
                  <c:v>31874.47</c:v>
                </c:pt>
                <c:pt idx="19554">
                  <c:v>62396.800000000003</c:v>
                </c:pt>
                <c:pt idx="19555">
                  <c:v>7965.68</c:v>
                </c:pt>
                <c:pt idx="19556">
                  <c:v>19610.32</c:v>
                </c:pt>
                <c:pt idx="19557">
                  <c:v>37069.14</c:v>
                </c:pt>
                <c:pt idx="19558">
                  <c:v>1745.27</c:v>
                </c:pt>
                <c:pt idx="19559">
                  <c:v>46840.72</c:v>
                </c:pt>
                <c:pt idx="19560">
                  <c:v>19653.61</c:v>
                </c:pt>
                <c:pt idx="19561">
                  <c:v>24755.77</c:v>
                </c:pt>
                <c:pt idx="19562">
                  <c:v>27195.37</c:v>
                </c:pt>
                <c:pt idx="19563">
                  <c:v>39185.06</c:v>
                </c:pt>
                <c:pt idx="19564">
                  <c:v>44403.28</c:v>
                </c:pt>
                <c:pt idx="19565">
                  <c:v>40475.480000000003</c:v>
                </c:pt>
                <c:pt idx="19566">
                  <c:v>41506.85</c:v>
                </c:pt>
                <c:pt idx="19567">
                  <c:v>6511.62</c:v>
                </c:pt>
                <c:pt idx="19568">
                  <c:v>49675.29</c:v>
                </c:pt>
                <c:pt idx="19569">
                  <c:v>31650.19</c:v>
                </c:pt>
                <c:pt idx="19570">
                  <c:v>43323.55</c:v>
                </c:pt>
                <c:pt idx="19571">
                  <c:v>10579.11</c:v>
                </c:pt>
                <c:pt idx="19572">
                  <c:v>7342.09</c:v>
                </c:pt>
                <c:pt idx="19573">
                  <c:v>16137.58</c:v>
                </c:pt>
                <c:pt idx="19574">
                  <c:v>9042.08</c:v>
                </c:pt>
                <c:pt idx="19575">
                  <c:v>13967.04</c:v>
                </c:pt>
                <c:pt idx="19576">
                  <c:v>10141.93</c:v>
                </c:pt>
                <c:pt idx="19577">
                  <c:v>32020.85</c:v>
                </c:pt>
                <c:pt idx="19578">
                  <c:v>31489.29</c:v>
                </c:pt>
                <c:pt idx="19579">
                  <c:v>31488.91</c:v>
                </c:pt>
                <c:pt idx="19580">
                  <c:v>63163.88</c:v>
                </c:pt>
                <c:pt idx="19581">
                  <c:v>10422</c:v>
                </c:pt>
                <c:pt idx="19582">
                  <c:v>55768.99</c:v>
                </c:pt>
                <c:pt idx="19583">
                  <c:v>60272.43</c:v>
                </c:pt>
                <c:pt idx="19584">
                  <c:v>19402.53</c:v>
                </c:pt>
                <c:pt idx="19585">
                  <c:v>5094.8900000000003</c:v>
                </c:pt>
                <c:pt idx="19586">
                  <c:v>92321.04</c:v>
                </c:pt>
                <c:pt idx="19587">
                  <c:v>8910.3799999999992</c:v>
                </c:pt>
                <c:pt idx="19588">
                  <c:v>4531.5</c:v>
                </c:pt>
                <c:pt idx="19589">
                  <c:v>48467.08</c:v>
                </c:pt>
                <c:pt idx="19590">
                  <c:v>85049.37</c:v>
                </c:pt>
                <c:pt idx="19591">
                  <c:v>35877.24</c:v>
                </c:pt>
                <c:pt idx="19592">
                  <c:v>4182.28</c:v>
                </c:pt>
                <c:pt idx="19593">
                  <c:v>94852.59</c:v>
                </c:pt>
                <c:pt idx="19594">
                  <c:v>48517.06</c:v>
                </c:pt>
                <c:pt idx="19595">
                  <c:v>26529.55</c:v>
                </c:pt>
                <c:pt idx="19596">
                  <c:v>67471.740000000005</c:v>
                </c:pt>
                <c:pt idx="19597">
                  <c:v>30228.87</c:v>
                </c:pt>
                <c:pt idx="19598">
                  <c:v>12864.95</c:v>
                </c:pt>
                <c:pt idx="19599">
                  <c:v>22647.49</c:v>
                </c:pt>
                <c:pt idx="19600">
                  <c:v>65803.59</c:v>
                </c:pt>
                <c:pt idx="19601">
                  <c:v>29252.34</c:v>
                </c:pt>
                <c:pt idx="19602">
                  <c:v>29898.16</c:v>
                </c:pt>
                <c:pt idx="19603">
                  <c:v>19561.13</c:v>
                </c:pt>
                <c:pt idx="19604">
                  <c:v>12395.22</c:v>
                </c:pt>
                <c:pt idx="19605">
                  <c:v>23876.720000000001</c:v>
                </c:pt>
                <c:pt idx="19606">
                  <c:v>46738.52</c:v>
                </c:pt>
                <c:pt idx="19607">
                  <c:v>62374.67</c:v>
                </c:pt>
                <c:pt idx="19608">
                  <c:v>48042.879999999997</c:v>
                </c:pt>
                <c:pt idx="19609">
                  <c:v>51610.1</c:v>
                </c:pt>
                <c:pt idx="19610">
                  <c:v>67382.820000000007</c:v>
                </c:pt>
                <c:pt idx="19611">
                  <c:v>9482.1299999999992</c:v>
                </c:pt>
                <c:pt idx="19612">
                  <c:v>35825</c:v>
                </c:pt>
                <c:pt idx="19613">
                  <c:v>26945.7</c:v>
                </c:pt>
                <c:pt idx="19614">
                  <c:v>28480.79</c:v>
                </c:pt>
                <c:pt idx="19615">
                  <c:v>69974</c:v>
                </c:pt>
                <c:pt idx="19616">
                  <c:v>35297.83</c:v>
                </c:pt>
                <c:pt idx="19617">
                  <c:v>64646.61</c:v>
                </c:pt>
                <c:pt idx="19618">
                  <c:v>11658.95</c:v>
                </c:pt>
                <c:pt idx="19619">
                  <c:v>51814.73</c:v>
                </c:pt>
                <c:pt idx="19620">
                  <c:v>41860.6</c:v>
                </c:pt>
                <c:pt idx="19621">
                  <c:v>10098.11</c:v>
                </c:pt>
                <c:pt idx="19622">
                  <c:v>64391.51</c:v>
                </c:pt>
                <c:pt idx="19623">
                  <c:v>18826.12</c:v>
                </c:pt>
                <c:pt idx="19624">
                  <c:v>10177.469999999999</c:v>
                </c:pt>
                <c:pt idx="19625">
                  <c:v>13109.1</c:v>
                </c:pt>
                <c:pt idx="19626">
                  <c:v>20093.009999999998</c:v>
                </c:pt>
                <c:pt idx="19627">
                  <c:v>7041.14</c:v>
                </c:pt>
                <c:pt idx="19628">
                  <c:v>66189.8</c:v>
                </c:pt>
                <c:pt idx="19629">
                  <c:v>11622.87</c:v>
                </c:pt>
                <c:pt idx="19630">
                  <c:v>7509.47</c:v>
                </c:pt>
                <c:pt idx="19631">
                  <c:v>19775.12</c:v>
                </c:pt>
                <c:pt idx="19632">
                  <c:v>12377.36</c:v>
                </c:pt>
                <c:pt idx="19633">
                  <c:v>72619.259999999995</c:v>
                </c:pt>
                <c:pt idx="19634">
                  <c:v>14027.12</c:v>
                </c:pt>
                <c:pt idx="19635">
                  <c:v>82395.59</c:v>
                </c:pt>
                <c:pt idx="19636">
                  <c:v>38279.589999999997</c:v>
                </c:pt>
                <c:pt idx="19637">
                  <c:v>56290.71</c:v>
                </c:pt>
                <c:pt idx="19638">
                  <c:v>45310.36</c:v>
                </c:pt>
                <c:pt idx="19639">
                  <c:v>92851.64</c:v>
                </c:pt>
                <c:pt idx="19640">
                  <c:v>42381.49</c:v>
                </c:pt>
                <c:pt idx="19641">
                  <c:v>30048.82</c:v>
                </c:pt>
                <c:pt idx="19642">
                  <c:v>46439.43</c:v>
                </c:pt>
                <c:pt idx="19643">
                  <c:v>16667.2</c:v>
                </c:pt>
                <c:pt idx="19644">
                  <c:v>81718.69</c:v>
                </c:pt>
                <c:pt idx="19645">
                  <c:v>51250.63</c:v>
                </c:pt>
                <c:pt idx="19646">
                  <c:v>91816.2</c:v>
                </c:pt>
                <c:pt idx="19647">
                  <c:v>28783.599999999999</c:v>
                </c:pt>
                <c:pt idx="19648">
                  <c:v>47758.78</c:v>
                </c:pt>
                <c:pt idx="19649">
                  <c:v>10303.93</c:v>
                </c:pt>
                <c:pt idx="19650">
                  <c:v>3478.54</c:v>
                </c:pt>
                <c:pt idx="19651">
                  <c:v>2718.08</c:v>
                </c:pt>
                <c:pt idx="19652">
                  <c:v>60955.86</c:v>
                </c:pt>
                <c:pt idx="19653">
                  <c:v>4490.79</c:v>
                </c:pt>
                <c:pt idx="19654">
                  <c:v>16133.01</c:v>
                </c:pt>
                <c:pt idx="19655">
                  <c:v>42552.4</c:v>
                </c:pt>
                <c:pt idx="19656">
                  <c:v>24900.44</c:v>
                </c:pt>
                <c:pt idx="19657">
                  <c:v>2254.19</c:v>
                </c:pt>
                <c:pt idx="19658">
                  <c:v>23993.58</c:v>
                </c:pt>
                <c:pt idx="19659">
                  <c:v>37433.42</c:v>
                </c:pt>
                <c:pt idx="19660">
                  <c:v>2253.0300000000002</c:v>
                </c:pt>
                <c:pt idx="19661">
                  <c:v>17961.490000000002</c:v>
                </c:pt>
                <c:pt idx="19662">
                  <c:v>89638.92</c:v>
                </c:pt>
                <c:pt idx="19663">
                  <c:v>37979.660000000003</c:v>
                </c:pt>
                <c:pt idx="19664">
                  <c:v>28153.119999999999</c:v>
                </c:pt>
                <c:pt idx="19665">
                  <c:v>3950.54</c:v>
                </c:pt>
                <c:pt idx="19666">
                  <c:v>18700.82</c:v>
                </c:pt>
                <c:pt idx="19667">
                  <c:v>32515.85</c:v>
                </c:pt>
                <c:pt idx="19668">
                  <c:v>30049.03</c:v>
                </c:pt>
                <c:pt idx="19669">
                  <c:v>5035.0200000000004</c:v>
                </c:pt>
                <c:pt idx="19670">
                  <c:v>26324.2</c:v>
                </c:pt>
                <c:pt idx="19671">
                  <c:v>1916.69</c:v>
                </c:pt>
                <c:pt idx="19672">
                  <c:v>2946.55</c:v>
                </c:pt>
                <c:pt idx="19673">
                  <c:v>7352.2</c:v>
                </c:pt>
                <c:pt idx="19674">
                  <c:v>7389.93</c:v>
                </c:pt>
                <c:pt idx="19675">
                  <c:v>34893.18</c:v>
                </c:pt>
                <c:pt idx="19676">
                  <c:v>56897.5</c:v>
                </c:pt>
                <c:pt idx="19677">
                  <c:v>25680</c:v>
                </c:pt>
                <c:pt idx="19678">
                  <c:v>19882.3</c:v>
                </c:pt>
                <c:pt idx="19679">
                  <c:v>7079.03</c:v>
                </c:pt>
                <c:pt idx="19680">
                  <c:v>50655.02</c:v>
                </c:pt>
                <c:pt idx="19681">
                  <c:v>3500.08</c:v>
                </c:pt>
                <c:pt idx="19682">
                  <c:v>6228.73</c:v>
                </c:pt>
                <c:pt idx="19683">
                  <c:v>5231.17</c:v>
                </c:pt>
                <c:pt idx="19684">
                  <c:v>19690</c:v>
                </c:pt>
                <c:pt idx="19685">
                  <c:v>55954.71</c:v>
                </c:pt>
                <c:pt idx="19686">
                  <c:v>9662.8799999999992</c:v>
                </c:pt>
                <c:pt idx="19687">
                  <c:v>13264.92</c:v>
                </c:pt>
                <c:pt idx="19688">
                  <c:v>48314.38</c:v>
                </c:pt>
                <c:pt idx="19689">
                  <c:v>13766.47</c:v>
                </c:pt>
                <c:pt idx="19690">
                  <c:v>43068.43</c:v>
                </c:pt>
                <c:pt idx="19691">
                  <c:v>10430.780000000001</c:v>
                </c:pt>
                <c:pt idx="19692">
                  <c:v>10055.99</c:v>
                </c:pt>
                <c:pt idx="19693">
                  <c:v>27710.799999999999</c:v>
                </c:pt>
                <c:pt idx="19694">
                  <c:v>22139.57</c:v>
                </c:pt>
                <c:pt idx="19695">
                  <c:v>17941.13</c:v>
                </c:pt>
                <c:pt idx="19696">
                  <c:v>5672.25</c:v>
                </c:pt>
                <c:pt idx="19697">
                  <c:v>31742.74</c:v>
                </c:pt>
                <c:pt idx="19698">
                  <c:v>30388.639999999999</c:v>
                </c:pt>
                <c:pt idx="19699">
                  <c:v>58125.120000000003</c:v>
                </c:pt>
                <c:pt idx="19700">
                  <c:v>13807.67</c:v>
                </c:pt>
                <c:pt idx="19701">
                  <c:v>24060.23</c:v>
                </c:pt>
                <c:pt idx="19702">
                  <c:v>19106.810000000001</c:v>
                </c:pt>
                <c:pt idx="19703">
                  <c:v>60670.64</c:v>
                </c:pt>
                <c:pt idx="19704">
                  <c:v>78490.36</c:v>
                </c:pt>
                <c:pt idx="19705">
                  <c:v>48067.22</c:v>
                </c:pt>
                <c:pt idx="19706">
                  <c:v>30159.3</c:v>
                </c:pt>
                <c:pt idx="19707">
                  <c:v>51539.360000000001</c:v>
                </c:pt>
                <c:pt idx="19708">
                  <c:v>47688.17</c:v>
                </c:pt>
                <c:pt idx="19709">
                  <c:v>21818.06</c:v>
                </c:pt>
                <c:pt idx="19710">
                  <c:v>31705.01</c:v>
                </c:pt>
                <c:pt idx="19711">
                  <c:v>59290.81</c:v>
                </c:pt>
                <c:pt idx="19712">
                  <c:v>82240.03</c:v>
                </c:pt>
                <c:pt idx="19713">
                  <c:v>6989.4</c:v>
                </c:pt>
                <c:pt idx="19714">
                  <c:v>63366.33</c:v>
                </c:pt>
                <c:pt idx="19715">
                  <c:v>20751.52</c:v>
                </c:pt>
                <c:pt idx="19716">
                  <c:v>17307.86</c:v>
                </c:pt>
                <c:pt idx="19717">
                  <c:v>92529.11</c:v>
                </c:pt>
                <c:pt idx="19718">
                  <c:v>18814.57</c:v>
                </c:pt>
                <c:pt idx="19719">
                  <c:v>38898.550000000003</c:v>
                </c:pt>
                <c:pt idx="19720">
                  <c:v>27552.38</c:v>
                </c:pt>
                <c:pt idx="19721">
                  <c:v>38089.360000000001</c:v>
                </c:pt>
                <c:pt idx="19722">
                  <c:v>68111.86</c:v>
                </c:pt>
                <c:pt idx="19723">
                  <c:v>16993.84</c:v>
                </c:pt>
                <c:pt idx="19724">
                  <c:v>21055.65</c:v>
                </c:pt>
                <c:pt idx="19725">
                  <c:v>11740.36</c:v>
                </c:pt>
                <c:pt idx="19726">
                  <c:v>36302.239999999998</c:v>
                </c:pt>
                <c:pt idx="19727">
                  <c:v>28787.51</c:v>
                </c:pt>
                <c:pt idx="19728">
                  <c:v>20289.82</c:v>
                </c:pt>
                <c:pt idx="19729">
                  <c:v>70321.89</c:v>
                </c:pt>
                <c:pt idx="19730">
                  <c:v>57993.04</c:v>
                </c:pt>
                <c:pt idx="19731">
                  <c:v>4049.2</c:v>
                </c:pt>
                <c:pt idx="19732">
                  <c:v>12656.39</c:v>
                </c:pt>
                <c:pt idx="19733">
                  <c:v>61641.55</c:v>
                </c:pt>
                <c:pt idx="19734">
                  <c:v>6417.97</c:v>
                </c:pt>
                <c:pt idx="19735">
                  <c:v>9269.76</c:v>
                </c:pt>
                <c:pt idx="19736">
                  <c:v>19862.7</c:v>
                </c:pt>
                <c:pt idx="19737">
                  <c:v>60304.47</c:v>
                </c:pt>
                <c:pt idx="19738">
                  <c:v>11427.95</c:v>
                </c:pt>
                <c:pt idx="19739">
                  <c:v>31501.86</c:v>
                </c:pt>
                <c:pt idx="19740">
                  <c:v>30694.2</c:v>
                </c:pt>
                <c:pt idx="19741">
                  <c:v>49372.66</c:v>
                </c:pt>
                <c:pt idx="19742">
                  <c:v>9142.77</c:v>
                </c:pt>
                <c:pt idx="19743">
                  <c:v>71846.37</c:v>
                </c:pt>
                <c:pt idx="19744">
                  <c:v>20741.599999999999</c:v>
                </c:pt>
                <c:pt idx="19745">
                  <c:v>48998.33</c:v>
                </c:pt>
                <c:pt idx="19746">
                  <c:v>39602.239999999998</c:v>
                </c:pt>
                <c:pt idx="19747">
                  <c:v>21907.03</c:v>
                </c:pt>
                <c:pt idx="19748">
                  <c:v>4021.7</c:v>
                </c:pt>
                <c:pt idx="19749">
                  <c:v>46227.7</c:v>
                </c:pt>
                <c:pt idx="19750">
                  <c:v>38778.26</c:v>
                </c:pt>
                <c:pt idx="19751">
                  <c:v>8511.73</c:v>
                </c:pt>
                <c:pt idx="19752">
                  <c:v>39494.54</c:v>
                </c:pt>
                <c:pt idx="19753">
                  <c:v>55301.06</c:v>
                </c:pt>
                <c:pt idx="19754">
                  <c:v>22261.18</c:v>
                </c:pt>
                <c:pt idx="19755">
                  <c:v>9379.41</c:v>
                </c:pt>
                <c:pt idx="19756">
                  <c:v>13867.27</c:v>
                </c:pt>
                <c:pt idx="19757">
                  <c:v>42845.98</c:v>
                </c:pt>
                <c:pt idx="19758">
                  <c:v>6160.94</c:v>
                </c:pt>
                <c:pt idx="19759">
                  <c:v>17512.509999999998</c:v>
                </c:pt>
                <c:pt idx="19760">
                  <c:v>2017.32</c:v>
                </c:pt>
                <c:pt idx="19761">
                  <c:v>47221.27</c:v>
                </c:pt>
                <c:pt idx="19762">
                  <c:v>7239.46</c:v>
                </c:pt>
                <c:pt idx="19763">
                  <c:v>10455.48</c:v>
                </c:pt>
                <c:pt idx="19764">
                  <c:v>22319.14</c:v>
                </c:pt>
                <c:pt idx="19765">
                  <c:v>5643.78</c:v>
                </c:pt>
                <c:pt idx="19766">
                  <c:v>60502.68</c:v>
                </c:pt>
                <c:pt idx="19767">
                  <c:v>4904.32</c:v>
                </c:pt>
                <c:pt idx="19768">
                  <c:v>6690.6</c:v>
                </c:pt>
                <c:pt idx="19769">
                  <c:v>70613.09</c:v>
                </c:pt>
                <c:pt idx="19770">
                  <c:v>47554.67</c:v>
                </c:pt>
                <c:pt idx="19771">
                  <c:v>9587.59</c:v>
                </c:pt>
                <c:pt idx="19772">
                  <c:v>20087.09</c:v>
                </c:pt>
                <c:pt idx="19773">
                  <c:v>73759.460000000006</c:v>
                </c:pt>
                <c:pt idx="19774">
                  <c:v>55312.79</c:v>
                </c:pt>
                <c:pt idx="19775">
                  <c:v>7336.82</c:v>
                </c:pt>
                <c:pt idx="19776">
                  <c:v>48018.6</c:v>
                </c:pt>
                <c:pt idx="19777">
                  <c:v>50455.38</c:v>
                </c:pt>
                <c:pt idx="19778">
                  <c:v>5306</c:v>
                </c:pt>
                <c:pt idx="19779">
                  <c:v>61115.8</c:v>
                </c:pt>
                <c:pt idx="19780">
                  <c:v>8490.91</c:v>
                </c:pt>
                <c:pt idx="19781">
                  <c:v>19506.14</c:v>
                </c:pt>
                <c:pt idx="19782">
                  <c:v>69712.12</c:v>
                </c:pt>
                <c:pt idx="19783">
                  <c:v>8800.7800000000007</c:v>
                </c:pt>
                <c:pt idx="19784">
                  <c:v>11798.04</c:v>
                </c:pt>
                <c:pt idx="19785">
                  <c:v>24605.53</c:v>
                </c:pt>
                <c:pt idx="19786">
                  <c:v>28876.84</c:v>
                </c:pt>
                <c:pt idx="19787">
                  <c:v>6645.31</c:v>
                </c:pt>
                <c:pt idx="19788">
                  <c:v>57030.19</c:v>
                </c:pt>
                <c:pt idx="19789">
                  <c:v>13625.2</c:v>
                </c:pt>
                <c:pt idx="19790">
                  <c:v>48252.46</c:v>
                </c:pt>
                <c:pt idx="19791">
                  <c:v>18730.400000000001</c:v>
                </c:pt>
                <c:pt idx="19792">
                  <c:v>8142.92</c:v>
                </c:pt>
                <c:pt idx="19793">
                  <c:v>15785.12</c:v>
                </c:pt>
                <c:pt idx="19794">
                  <c:v>43868.73</c:v>
                </c:pt>
                <c:pt idx="19795">
                  <c:v>12460.14</c:v>
                </c:pt>
                <c:pt idx="19796">
                  <c:v>71028.78</c:v>
                </c:pt>
                <c:pt idx="19797">
                  <c:v>7310.03</c:v>
                </c:pt>
                <c:pt idx="19798">
                  <c:v>11829.64</c:v>
                </c:pt>
                <c:pt idx="19799">
                  <c:v>43036.81</c:v>
                </c:pt>
                <c:pt idx="19800">
                  <c:v>39413.86</c:v>
                </c:pt>
                <c:pt idx="19801">
                  <c:v>59640.37</c:v>
                </c:pt>
                <c:pt idx="19802">
                  <c:v>50384.71</c:v>
                </c:pt>
                <c:pt idx="19803">
                  <c:v>30777.64</c:v>
                </c:pt>
                <c:pt idx="19804">
                  <c:v>24324.38</c:v>
                </c:pt>
                <c:pt idx="19805">
                  <c:v>39168.300000000003</c:v>
                </c:pt>
                <c:pt idx="19806">
                  <c:v>78703.55</c:v>
                </c:pt>
                <c:pt idx="19807">
                  <c:v>32485.57</c:v>
                </c:pt>
                <c:pt idx="19808">
                  <c:v>50157.39</c:v>
                </c:pt>
                <c:pt idx="19809">
                  <c:v>81620.28</c:v>
                </c:pt>
                <c:pt idx="19810">
                  <c:v>57861.22</c:v>
                </c:pt>
                <c:pt idx="19811">
                  <c:v>49540.77</c:v>
                </c:pt>
                <c:pt idx="19812">
                  <c:v>2746.46</c:v>
                </c:pt>
                <c:pt idx="19813">
                  <c:v>92871.01</c:v>
                </c:pt>
                <c:pt idx="19814">
                  <c:v>12988.48</c:v>
                </c:pt>
                <c:pt idx="19815">
                  <c:v>16493.759999999998</c:v>
                </c:pt>
                <c:pt idx="19816">
                  <c:v>58899.37</c:v>
                </c:pt>
                <c:pt idx="19817">
                  <c:v>49155.46</c:v>
                </c:pt>
                <c:pt idx="19818">
                  <c:v>35646.449999999997</c:v>
                </c:pt>
                <c:pt idx="19819">
                  <c:v>39643.54</c:v>
                </c:pt>
                <c:pt idx="19820">
                  <c:v>2090.2399999999998</c:v>
                </c:pt>
                <c:pt idx="19821">
                  <c:v>34915.82</c:v>
                </c:pt>
                <c:pt idx="19822">
                  <c:v>1998.02</c:v>
                </c:pt>
                <c:pt idx="19823">
                  <c:v>52210.83</c:v>
                </c:pt>
                <c:pt idx="19824">
                  <c:v>7027.34</c:v>
                </c:pt>
                <c:pt idx="19825">
                  <c:v>45284.6</c:v>
                </c:pt>
                <c:pt idx="19826">
                  <c:v>23705.7</c:v>
                </c:pt>
                <c:pt idx="19827">
                  <c:v>10319.209999999999</c:v>
                </c:pt>
                <c:pt idx="19828">
                  <c:v>35054.75</c:v>
                </c:pt>
                <c:pt idx="19829">
                  <c:v>70653.86</c:v>
                </c:pt>
                <c:pt idx="19830">
                  <c:v>68442.53</c:v>
                </c:pt>
                <c:pt idx="19831">
                  <c:v>15809.09</c:v>
                </c:pt>
                <c:pt idx="19832">
                  <c:v>39542.79</c:v>
                </c:pt>
                <c:pt idx="19833">
                  <c:v>35484.58</c:v>
                </c:pt>
                <c:pt idx="19834">
                  <c:v>53352.9</c:v>
                </c:pt>
                <c:pt idx="19835">
                  <c:v>72321.31</c:v>
                </c:pt>
                <c:pt idx="19836">
                  <c:v>9666.3799999999992</c:v>
                </c:pt>
                <c:pt idx="19837">
                  <c:v>48062.44</c:v>
                </c:pt>
                <c:pt idx="19838">
                  <c:v>54179.13</c:v>
                </c:pt>
                <c:pt idx="19839">
                  <c:v>72114.84</c:v>
                </c:pt>
                <c:pt idx="19840">
                  <c:v>30204.720000000001</c:v>
                </c:pt>
                <c:pt idx="19841">
                  <c:v>52654.37</c:v>
                </c:pt>
                <c:pt idx="19842">
                  <c:v>22587.96</c:v>
                </c:pt>
                <c:pt idx="19843">
                  <c:v>78910.44</c:v>
                </c:pt>
                <c:pt idx="19844">
                  <c:v>19682.560000000001</c:v>
                </c:pt>
                <c:pt idx="19845">
                  <c:v>10966.66</c:v>
                </c:pt>
                <c:pt idx="19846">
                  <c:v>11846.9</c:v>
                </c:pt>
                <c:pt idx="19847">
                  <c:v>9660.74</c:v>
                </c:pt>
                <c:pt idx="19848">
                  <c:v>30811.32</c:v>
                </c:pt>
                <c:pt idx="19849">
                  <c:v>31861.54</c:v>
                </c:pt>
                <c:pt idx="19850">
                  <c:v>75676.45</c:v>
                </c:pt>
                <c:pt idx="19851">
                  <c:v>30224.94</c:v>
                </c:pt>
                <c:pt idx="19852">
                  <c:v>20332.87</c:v>
                </c:pt>
                <c:pt idx="19853">
                  <c:v>43552.35</c:v>
                </c:pt>
                <c:pt idx="19854">
                  <c:v>20360.439999999999</c:v>
                </c:pt>
                <c:pt idx="19855">
                  <c:v>17438.68</c:v>
                </c:pt>
                <c:pt idx="19856">
                  <c:v>9261.2199999999993</c:v>
                </c:pt>
                <c:pt idx="19857">
                  <c:v>42965.48</c:v>
                </c:pt>
                <c:pt idx="19858">
                  <c:v>28113.25</c:v>
                </c:pt>
                <c:pt idx="19859">
                  <c:v>24780.01</c:v>
                </c:pt>
                <c:pt idx="19860">
                  <c:v>32858.199999999997</c:v>
                </c:pt>
                <c:pt idx="19861">
                  <c:v>44428.97</c:v>
                </c:pt>
                <c:pt idx="19862">
                  <c:v>21607.74</c:v>
                </c:pt>
                <c:pt idx="19863">
                  <c:v>12884.81</c:v>
                </c:pt>
                <c:pt idx="19864">
                  <c:v>41414.81</c:v>
                </c:pt>
                <c:pt idx="19865">
                  <c:v>20396.990000000002</c:v>
                </c:pt>
                <c:pt idx="19866">
                  <c:v>32537.39</c:v>
                </c:pt>
                <c:pt idx="19867">
                  <c:v>62554.46</c:v>
                </c:pt>
                <c:pt idx="19868">
                  <c:v>10328.64</c:v>
                </c:pt>
                <c:pt idx="19869">
                  <c:v>10607.96</c:v>
                </c:pt>
                <c:pt idx="19870">
                  <c:v>28142.42</c:v>
                </c:pt>
                <c:pt idx="19871">
                  <c:v>74882.3</c:v>
                </c:pt>
                <c:pt idx="19872">
                  <c:v>14705.71</c:v>
                </c:pt>
                <c:pt idx="19873">
                  <c:v>2751.23</c:v>
                </c:pt>
                <c:pt idx="19874">
                  <c:v>15434.12</c:v>
                </c:pt>
                <c:pt idx="19875">
                  <c:v>55978.34</c:v>
                </c:pt>
                <c:pt idx="19876">
                  <c:v>12149.38</c:v>
                </c:pt>
                <c:pt idx="19877">
                  <c:v>64380.959999999999</c:v>
                </c:pt>
                <c:pt idx="19878">
                  <c:v>33095.480000000003</c:v>
                </c:pt>
                <c:pt idx="19879">
                  <c:v>17057.25</c:v>
                </c:pt>
                <c:pt idx="19880">
                  <c:v>36460.94</c:v>
                </c:pt>
                <c:pt idx="19881">
                  <c:v>17495.419999999998</c:v>
                </c:pt>
                <c:pt idx="19882">
                  <c:v>50732.13</c:v>
                </c:pt>
                <c:pt idx="19883">
                  <c:v>14013.38</c:v>
                </c:pt>
                <c:pt idx="19884">
                  <c:v>56727.53</c:v>
                </c:pt>
                <c:pt idx="19885">
                  <c:v>9483.34</c:v>
                </c:pt>
                <c:pt idx="19886">
                  <c:v>26935.49</c:v>
                </c:pt>
                <c:pt idx="19887">
                  <c:v>31476.15</c:v>
                </c:pt>
                <c:pt idx="19888">
                  <c:v>41511.120000000003</c:v>
                </c:pt>
                <c:pt idx="19889">
                  <c:v>17675.36</c:v>
                </c:pt>
                <c:pt idx="19890">
                  <c:v>12686.1</c:v>
                </c:pt>
                <c:pt idx="19891">
                  <c:v>32380.240000000002</c:v>
                </c:pt>
                <c:pt idx="19892">
                  <c:v>19874.61</c:v>
                </c:pt>
                <c:pt idx="19893">
                  <c:v>65165.97</c:v>
                </c:pt>
                <c:pt idx="19894">
                  <c:v>69987.14</c:v>
                </c:pt>
                <c:pt idx="19895">
                  <c:v>60792.73</c:v>
                </c:pt>
                <c:pt idx="19896">
                  <c:v>91856.84</c:v>
                </c:pt>
                <c:pt idx="19897">
                  <c:v>18377.259999999998</c:v>
                </c:pt>
                <c:pt idx="19898">
                  <c:v>48925.3</c:v>
                </c:pt>
                <c:pt idx="19899">
                  <c:v>29459.48</c:v>
                </c:pt>
                <c:pt idx="19900">
                  <c:v>14628.1</c:v>
                </c:pt>
                <c:pt idx="19901">
                  <c:v>3656.45</c:v>
                </c:pt>
                <c:pt idx="19902">
                  <c:v>46923.69</c:v>
                </c:pt>
                <c:pt idx="19903">
                  <c:v>29637.94</c:v>
                </c:pt>
                <c:pt idx="19904">
                  <c:v>5880.15</c:v>
                </c:pt>
                <c:pt idx="19905">
                  <c:v>7136.58</c:v>
                </c:pt>
                <c:pt idx="19906">
                  <c:v>4025.73</c:v>
                </c:pt>
                <c:pt idx="19907">
                  <c:v>15753.15</c:v>
                </c:pt>
                <c:pt idx="19908">
                  <c:v>37990.78</c:v>
                </c:pt>
                <c:pt idx="19909">
                  <c:v>9932.85</c:v>
                </c:pt>
                <c:pt idx="19910">
                  <c:v>23218.36</c:v>
                </c:pt>
                <c:pt idx="19911">
                  <c:v>23769.06</c:v>
                </c:pt>
                <c:pt idx="19912">
                  <c:v>50377.82</c:v>
                </c:pt>
                <c:pt idx="19913">
                  <c:v>29333.65</c:v>
                </c:pt>
                <c:pt idx="19914">
                  <c:v>12673.18</c:v>
                </c:pt>
                <c:pt idx="19915">
                  <c:v>71636.33</c:v>
                </c:pt>
                <c:pt idx="19916">
                  <c:v>20477.2</c:v>
                </c:pt>
                <c:pt idx="19917">
                  <c:v>51342.32</c:v>
                </c:pt>
                <c:pt idx="19918">
                  <c:v>39528.089999999997</c:v>
                </c:pt>
                <c:pt idx="19919">
                  <c:v>47799.23</c:v>
                </c:pt>
                <c:pt idx="19920">
                  <c:v>67246.539999999994</c:v>
                </c:pt>
                <c:pt idx="19921">
                  <c:v>12622.93</c:v>
                </c:pt>
                <c:pt idx="19922">
                  <c:v>102623.12</c:v>
                </c:pt>
                <c:pt idx="19923">
                  <c:v>6931.32</c:v>
                </c:pt>
                <c:pt idx="19924">
                  <c:v>59215.64</c:v>
                </c:pt>
                <c:pt idx="19925">
                  <c:v>27348.43</c:v>
                </c:pt>
                <c:pt idx="19926">
                  <c:v>1421.38</c:v>
                </c:pt>
                <c:pt idx="19927">
                  <c:v>23429.11</c:v>
                </c:pt>
                <c:pt idx="19928">
                  <c:v>52526.94</c:v>
                </c:pt>
                <c:pt idx="19929">
                  <c:v>14166.64</c:v>
                </c:pt>
                <c:pt idx="19930">
                  <c:v>8784.9699999999993</c:v>
                </c:pt>
                <c:pt idx="19931">
                  <c:v>24077.97</c:v>
                </c:pt>
                <c:pt idx="19932">
                  <c:v>29454.67</c:v>
                </c:pt>
                <c:pt idx="19933">
                  <c:v>29344.6</c:v>
                </c:pt>
                <c:pt idx="19934">
                  <c:v>51252.43</c:v>
                </c:pt>
                <c:pt idx="19935">
                  <c:v>56688</c:v>
                </c:pt>
                <c:pt idx="19936">
                  <c:v>19544.330000000002</c:v>
                </c:pt>
                <c:pt idx="19937">
                  <c:v>5278.5</c:v>
                </c:pt>
                <c:pt idx="19938">
                  <c:v>9527.4</c:v>
                </c:pt>
                <c:pt idx="19939">
                  <c:v>3601.58</c:v>
                </c:pt>
                <c:pt idx="19940">
                  <c:v>9230.82</c:v>
                </c:pt>
                <c:pt idx="19941">
                  <c:v>16467.78</c:v>
                </c:pt>
                <c:pt idx="19942">
                  <c:v>28849.85</c:v>
                </c:pt>
                <c:pt idx="19943">
                  <c:v>72216.47</c:v>
                </c:pt>
                <c:pt idx="19944">
                  <c:v>65563.179999999993</c:v>
                </c:pt>
                <c:pt idx="19945">
                  <c:v>9240.7999999999993</c:v>
                </c:pt>
                <c:pt idx="19946">
                  <c:v>66595.759999999995</c:v>
                </c:pt>
                <c:pt idx="19947">
                  <c:v>17665.740000000002</c:v>
                </c:pt>
                <c:pt idx="19948">
                  <c:v>13491.54</c:v>
                </c:pt>
                <c:pt idx="19949">
                  <c:v>6084.37</c:v>
                </c:pt>
                <c:pt idx="19950">
                  <c:v>15128.4</c:v>
                </c:pt>
                <c:pt idx="19951">
                  <c:v>58532.36</c:v>
                </c:pt>
                <c:pt idx="19952">
                  <c:v>43439.39</c:v>
                </c:pt>
                <c:pt idx="19953">
                  <c:v>21519.16</c:v>
                </c:pt>
                <c:pt idx="19954">
                  <c:v>57874</c:v>
                </c:pt>
                <c:pt idx="19955">
                  <c:v>78730.259999999995</c:v>
                </c:pt>
                <c:pt idx="19956">
                  <c:v>16401.580000000002</c:v>
                </c:pt>
                <c:pt idx="19957">
                  <c:v>14531.08</c:v>
                </c:pt>
                <c:pt idx="19958">
                  <c:v>5117.93</c:v>
                </c:pt>
                <c:pt idx="19959">
                  <c:v>101328.57</c:v>
                </c:pt>
                <c:pt idx="19960">
                  <c:v>29766.82</c:v>
                </c:pt>
                <c:pt idx="19961">
                  <c:v>45315.87</c:v>
                </c:pt>
                <c:pt idx="19962">
                  <c:v>16279.52</c:v>
                </c:pt>
                <c:pt idx="19963">
                  <c:v>76578.929999999993</c:v>
                </c:pt>
                <c:pt idx="19964">
                  <c:v>41949.77</c:v>
                </c:pt>
                <c:pt idx="19965">
                  <c:v>1966.79</c:v>
                </c:pt>
                <c:pt idx="19966">
                  <c:v>11540.62</c:v>
                </c:pt>
                <c:pt idx="19967">
                  <c:v>47929.33</c:v>
                </c:pt>
                <c:pt idx="19968">
                  <c:v>98951.16</c:v>
                </c:pt>
                <c:pt idx="19969">
                  <c:v>78905.649999999994</c:v>
                </c:pt>
                <c:pt idx="19970">
                  <c:v>50941.67</c:v>
                </c:pt>
                <c:pt idx="19971">
                  <c:v>2612.4</c:v>
                </c:pt>
                <c:pt idx="19972">
                  <c:v>50984.85</c:v>
                </c:pt>
                <c:pt idx="19973">
                  <c:v>68850.53</c:v>
                </c:pt>
                <c:pt idx="19974">
                  <c:v>55961.48</c:v>
                </c:pt>
                <c:pt idx="19975">
                  <c:v>36318.04</c:v>
                </c:pt>
                <c:pt idx="19976">
                  <c:v>19554.82</c:v>
                </c:pt>
                <c:pt idx="19977">
                  <c:v>62903.8</c:v>
                </c:pt>
                <c:pt idx="19978">
                  <c:v>65587.199999999997</c:v>
                </c:pt>
                <c:pt idx="19979">
                  <c:v>15880.54</c:v>
                </c:pt>
                <c:pt idx="19980">
                  <c:v>34252.76</c:v>
                </c:pt>
                <c:pt idx="19981">
                  <c:v>22925.279999999999</c:v>
                </c:pt>
                <c:pt idx="19982">
                  <c:v>53297.18</c:v>
                </c:pt>
                <c:pt idx="19983">
                  <c:v>16388.04</c:v>
                </c:pt>
                <c:pt idx="19984">
                  <c:v>18981.27</c:v>
                </c:pt>
                <c:pt idx="19985">
                  <c:v>14747.67</c:v>
                </c:pt>
                <c:pt idx="19986">
                  <c:v>7643.35</c:v>
                </c:pt>
                <c:pt idx="19987">
                  <c:v>9936.2099999999991</c:v>
                </c:pt>
                <c:pt idx="19988">
                  <c:v>27644.75</c:v>
                </c:pt>
                <c:pt idx="19989">
                  <c:v>23747.14</c:v>
                </c:pt>
                <c:pt idx="19990">
                  <c:v>34427.839999999997</c:v>
                </c:pt>
                <c:pt idx="19991">
                  <c:v>60934.73</c:v>
                </c:pt>
                <c:pt idx="19992">
                  <c:v>78138.55</c:v>
                </c:pt>
                <c:pt idx="19993">
                  <c:v>31380.33</c:v>
                </c:pt>
                <c:pt idx="19994">
                  <c:v>8668.02</c:v>
                </c:pt>
                <c:pt idx="19995">
                  <c:v>80835.55</c:v>
                </c:pt>
                <c:pt idx="19996">
                  <c:v>60051.85</c:v>
                </c:pt>
                <c:pt idx="19997">
                  <c:v>12365.07</c:v>
                </c:pt>
                <c:pt idx="19998">
                  <c:v>27488.16</c:v>
                </c:pt>
                <c:pt idx="19999">
                  <c:v>15700.63</c:v>
                </c:pt>
                <c:pt idx="20000">
                  <c:v>26664.62</c:v>
                </c:pt>
                <c:pt idx="20001">
                  <c:v>15265.55</c:v>
                </c:pt>
                <c:pt idx="20002">
                  <c:v>70997.94</c:v>
                </c:pt>
                <c:pt idx="20003">
                  <c:v>21785.02</c:v>
                </c:pt>
                <c:pt idx="20004">
                  <c:v>27685.759999999998</c:v>
                </c:pt>
                <c:pt idx="20005">
                  <c:v>22621.91</c:v>
                </c:pt>
                <c:pt idx="20006">
                  <c:v>40696.33</c:v>
                </c:pt>
                <c:pt idx="20007">
                  <c:v>8650.57</c:v>
                </c:pt>
                <c:pt idx="20008">
                  <c:v>30019.16</c:v>
                </c:pt>
                <c:pt idx="20009">
                  <c:v>39630.199999999997</c:v>
                </c:pt>
                <c:pt idx="20010">
                  <c:v>18011.38</c:v>
                </c:pt>
                <c:pt idx="20011">
                  <c:v>33364.28</c:v>
                </c:pt>
                <c:pt idx="20012">
                  <c:v>11147.38</c:v>
                </c:pt>
                <c:pt idx="20013">
                  <c:v>7514.6</c:v>
                </c:pt>
                <c:pt idx="20014">
                  <c:v>24327.99</c:v>
                </c:pt>
                <c:pt idx="20015">
                  <c:v>21248.73</c:v>
                </c:pt>
                <c:pt idx="20016">
                  <c:v>9458.6299999999992</c:v>
                </c:pt>
                <c:pt idx="20017">
                  <c:v>43370.96</c:v>
                </c:pt>
                <c:pt idx="20018">
                  <c:v>44992.68</c:v>
                </c:pt>
                <c:pt idx="20019">
                  <c:v>70625.56</c:v>
                </c:pt>
                <c:pt idx="20020">
                  <c:v>22261.18</c:v>
                </c:pt>
                <c:pt idx="20021">
                  <c:v>41565.589999999997</c:v>
                </c:pt>
                <c:pt idx="20022">
                  <c:v>41181.97</c:v>
                </c:pt>
                <c:pt idx="20023">
                  <c:v>67456.73</c:v>
                </c:pt>
                <c:pt idx="20024">
                  <c:v>100001.9</c:v>
                </c:pt>
                <c:pt idx="20025">
                  <c:v>36843.980000000003</c:v>
                </c:pt>
                <c:pt idx="20026">
                  <c:v>13787.71</c:v>
                </c:pt>
                <c:pt idx="20027">
                  <c:v>40050.71</c:v>
                </c:pt>
                <c:pt idx="20028">
                  <c:v>71256.88</c:v>
                </c:pt>
                <c:pt idx="20029">
                  <c:v>6347.47</c:v>
                </c:pt>
                <c:pt idx="20030">
                  <c:v>9524.17</c:v>
                </c:pt>
                <c:pt idx="20031">
                  <c:v>30388.5</c:v>
                </c:pt>
                <c:pt idx="20032">
                  <c:v>22065.96</c:v>
                </c:pt>
                <c:pt idx="20033">
                  <c:v>37349.51</c:v>
                </c:pt>
                <c:pt idx="20034">
                  <c:v>8992.43</c:v>
                </c:pt>
                <c:pt idx="20035">
                  <c:v>46233.919999999998</c:v>
                </c:pt>
                <c:pt idx="20036">
                  <c:v>30269.48</c:v>
                </c:pt>
                <c:pt idx="20037">
                  <c:v>24605.82</c:v>
                </c:pt>
                <c:pt idx="20038">
                  <c:v>2456.87</c:v>
                </c:pt>
                <c:pt idx="20039">
                  <c:v>10617.3</c:v>
                </c:pt>
                <c:pt idx="20040">
                  <c:v>14623.24</c:v>
                </c:pt>
                <c:pt idx="20041">
                  <c:v>93414.51</c:v>
                </c:pt>
                <c:pt idx="20042">
                  <c:v>68279.08</c:v>
                </c:pt>
                <c:pt idx="20043">
                  <c:v>30671.64</c:v>
                </c:pt>
                <c:pt idx="20044">
                  <c:v>11882.21</c:v>
                </c:pt>
                <c:pt idx="20045">
                  <c:v>9551.39</c:v>
                </c:pt>
                <c:pt idx="20046">
                  <c:v>5552.79</c:v>
                </c:pt>
                <c:pt idx="20047">
                  <c:v>43465.15</c:v>
                </c:pt>
                <c:pt idx="20048">
                  <c:v>18631.099999999999</c:v>
                </c:pt>
                <c:pt idx="20049">
                  <c:v>4511.47</c:v>
                </c:pt>
                <c:pt idx="20050">
                  <c:v>28313.63</c:v>
                </c:pt>
                <c:pt idx="20051">
                  <c:v>20362.73</c:v>
                </c:pt>
                <c:pt idx="20052">
                  <c:v>4622.09</c:v>
                </c:pt>
                <c:pt idx="20053">
                  <c:v>67820.570000000007</c:v>
                </c:pt>
                <c:pt idx="20054">
                  <c:v>20048.05</c:v>
                </c:pt>
                <c:pt idx="20055">
                  <c:v>19664.41</c:v>
                </c:pt>
                <c:pt idx="20056">
                  <c:v>10145.33</c:v>
                </c:pt>
                <c:pt idx="20057">
                  <c:v>14356.46</c:v>
                </c:pt>
                <c:pt idx="20058">
                  <c:v>35670.980000000003</c:v>
                </c:pt>
                <c:pt idx="20059">
                  <c:v>20982.15</c:v>
                </c:pt>
                <c:pt idx="20060">
                  <c:v>62439.360000000001</c:v>
                </c:pt>
                <c:pt idx="20061">
                  <c:v>10183.86</c:v>
                </c:pt>
                <c:pt idx="20062">
                  <c:v>69839.7</c:v>
                </c:pt>
                <c:pt idx="20063">
                  <c:v>28054.47</c:v>
                </c:pt>
                <c:pt idx="20064">
                  <c:v>7821.64</c:v>
                </c:pt>
                <c:pt idx="20065">
                  <c:v>70832.289999999994</c:v>
                </c:pt>
                <c:pt idx="20066">
                  <c:v>38651.760000000002</c:v>
                </c:pt>
                <c:pt idx="20067">
                  <c:v>9832.32</c:v>
                </c:pt>
                <c:pt idx="20068">
                  <c:v>14432.1</c:v>
                </c:pt>
                <c:pt idx="20069">
                  <c:v>18947.25</c:v>
                </c:pt>
                <c:pt idx="20070">
                  <c:v>7384.76</c:v>
                </c:pt>
                <c:pt idx="20071">
                  <c:v>67780.22</c:v>
                </c:pt>
                <c:pt idx="20072">
                  <c:v>3485.83</c:v>
                </c:pt>
                <c:pt idx="20073">
                  <c:v>17429.93</c:v>
                </c:pt>
                <c:pt idx="20074">
                  <c:v>51139.62</c:v>
                </c:pt>
                <c:pt idx="20075">
                  <c:v>39012.94</c:v>
                </c:pt>
                <c:pt idx="20076">
                  <c:v>4826.93</c:v>
                </c:pt>
                <c:pt idx="20077">
                  <c:v>5624.32</c:v>
                </c:pt>
                <c:pt idx="20078">
                  <c:v>7430.09</c:v>
                </c:pt>
                <c:pt idx="20079">
                  <c:v>58752.45</c:v>
                </c:pt>
                <c:pt idx="20080">
                  <c:v>69514.539999999994</c:v>
                </c:pt>
                <c:pt idx="20081">
                  <c:v>36484.47</c:v>
                </c:pt>
                <c:pt idx="20082">
                  <c:v>15023.11</c:v>
                </c:pt>
                <c:pt idx="20083">
                  <c:v>41219.17</c:v>
                </c:pt>
                <c:pt idx="20084">
                  <c:v>16900.47</c:v>
                </c:pt>
                <c:pt idx="20085">
                  <c:v>10751.71</c:v>
                </c:pt>
                <c:pt idx="20086">
                  <c:v>17274.22</c:v>
                </c:pt>
                <c:pt idx="20087">
                  <c:v>39464.800000000003</c:v>
                </c:pt>
                <c:pt idx="20088">
                  <c:v>62071.9</c:v>
                </c:pt>
                <c:pt idx="20089">
                  <c:v>2707.23</c:v>
                </c:pt>
                <c:pt idx="20090">
                  <c:v>63197.63</c:v>
                </c:pt>
                <c:pt idx="20091">
                  <c:v>78431.72</c:v>
                </c:pt>
                <c:pt idx="20092">
                  <c:v>27347.17</c:v>
                </c:pt>
                <c:pt idx="20093">
                  <c:v>70921.11</c:v>
                </c:pt>
                <c:pt idx="20094">
                  <c:v>8942.9</c:v>
                </c:pt>
                <c:pt idx="20095">
                  <c:v>21500.83</c:v>
                </c:pt>
                <c:pt idx="20096">
                  <c:v>4562.04</c:v>
                </c:pt>
                <c:pt idx="20097">
                  <c:v>50323.73</c:v>
                </c:pt>
                <c:pt idx="20098">
                  <c:v>86380.94</c:v>
                </c:pt>
                <c:pt idx="20099">
                  <c:v>11329.88</c:v>
                </c:pt>
                <c:pt idx="20100">
                  <c:v>7542.82</c:v>
                </c:pt>
                <c:pt idx="20101">
                  <c:v>46467.73</c:v>
                </c:pt>
                <c:pt idx="20102">
                  <c:v>50986.8</c:v>
                </c:pt>
                <c:pt idx="20103">
                  <c:v>70134.59</c:v>
                </c:pt>
                <c:pt idx="20104">
                  <c:v>70561.09</c:v>
                </c:pt>
                <c:pt idx="20105">
                  <c:v>15559.42</c:v>
                </c:pt>
                <c:pt idx="20106">
                  <c:v>27719.119999999999</c:v>
                </c:pt>
                <c:pt idx="20107">
                  <c:v>29596.720000000001</c:v>
                </c:pt>
                <c:pt idx="20108">
                  <c:v>10218.959999999999</c:v>
                </c:pt>
                <c:pt idx="20109">
                  <c:v>45450.86</c:v>
                </c:pt>
                <c:pt idx="20110">
                  <c:v>45215.26</c:v>
                </c:pt>
                <c:pt idx="20111">
                  <c:v>14709.19</c:v>
                </c:pt>
                <c:pt idx="20112">
                  <c:v>27105.62</c:v>
                </c:pt>
                <c:pt idx="20113">
                  <c:v>43275.14</c:v>
                </c:pt>
                <c:pt idx="20114">
                  <c:v>61391.74</c:v>
                </c:pt>
                <c:pt idx="20115">
                  <c:v>4632.7700000000004</c:v>
                </c:pt>
                <c:pt idx="20116">
                  <c:v>61205.55</c:v>
                </c:pt>
                <c:pt idx="20117">
                  <c:v>17213.650000000001</c:v>
                </c:pt>
                <c:pt idx="20118">
                  <c:v>35580.07</c:v>
                </c:pt>
                <c:pt idx="20119">
                  <c:v>15280.15</c:v>
                </c:pt>
                <c:pt idx="20120">
                  <c:v>17109.830000000002</c:v>
                </c:pt>
                <c:pt idx="20121">
                  <c:v>10111.120000000001</c:v>
                </c:pt>
                <c:pt idx="20122">
                  <c:v>84079.59</c:v>
                </c:pt>
                <c:pt idx="20123">
                  <c:v>86482.73</c:v>
                </c:pt>
                <c:pt idx="20124">
                  <c:v>7499.08</c:v>
                </c:pt>
                <c:pt idx="20125">
                  <c:v>82904.009999999995</c:v>
                </c:pt>
                <c:pt idx="20126">
                  <c:v>57633.57</c:v>
                </c:pt>
                <c:pt idx="20127">
                  <c:v>51786</c:v>
                </c:pt>
                <c:pt idx="20128">
                  <c:v>3322.31</c:v>
                </c:pt>
                <c:pt idx="20129">
                  <c:v>23201.22</c:v>
                </c:pt>
                <c:pt idx="20130">
                  <c:v>2956.28</c:v>
                </c:pt>
                <c:pt idx="20131">
                  <c:v>57028.86</c:v>
                </c:pt>
                <c:pt idx="20132">
                  <c:v>8433.1</c:v>
                </c:pt>
                <c:pt idx="20133">
                  <c:v>10619.43</c:v>
                </c:pt>
                <c:pt idx="20134">
                  <c:v>46477.49</c:v>
                </c:pt>
                <c:pt idx="20135">
                  <c:v>74292.2</c:v>
                </c:pt>
                <c:pt idx="20136">
                  <c:v>11997.91</c:v>
                </c:pt>
                <c:pt idx="20137">
                  <c:v>30306.5</c:v>
                </c:pt>
                <c:pt idx="20138">
                  <c:v>13819.21</c:v>
                </c:pt>
                <c:pt idx="20139">
                  <c:v>43016.54</c:v>
                </c:pt>
                <c:pt idx="20140">
                  <c:v>31652.78</c:v>
                </c:pt>
                <c:pt idx="20141">
                  <c:v>16457.830000000002</c:v>
                </c:pt>
                <c:pt idx="20142">
                  <c:v>89786.03</c:v>
                </c:pt>
                <c:pt idx="20143">
                  <c:v>68342.06</c:v>
                </c:pt>
                <c:pt idx="20144">
                  <c:v>5121.16</c:v>
                </c:pt>
                <c:pt idx="20145">
                  <c:v>22120.48</c:v>
                </c:pt>
                <c:pt idx="20146">
                  <c:v>28362.82</c:v>
                </c:pt>
                <c:pt idx="20147">
                  <c:v>24472.98</c:v>
                </c:pt>
                <c:pt idx="20148">
                  <c:v>10388.44</c:v>
                </c:pt>
                <c:pt idx="20149">
                  <c:v>34051.300000000003</c:v>
                </c:pt>
                <c:pt idx="20150">
                  <c:v>11789.78</c:v>
                </c:pt>
                <c:pt idx="20151">
                  <c:v>60063.28</c:v>
                </c:pt>
                <c:pt idx="20152">
                  <c:v>20739.03</c:v>
                </c:pt>
                <c:pt idx="20153">
                  <c:v>20662.330000000002</c:v>
                </c:pt>
                <c:pt idx="20154">
                  <c:v>8165.07</c:v>
                </c:pt>
                <c:pt idx="20155">
                  <c:v>18572.32</c:v>
                </c:pt>
                <c:pt idx="20156">
                  <c:v>103443.48</c:v>
                </c:pt>
                <c:pt idx="20157">
                  <c:v>3202.98</c:v>
                </c:pt>
                <c:pt idx="20158">
                  <c:v>11457.28</c:v>
                </c:pt>
                <c:pt idx="20159">
                  <c:v>13072.75</c:v>
                </c:pt>
                <c:pt idx="20160">
                  <c:v>35004.74</c:v>
                </c:pt>
                <c:pt idx="20161">
                  <c:v>9985.82</c:v>
                </c:pt>
                <c:pt idx="20162">
                  <c:v>69145.86</c:v>
                </c:pt>
                <c:pt idx="20163">
                  <c:v>4450.1499999999996</c:v>
                </c:pt>
                <c:pt idx="20164">
                  <c:v>28502.52</c:v>
                </c:pt>
                <c:pt idx="20165">
                  <c:v>22737.45</c:v>
                </c:pt>
                <c:pt idx="20166">
                  <c:v>23368.52</c:v>
                </c:pt>
                <c:pt idx="20167">
                  <c:v>9860.76</c:v>
                </c:pt>
                <c:pt idx="20168">
                  <c:v>83123.460000000006</c:v>
                </c:pt>
                <c:pt idx="20169">
                  <c:v>10992.45</c:v>
                </c:pt>
                <c:pt idx="20170">
                  <c:v>7947.53</c:v>
                </c:pt>
                <c:pt idx="20171">
                  <c:v>5828.76</c:v>
                </c:pt>
                <c:pt idx="20172">
                  <c:v>67488.37</c:v>
                </c:pt>
                <c:pt idx="20173">
                  <c:v>24954.59</c:v>
                </c:pt>
                <c:pt idx="20174">
                  <c:v>63906.71</c:v>
                </c:pt>
                <c:pt idx="20175">
                  <c:v>2179.9299999999998</c:v>
                </c:pt>
                <c:pt idx="20176">
                  <c:v>9507.74</c:v>
                </c:pt>
                <c:pt idx="20177">
                  <c:v>86561.16</c:v>
                </c:pt>
                <c:pt idx="20178">
                  <c:v>8294.26</c:v>
                </c:pt>
                <c:pt idx="20179">
                  <c:v>41457.19</c:v>
                </c:pt>
                <c:pt idx="20180">
                  <c:v>41858</c:v>
                </c:pt>
                <c:pt idx="20181">
                  <c:v>54922.46</c:v>
                </c:pt>
                <c:pt idx="20182">
                  <c:v>30007.4</c:v>
                </c:pt>
                <c:pt idx="20183">
                  <c:v>26462.1</c:v>
                </c:pt>
                <c:pt idx="20184">
                  <c:v>24981.5</c:v>
                </c:pt>
                <c:pt idx="20185">
                  <c:v>15215.34</c:v>
                </c:pt>
                <c:pt idx="20186">
                  <c:v>59019.66</c:v>
                </c:pt>
                <c:pt idx="20187">
                  <c:v>63224.91</c:v>
                </c:pt>
                <c:pt idx="20188">
                  <c:v>51599.199999999997</c:v>
                </c:pt>
                <c:pt idx="20189">
                  <c:v>8511.93</c:v>
                </c:pt>
                <c:pt idx="20190">
                  <c:v>15906.07</c:v>
                </c:pt>
                <c:pt idx="20191">
                  <c:v>15215.63</c:v>
                </c:pt>
                <c:pt idx="20192">
                  <c:v>47259.83</c:v>
                </c:pt>
                <c:pt idx="20193">
                  <c:v>72410.84</c:v>
                </c:pt>
                <c:pt idx="20194">
                  <c:v>89102.92</c:v>
                </c:pt>
                <c:pt idx="20195">
                  <c:v>11622.14</c:v>
                </c:pt>
                <c:pt idx="20196">
                  <c:v>8916.76</c:v>
                </c:pt>
                <c:pt idx="20197">
                  <c:v>8259.99</c:v>
                </c:pt>
                <c:pt idx="20198">
                  <c:v>8555.86</c:v>
                </c:pt>
                <c:pt idx="20199">
                  <c:v>19007</c:v>
                </c:pt>
                <c:pt idx="20200">
                  <c:v>63355.82</c:v>
                </c:pt>
                <c:pt idx="20201">
                  <c:v>39408.050000000003</c:v>
                </c:pt>
                <c:pt idx="20202">
                  <c:v>46690.43</c:v>
                </c:pt>
                <c:pt idx="20203">
                  <c:v>8782.31</c:v>
                </c:pt>
                <c:pt idx="20204">
                  <c:v>72343.320000000007</c:v>
                </c:pt>
                <c:pt idx="20205">
                  <c:v>2710.76</c:v>
                </c:pt>
                <c:pt idx="20206">
                  <c:v>37673.42</c:v>
                </c:pt>
                <c:pt idx="20207">
                  <c:v>31721.439999999999</c:v>
                </c:pt>
                <c:pt idx="20208">
                  <c:v>20710.150000000001</c:v>
                </c:pt>
                <c:pt idx="20209">
                  <c:v>97541.22</c:v>
                </c:pt>
                <c:pt idx="20210">
                  <c:v>34312.19</c:v>
                </c:pt>
                <c:pt idx="20211">
                  <c:v>49089.599999999999</c:v>
                </c:pt>
                <c:pt idx="20212">
                  <c:v>3804.98</c:v>
                </c:pt>
                <c:pt idx="20213">
                  <c:v>14351.44</c:v>
                </c:pt>
                <c:pt idx="20214">
                  <c:v>60985.51</c:v>
                </c:pt>
                <c:pt idx="20215">
                  <c:v>52385.09</c:v>
                </c:pt>
                <c:pt idx="20216">
                  <c:v>11541.34</c:v>
                </c:pt>
                <c:pt idx="20217">
                  <c:v>6674.14</c:v>
                </c:pt>
                <c:pt idx="20218">
                  <c:v>67559.94</c:v>
                </c:pt>
                <c:pt idx="20219">
                  <c:v>103585.97</c:v>
                </c:pt>
                <c:pt idx="20220">
                  <c:v>29990.99</c:v>
                </c:pt>
                <c:pt idx="20221">
                  <c:v>8477.5300000000007</c:v>
                </c:pt>
                <c:pt idx="20222">
                  <c:v>27506.18</c:v>
                </c:pt>
                <c:pt idx="20223">
                  <c:v>9748.67</c:v>
                </c:pt>
                <c:pt idx="20224">
                  <c:v>7588.6</c:v>
                </c:pt>
                <c:pt idx="20225">
                  <c:v>48487.43</c:v>
                </c:pt>
                <c:pt idx="20226">
                  <c:v>30999.59</c:v>
                </c:pt>
                <c:pt idx="20227">
                  <c:v>40265.9</c:v>
                </c:pt>
                <c:pt idx="20228">
                  <c:v>7688.52</c:v>
                </c:pt>
                <c:pt idx="20229">
                  <c:v>12803.19</c:v>
                </c:pt>
                <c:pt idx="20230">
                  <c:v>8292.02</c:v>
                </c:pt>
                <c:pt idx="20231">
                  <c:v>27176.47</c:v>
                </c:pt>
                <c:pt idx="20232">
                  <c:v>79043.58</c:v>
                </c:pt>
                <c:pt idx="20233">
                  <c:v>6619.91</c:v>
                </c:pt>
                <c:pt idx="20234">
                  <c:v>12319.78</c:v>
                </c:pt>
                <c:pt idx="20235">
                  <c:v>7615.63</c:v>
                </c:pt>
                <c:pt idx="20236">
                  <c:v>28985.21</c:v>
                </c:pt>
                <c:pt idx="20237">
                  <c:v>13590</c:v>
                </c:pt>
                <c:pt idx="20238">
                  <c:v>56002.48</c:v>
                </c:pt>
                <c:pt idx="20239">
                  <c:v>59733.66</c:v>
                </c:pt>
                <c:pt idx="20240">
                  <c:v>53658.01</c:v>
                </c:pt>
                <c:pt idx="20241">
                  <c:v>79639.48</c:v>
                </c:pt>
                <c:pt idx="20242">
                  <c:v>20449.419999999998</c:v>
                </c:pt>
                <c:pt idx="20243">
                  <c:v>65804.87</c:v>
                </c:pt>
                <c:pt idx="20244">
                  <c:v>66250.8</c:v>
                </c:pt>
                <c:pt idx="20245">
                  <c:v>21566.19</c:v>
                </c:pt>
                <c:pt idx="20246">
                  <c:v>33426.29</c:v>
                </c:pt>
                <c:pt idx="20247">
                  <c:v>31430.45</c:v>
                </c:pt>
                <c:pt idx="20248">
                  <c:v>35952.519999999997</c:v>
                </c:pt>
                <c:pt idx="20249">
                  <c:v>61655.9</c:v>
                </c:pt>
                <c:pt idx="20250">
                  <c:v>59134.38</c:v>
                </c:pt>
                <c:pt idx="20251">
                  <c:v>3227.93</c:v>
                </c:pt>
                <c:pt idx="20252">
                  <c:v>15191.69</c:v>
                </c:pt>
                <c:pt idx="20253">
                  <c:v>68140.09</c:v>
                </c:pt>
                <c:pt idx="20254">
                  <c:v>46753.81</c:v>
                </c:pt>
                <c:pt idx="20255">
                  <c:v>57955.15</c:v>
                </c:pt>
                <c:pt idx="20256">
                  <c:v>38914.6</c:v>
                </c:pt>
                <c:pt idx="20257">
                  <c:v>44130.239999999998</c:v>
                </c:pt>
                <c:pt idx="20258">
                  <c:v>17954.22</c:v>
                </c:pt>
                <c:pt idx="20259">
                  <c:v>36713.589999999997</c:v>
                </c:pt>
                <c:pt idx="20260">
                  <c:v>30510.14</c:v>
                </c:pt>
                <c:pt idx="20261">
                  <c:v>28390.07</c:v>
                </c:pt>
                <c:pt idx="20262">
                  <c:v>23383.27</c:v>
                </c:pt>
                <c:pt idx="20263">
                  <c:v>23882.73</c:v>
                </c:pt>
                <c:pt idx="20264">
                  <c:v>43367.69</c:v>
                </c:pt>
                <c:pt idx="20265">
                  <c:v>8914.4599999999991</c:v>
                </c:pt>
                <c:pt idx="20266">
                  <c:v>27372.06</c:v>
                </c:pt>
                <c:pt idx="20267">
                  <c:v>29652.27</c:v>
                </c:pt>
                <c:pt idx="20268">
                  <c:v>52938.9</c:v>
                </c:pt>
                <c:pt idx="20269">
                  <c:v>52578.29</c:v>
                </c:pt>
                <c:pt idx="20270">
                  <c:v>51451.21</c:v>
                </c:pt>
                <c:pt idx="20271">
                  <c:v>28298.86</c:v>
                </c:pt>
                <c:pt idx="20272">
                  <c:v>66261.509999999995</c:v>
                </c:pt>
                <c:pt idx="20273">
                  <c:v>37600.69</c:v>
                </c:pt>
                <c:pt idx="20274">
                  <c:v>29452.66</c:v>
                </c:pt>
                <c:pt idx="20275">
                  <c:v>46740.86</c:v>
                </c:pt>
                <c:pt idx="20276">
                  <c:v>84102.16</c:v>
                </c:pt>
                <c:pt idx="20277">
                  <c:v>22916.25</c:v>
                </c:pt>
                <c:pt idx="20278">
                  <c:v>5151.72</c:v>
                </c:pt>
                <c:pt idx="20279">
                  <c:v>19625.97</c:v>
                </c:pt>
                <c:pt idx="20280">
                  <c:v>34998.17</c:v>
                </c:pt>
                <c:pt idx="20281">
                  <c:v>10919.79</c:v>
                </c:pt>
                <c:pt idx="20282">
                  <c:v>18860.22</c:v>
                </c:pt>
                <c:pt idx="20283">
                  <c:v>10066.01</c:v>
                </c:pt>
                <c:pt idx="20284">
                  <c:v>53162</c:v>
                </c:pt>
                <c:pt idx="20285">
                  <c:v>18844.150000000001</c:v>
                </c:pt>
                <c:pt idx="20286">
                  <c:v>1161.71</c:v>
                </c:pt>
                <c:pt idx="20287">
                  <c:v>22637.29</c:v>
                </c:pt>
                <c:pt idx="20288">
                  <c:v>59801.45</c:v>
                </c:pt>
                <c:pt idx="20289">
                  <c:v>22258.85</c:v>
                </c:pt>
                <c:pt idx="20290">
                  <c:v>3679.04</c:v>
                </c:pt>
                <c:pt idx="20291">
                  <c:v>47689.87</c:v>
                </c:pt>
                <c:pt idx="20292">
                  <c:v>9458.32</c:v>
                </c:pt>
                <c:pt idx="20293">
                  <c:v>81924.86</c:v>
                </c:pt>
                <c:pt idx="20294">
                  <c:v>7718.91</c:v>
                </c:pt>
                <c:pt idx="20295">
                  <c:v>4077.17</c:v>
                </c:pt>
                <c:pt idx="20296">
                  <c:v>78058.429999999993</c:v>
                </c:pt>
                <c:pt idx="20297">
                  <c:v>61875.95</c:v>
                </c:pt>
                <c:pt idx="20298">
                  <c:v>72969.55</c:v>
                </c:pt>
                <c:pt idx="20299">
                  <c:v>20106.830000000002</c:v>
                </c:pt>
                <c:pt idx="20300">
                  <c:v>35040.39</c:v>
                </c:pt>
                <c:pt idx="20301">
                  <c:v>71322.720000000001</c:v>
                </c:pt>
                <c:pt idx="20302">
                  <c:v>46481.9</c:v>
                </c:pt>
                <c:pt idx="20303">
                  <c:v>41514.65</c:v>
                </c:pt>
                <c:pt idx="20304">
                  <c:v>9752.91</c:v>
                </c:pt>
                <c:pt idx="20305">
                  <c:v>83688.539999999994</c:v>
                </c:pt>
                <c:pt idx="20306">
                  <c:v>28271</c:v>
                </c:pt>
                <c:pt idx="20307">
                  <c:v>36750.44</c:v>
                </c:pt>
                <c:pt idx="20308">
                  <c:v>11979.07</c:v>
                </c:pt>
                <c:pt idx="20309">
                  <c:v>42887.44</c:v>
                </c:pt>
                <c:pt idx="20310">
                  <c:v>13330.17</c:v>
                </c:pt>
                <c:pt idx="20311">
                  <c:v>9994.07</c:v>
                </c:pt>
                <c:pt idx="20312">
                  <c:v>10185.36</c:v>
                </c:pt>
                <c:pt idx="20313">
                  <c:v>15000.8</c:v>
                </c:pt>
                <c:pt idx="20314">
                  <c:v>42303.24</c:v>
                </c:pt>
                <c:pt idx="20315">
                  <c:v>53266.82</c:v>
                </c:pt>
                <c:pt idx="20316">
                  <c:v>15297.31</c:v>
                </c:pt>
                <c:pt idx="20317">
                  <c:v>56300.85</c:v>
                </c:pt>
                <c:pt idx="20318">
                  <c:v>5154.7299999999996</c:v>
                </c:pt>
                <c:pt idx="20319">
                  <c:v>27627.81</c:v>
                </c:pt>
                <c:pt idx="20320">
                  <c:v>39059.68</c:v>
                </c:pt>
                <c:pt idx="20321">
                  <c:v>25788.58</c:v>
                </c:pt>
                <c:pt idx="20322">
                  <c:v>4931.2700000000004</c:v>
                </c:pt>
                <c:pt idx="20323">
                  <c:v>62887.01</c:v>
                </c:pt>
                <c:pt idx="20324">
                  <c:v>66249.3</c:v>
                </c:pt>
                <c:pt idx="20325">
                  <c:v>9112.08</c:v>
                </c:pt>
                <c:pt idx="20326">
                  <c:v>8100.56</c:v>
                </c:pt>
                <c:pt idx="20327">
                  <c:v>63058.05</c:v>
                </c:pt>
                <c:pt idx="20328">
                  <c:v>37428.620000000003</c:v>
                </c:pt>
                <c:pt idx="20329">
                  <c:v>55893.66</c:v>
                </c:pt>
                <c:pt idx="20330">
                  <c:v>32556.720000000001</c:v>
                </c:pt>
                <c:pt idx="20331">
                  <c:v>25672.89</c:v>
                </c:pt>
                <c:pt idx="20332">
                  <c:v>72719.360000000001</c:v>
                </c:pt>
                <c:pt idx="20333">
                  <c:v>40345.54</c:v>
                </c:pt>
                <c:pt idx="20334">
                  <c:v>50045.64</c:v>
                </c:pt>
                <c:pt idx="20335">
                  <c:v>2658.36</c:v>
                </c:pt>
                <c:pt idx="20336">
                  <c:v>15427.23</c:v>
                </c:pt>
                <c:pt idx="20337">
                  <c:v>32610.14</c:v>
                </c:pt>
                <c:pt idx="20338">
                  <c:v>13606.03</c:v>
                </c:pt>
                <c:pt idx="20339">
                  <c:v>34028.57</c:v>
                </c:pt>
                <c:pt idx="20340">
                  <c:v>37062.06</c:v>
                </c:pt>
                <c:pt idx="20341">
                  <c:v>17005.59</c:v>
                </c:pt>
                <c:pt idx="20342">
                  <c:v>81523.429999999993</c:v>
                </c:pt>
                <c:pt idx="20343">
                  <c:v>20970.810000000001</c:v>
                </c:pt>
                <c:pt idx="20344">
                  <c:v>39562.870000000003</c:v>
                </c:pt>
                <c:pt idx="20345">
                  <c:v>16757.5</c:v>
                </c:pt>
                <c:pt idx="20346">
                  <c:v>85721.99</c:v>
                </c:pt>
                <c:pt idx="20347">
                  <c:v>25201.98</c:v>
                </c:pt>
                <c:pt idx="20348">
                  <c:v>49884.03</c:v>
                </c:pt>
                <c:pt idx="20349">
                  <c:v>5977.92</c:v>
                </c:pt>
                <c:pt idx="20350">
                  <c:v>82868.179999999993</c:v>
                </c:pt>
                <c:pt idx="20351">
                  <c:v>32278.51</c:v>
                </c:pt>
                <c:pt idx="20352">
                  <c:v>38899.599999999999</c:v>
                </c:pt>
                <c:pt idx="20353">
                  <c:v>31425.22</c:v>
                </c:pt>
                <c:pt idx="20354">
                  <c:v>35467.17</c:v>
                </c:pt>
                <c:pt idx="20355">
                  <c:v>10186.35</c:v>
                </c:pt>
                <c:pt idx="20356">
                  <c:v>6270.47</c:v>
                </c:pt>
                <c:pt idx="20357">
                  <c:v>8887.2000000000007</c:v>
                </c:pt>
                <c:pt idx="20358">
                  <c:v>57352.55</c:v>
                </c:pt>
                <c:pt idx="20359">
                  <c:v>40500.730000000003</c:v>
                </c:pt>
                <c:pt idx="20360">
                  <c:v>14778</c:v>
                </c:pt>
                <c:pt idx="20361">
                  <c:v>23641.439999999999</c:v>
                </c:pt>
                <c:pt idx="20362">
                  <c:v>9644.32</c:v>
                </c:pt>
                <c:pt idx="20363">
                  <c:v>80376.98</c:v>
                </c:pt>
                <c:pt idx="20364">
                  <c:v>100770.71</c:v>
                </c:pt>
                <c:pt idx="20365">
                  <c:v>52792.05</c:v>
                </c:pt>
                <c:pt idx="20366">
                  <c:v>26859.86</c:v>
                </c:pt>
                <c:pt idx="20367">
                  <c:v>41786.14</c:v>
                </c:pt>
                <c:pt idx="20368">
                  <c:v>12774.7</c:v>
                </c:pt>
                <c:pt idx="20369">
                  <c:v>3184.78</c:v>
                </c:pt>
                <c:pt idx="20370">
                  <c:v>55057.97</c:v>
                </c:pt>
                <c:pt idx="20371">
                  <c:v>34552.82</c:v>
                </c:pt>
                <c:pt idx="20372">
                  <c:v>58854.39</c:v>
                </c:pt>
                <c:pt idx="20373">
                  <c:v>17533.189999999999</c:v>
                </c:pt>
                <c:pt idx="20374">
                  <c:v>9140.83</c:v>
                </c:pt>
                <c:pt idx="20375">
                  <c:v>7246.62</c:v>
                </c:pt>
                <c:pt idx="20376">
                  <c:v>35432.04</c:v>
                </c:pt>
                <c:pt idx="20377">
                  <c:v>13581.04</c:v>
                </c:pt>
                <c:pt idx="20378">
                  <c:v>45775.87</c:v>
                </c:pt>
                <c:pt idx="20379">
                  <c:v>46493.9</c:v>
                </c:pt>
                <c:pt idx="20380">
                  <c:v>5739.31</c:v>
                </c:pt>
                <c:pt idx="20381">
                  <c:v>47750.64</c:v>
                </c:pt>
                <c:pt idx="20382">
                  <c:v>26469.95</c:v>
                </c:pt>
                <c:pt idx="20383">
                  <c:v>2642.66</c:v>
                </c:pt>
                <c:pt idx="20384">
                  <c:v>13959.25</c:v>
                </c:pt>
                <c:pt idx="20385">
                  <c:v>7858.26</c:v>
                </c:pt>
                <c:pt idx="20386">
                  <c:v>5266.87</c:v>
                </c:pt>
                <c:pt idx="20387">
                  <c:v>22513.74</c:v>
                </c:pt>
                <c:pt idx="20388">
                  <c:v>17916.490000000002</c:v>
                </c:pt>
                <c:pt idx="20389">
                  <c:v>26557.759999999998</c:v>
                </c:pt>
                <c:pt idx="20390">
                  <c:v>71730.559999999998</c:v>
                </c:pt>
                <c:pt idx="20391">
                  <c:v>87877.91</c:v>
                </c:pt>
                <c:pt idx="20392">
                  <c:v>9140.92</c:v>
                </c:pt>
                <c:pt idx="20393">
                  <c:v>11983.26</c:v>
                </c:pt>
                <c:pt idx="20394">
                  <c:v>3843.47</c:v>
                </c:pt>
                <c:pt idx="20395">
                  <c:v>9848.58</c:v>
                </c:pt>
                <c:pt idx="20396">
                  <c:v>25500.54</c:v>
                </c:pt>
                <c:pt idx="20397">
                  <c:v>10416.61</c:v>
                </c:pt>
                <c:pt idx="20398">
                  <c:v>14825.14</c:v>
                </c:pt>
                <c:pt idx="20399">
                  <c:v>60809.62</c:v>
                </c:pt>
                <c:pt idx="20400">
                  <c:v>54999.06</c:v>
                </c:pt>
                <c:pt idx="20401">
                  <c:v>21471.279999999999</c:v>
                </c:pt>
                <c:pt idx="20402">
                  <c:v>45303.72</c:v>
                </c:pt>
                <c:pt idx="20403">
                  <c:v>16277.5</c:v>
                </c:pt>
                <c:pt idx="20404">
                  <c:v>48417.52</c:v>
                </c:pt>
                <c:pt idx="20405">
                  <c:v>31841.88</c:v>
                </c:pt>
                <c:pt idx="20406">
                  <c:v>12805.3</c:v>
                </c:pt>
                <c:pt idx="20407">
                  <c:v>83673.58</c:v>
                </c:pt>
                <c:pt idx="20408">
                  <c:v>100751.6</c:v>
                </c:pt>
                <c:pt idx="20409">
                  <c:v>14388.52</c:v>
                </c:pt>
                <c:pt idx="20410">
                  <c:v>8881.81</c:v>
                </c:pt>
                <c:pt idx="20411">
                  <c:v>31797.11</c:v>
                </c:pt>
                <c:pt idx="20412">
                  <c:v>1265.93</c:v>
                </c:pt>
                <c:pt idx="20413">
                  <c:v>16394.71</c:v>
                </c:pt>
                <c:pt idx="20414">
                  <c:v>75310.37</c:v>
                </c:pt>
                <c:pt idx="20415">
                  <c:v>13890.79</c:v>
                </c:pt>
                <c:pt idx="20416">
                  <c:v>8275.77</c:v>
                </c:pt>
                <c:pt idx="20417">
                  <c:v>6381.43</c:v>
                </c:pt>
                <c:pt idx="20418">
                  <c:v>33052.410000000003</c:v>
                </c:pt>
                <c:pt idx="20419">
                  <c:v>30680.16</c:v>
                </c:pt>
                <c:pt idx="20420">
                  <c:v>33838.31</c:v>
                </c:pt>
                <c:pt idx="20421">
                  <c:v>9806.44</c:v>
                </c:pt>
                <c:pt idx="20422">
                  <c:v>64758.54</c:v>
                </c:pt>
                <c:pt idx="20423">
                  <c:v>15920.44</c:v>
                </c:pt>
                <c:pt idx="20424">
                  <c:v>19215.32</c:v>
                </c:pt>
                <c:pt idx="20425">
                  <c:v>16889.86</c:v>
                </c:pt>
                <c:pt idx="20426">
                  <c:v>47279.93</c:v>
                </c:pt>
                <c:pt idx="20427">
                  <c:v>10173.82</c:v>
                </c:pt>
                <c:pt idx="20428">
                  <c:v>14073.44</c:v>
                </c:pt>
                <c:pt idx="20429">
                  <c:v>41182.68</c:v>
                </c:pt>
                <c:pt idx="20430">
                  <c:v>26566.43</c:v>
                </c:pt>
                <c:pt idx="20431">
                  <c:v>52208.1</c:v>
                </c:pt>
                <c:pt idx="20432">
                  <c:v>58846.38</c:v>
                </c:pt>
                <c:pt idx="20433">
                  <c:v>33678.22</c:v>
                </c:pt>
                <c:pt idx="20434">
                  <c:v>45870.720000000001</c:v>
                </c:pt>
                <c:pt idx="20435">
                  <c:v>19286.46</c:v>
                </c:pt>
                <c:pt idx="20436">
                  <c:v>10995.45</c:v>
                </c:pt>
                <c:pt idx="20437">
                  <c:v>20841.599999999999</c:v>
                </c:pt>
                <c:pt idx="20438">
                  <c:v>91079.29</c:v>
                </c:pt>
                <c:pt idx="20439">
                  <c:v>55479.31</c:v>
                </c:pt>
                <c:pt idx="20440">
                  <c:v>37934.019999999997</c:v>
                </c:pt>
                <c:pt idx="20441">
                  <c:v>80939.67</c:v>
                </c:pt>
                <c:pt idx="20442">
                  <c:v>77639.77</c:v>
                </c:pt>
                <c:pt idx="20443">
                  <c:v>51621.95</c:v>
                </c:pt>
                <c:pt idx="20444">
                  <c:v>13782.64</c:v>
                </c:pt>
                <c:pt idx="20445">
                  <c:v>6768.88</c:v>
                </c:pt>
                <c:pt idx="20446">
                  <c:v>16749.810000000001</c:v>
                </c:pt>
                <c:pt idx="20447">
                  <c:v>43281.8</c:v>
                </c:pt>
                <c:pt idx="20448">
                  <c:v>13868.19</c:v>
                </c:pt>
                <c:pt idx="20449">
                  <c:v>57452.98</c:v>
                </c:pt>
                <c:pt idx="20450">
                  <c:v>67714.92</c:v>
                </c:pt>
                <c:pt idx="20451">
                  <c:v>5843.06</c:v>
                </c:pt>
                <c:pt idx="20452">
                  <c:v>9025.1299999999992</c:v>
                </c:pt>
                <c:pt idx="20453">
                  <c:v>10654.35</c:v>
                </c:pt>
                <c:pt idx="20454">
                  <c:v>9956.9</c:v>
                </c:pt>
                <c:pt idx="20455">
                  <c:v>103461.64</c:v>
                </c:pt>
                <c:pt idx="20456">
                  <c:v>21681.61</c:v>
                </c:pt>
                <c:pt idx="20457">
                  <c:v>52166.080000000002</c:v>
                </c:pt>
                <c:pt idx="20458">
                  <c:v>8114.34</c:v>
                </c:pt>
                <c:pt idx="20459">
                  <c:v>21784.61</c:v>
                </c:pt>
                <c:pt idx="20460">
                  <c:v>51791.67</c:v>
                </c:pt>
                <c:pt idx="20461">
                  <c:v>8636.5499999999993</c:v>
                </c:pt>
                <c:pt idx="20462">
                  <c:v>83373.19</c:v>
                </c:pt>
                <c:pt idx="20463">
                  <c:v>93389.81</c:v>
                </c:pt>
                <c:pt idx="20464">
                  <c:v>30189.1</c:v>
                </c:pt>
                <c:pt idx="20465">
                  <c:v>50773.15</c:v>
                </c:pt>
                <c:pt idx="20466">
                  <c:v>26858.63</c:v>
                </c:pt>
                <c:pt idx="20467">
                  <c:v>28309.68</c:v>
                </c:pt>
                <c:pt idx="20468">
                  <c:v>52624.28</c:v>
                </c:pt>
                <c:pt idx="20469">
                  <c:v>9434.75</c:v>
                </c:pt>
                <c:pt idx="20470">
                  <c:v>44738.19</c:v>
                </c:pt>
                <c:pt idx="20471">
                  <c:v>27809.78</c:v>
                </c:pt>
                <c:pt idx="20472">
                  <c:v>19977.87</c:v>
                </c:pt>
                <c:pt idx="20473">
                  <c:v>74096.3</c:v>
                </c:pt>
                <c:pt idx="20474">
                  <c:v>38125.96</c:v>
                </c:pt>
                <c:pt idx="20475">
                  <c:v>9322.9</c:v>
                </c:pt>
                <c:pt idx="20476">
                  <c:v>57914.32</c:v>
                </c:pt>
                <c:pt idx="20477">
                  <c:v>58813.11</c:v>
                </c:pt>
                <c:pt idx="20478">
                  <c:v>22419.68</c:v>
                </c:pt>
                <c:pt idx="20479">
                  <c:v>29062.28</c:v>
                </c:pt>
                <c:pt idx="20480">
                  <c:v>5224.87</c:v>
                </c:pt>
                <c:pt idx="20481">
                  <c:v>2740.88</c:v>
                </c:pt>
                <c:pt idx="20482">
                  <c:v>39270.519999999997</c:v>
                </c:pt>
                <c:pt idx="20483">
                  <c:v>3093.55</c:v>
                </c:pt>
                <c:pt idx="20484">
                  <c:v>45965.5</c:v>
                </c:pt>
                <c:pt idx="20485">
                  <c:v>56325.47</c:v>
                </c:pt>
                <c:pt idx="20486">
                  <c:v>30706.880000000001</c:v>
                </c:pt>
                <c:pt idx="20487">
                  <c:v>31354.26</c:v>
                </c:pt>
                <c:pt idx="20488">
                  <c:v>2920.22</c:v>
                </c:pt>
                <c:pt idx="20489">
                  <c:v>17920.77</c:v>
                </c:pt>
                <c:pt idx="20490">
                  <c:v>82440.86</c:v>
                </c:pt>
                <c:pt idx="20491">
                  <c:v>33209.660000000003</c:v>
                </c:pt>
                <c:pt idx="20492">
                  <c:v>33027.71</c:v>
                </c:pt>
                <c:pt idx="20493">
                  <c:v>47022.8</c:v>
                </c:pt>
                <c:pt idx="20494">
                  <c:v>9630.94</c:v>
                </c:pt>
                <c:pt idx="20495">
                  <c:v>38208.53</c:v>
                </c:pt>
                <c:pt idx="20496">
                  <c:v>40447.050000000003</c:v>
                </c:pt>
                <c:pt idx="20497">
                  <c:v>28023.35</c:v>
                </c:pt>
                <c:pt idx="20498">
                  <c:v>31953.35</c:v>
                </c:pt>
                <c:pt idx="20499">
                  <c:v>57360.62</c:v>
                </c:pt>
                <c:pt idx="20500">
                  <c:v>43453.3</c:v>
                </c:pt>
                <c:pt idx="20501">
                  <c:v>6575.12</c:v>
                </c:pt>
                <c:pt idx="20502">
                  <c:v>31329.11</c:v>
                </c:pt>
                <c:pt idx="20503">
                  <c:v>11942.06</c:v>
                </c:pt>
                <c:pt idx="20504">
                  <c:v>12327.29</c:v>
                </c:pt>
                <c:pt idx="20505">
                  <c:v>39558.370000000003</c:v>
                </c:pt>
                <c:pt idx="20506">
                  <c:v>89683.9</c:v>
                </c:pt>
                <c:pt idx="20507">
                  <c:v>83319.81</c:v>
                </c:pt>
                <c:pt idx="20508">
                  <c:v>10316.41</c:v>
                </c:pt>
                <c:pt idx="20509">
                  <c:v>74281.119999999995</c:v>
                </c:pt>
                <c:pt idx="20510">
                  <c:v>27449.79</c:v>
                </c:pt>
                <c:pt idx="20511">
                  <c:v>9089.7999999999993</c:v>
                </c:pt>
                <c:pt idx="20512">
                  <c:v>58343.98</c:v>
                </c:pt>
                <c:pt idx="20513">
                  <c:v>41946.239999999998</c:v>
                </c:pt>
                <c:pt idx="20514">
                  <c:v>8019.9</c:v>
                </c:pt>
                <c:pt idx="20515">
                  <c:v>48499.78</c:v>
                </c:pt>
                <c:pt idx="20516">
                  <c:v>49208.51</c:v>
                </c:pt>
                <c:pt idx="20517">
                  <c:v>20506.37</c:v>
                </c:pt>
                <c:pt idx="20518">
                  <c:v>74566.28</c:v>
                </c:pt>
                <c:pt idx="20519">
                  <c:v>5129.0600000000004</c:v>
                </c:pt>
                <c:pt idx="20520">
                  <c:v>85983.66</c:v>
                </c:pt>
                <c:pt idx="20521">
                  <c:v>35131.82</c:v>
                </c:pt>
                <c:pt idx="20522">
                  <c:v>17295.86</c:v>
                </c:pt>
                <c:pt idx="20523">
                  <c:v>10817.9</c:v>
                </c:pt>
                <c:pt idx="20524">
                  <c:v>3680.07</c:v>
                </c:pt>
                <c:pt idx="20525">
                  <c:v>8976.0300000000007</c:v>
                </c:pt>
                <c:pt idx="20526">
                  <c:v>8678.43</c:v>
                </c:pt>
                <c:pt idx="20527">
                  <c:v>4440.6899999999996</c:v>
                </c:pt>
                <c:pt idx="20528">
                  <c:v>81807.94</c:v>
                </c:pt>
                <c:pt idx="20529">
                  <c:v>103521.60000000001</c:v>
                </c:pt>
                <c:pt idx="20530">
                  <c:v>23733.68</c:v>
                </c:pt>
                <c:pt idx="20531">
                  <c:v>8010.39</c:v>
                </c:pt>
                <c:pt idx="20532">
                  <c:v>81630.78</c:v>
                </c:pt>
                <c:pt idx="20533">
                  <c:v>25584.84</c:v>
                </c:pt>
                <c:pt idx="20534">
                  <c:v>13984.93</c:v>
                </c:pt>
                <c:pt idx="20535">
                  <c:v>17035.41</c:v>
                </c:pt>
                <c:pt idx="20536">
                  <c:v>46577.66</c:v>
                </c:pt>
                <c:pt idx="20537">
                  <c:v>89316.01</c:v>
                </c:pt>
                <c:pt idx="20538">
                  <c:v>46177.05</c:v>
                </c:pt>
                <c:pt idx="20539">
                  <c:v>30179.33</c:v>
                </c:pt>
                <c:pt idx="20540">
                  <c:v>18576.52</c:v>
                </c:pt>
                <c:pt idx="20541">
                  <c:v>8735.33</c:v>
                </c:pt>
                <c:pt idx="20542">
                  <c:v>29814.880000000001</c:v>
                </c:pt>
                <c:pt idx="20543">
                  <c:v>17968.48</c:v>
                </c:pt>
                <c:pt idx="20544">
                  <c:v>64785.42</c:v>
                </c:pt>
                <c:pt idx="20545">
                  <c:v>18533.66</c:v>
                </c:pt>
                <c:pt idx="20546">
                  <c:v>7805.05</c:v>
                </c:pt>
                <c:pt idx="20547">
                  <c:v>12207.69</c:v>
                </c:pt>
                <c:pt idx="20548">
                  <c:v>9126.16</c:v>
                </c:pt>
                <c:pt idx="20549">
                  <c:v>1196.21</c:v>
                </c:pt>
                <c:pt idx="20550">
                  <c:v>32736.25</c:v>
                </c:pt>
                <c:pt idx="20551">
                  <c:v>30110.19</c:v>
                </c:pt>
                <c:pt idx="20552">
                  <c:v>61296.73</c:v>
                </c:pt>
                <c:pt idx="20553">
                  <c:v>43329.43</c:v>
                </c:pt>
                <c:pt idx="20554">
                  <c:v>52275.51</c:v>
                </c:pt>
                <c:pt idx="20555">
                  <c:v>19343.14</c:v>
                </c:pt>
                <c:pt idx="20556">
                  <c:v>32284.35</c:v>
                </c:pt>
                <c:pt idx="20557">
                  <c:v>4630.71</c:v>
                </c:pt>
                <c:pt idx="20558">
                  <c:v>50676.04</c:v>
                </c:pt>
                <c:pt idx="20559">
                  <c:v>3030.13</c:v>
                </c:pt>
                <c:pt idx="20560">
                  <c:v>36213.230000000003</c:v>
                </c:pt>
                <c:pt idx="20561">
                  <c:v>43281.16</c:v>
                </c:pt>
                <c:pt idx="20562">
                  <c:v>24081.33</c:v>
                </c:pt>
                <c:pt idx="20563">
                  <c:v>65989.539999999994</c:v>
                </c:pt>
                <c:pt idx="20564">
                  <c:v>29415.73</c:v>
                </c:pt>
                <c:pt idx="20565">
                  <c:v>66808.19</c:v>
                </c:pt>
                <c:pt idx="20566">
                  <c:v>43794.26</c:v>
                </c:pt>
                <c:pt idx="20567">
                  <c:v>1265.1400000000001</c:v>
                </c:pt>
                <c:pt idx="20568">
                  <c:v>12247.87</c:v>
                </c:pt>
                <c:pt idx="20569">
                  <c:v>1051.08</c:v>
                </c:pt>
                <c:pt idx="20570">
                  <c:v>12693.14</c:v>
                </c:pt>
                <c:pt idx="20571">
                  <c:v>9378.83</c:v>
                </c:pt>
                <c:pt idx="20572">
                  <c:v>51653.7</c:v>
                </c:pt>
                <c:pt idx="20573">
                  <c:v>14972.9</c:v>
                </c:pt>
                <c:pt idx="20574">
                  <c:v>58175.9</c:v>
                </c:pt>
                <c:pt idx="20575">
                  <c:v>15549.45</c:v>
                </c:pt>
                <c:pt idx="20576">
                  <c:v>11595.34</c:v>
                </c:pt>
                <c:pt idx="20577">
                  <c:v>45257.1</c:v>
                </c:pt>
                <c:pt idx="20578">
                  <c:v>13034.93</c:v>
                </c:pt>
                <c:pt idx="20579">
                  <c:v>15595.65</c:v>
                </c:pt>
                <c:pt idx="20580">
                  <c:v>20009.05</c:v>
                </c:pt>
                <c:pt idx="20581">
                  <c:v>4770.47</c:v>
                </c:pt>
                <c:pt idx="20582">
                  <c:v>49589.72</c:v>
                </c:pt>
                <c:pt idx="20583">
                  <c:v>5925.44</c:v>
                </c:pt>
                <c:pt idx="20584">
                  <c:v>18585.36</c:v>
                </c:pt>
                <c:pt idx="20585">
                  <c:v>17822.23</c:v>
                </c:pt>
                <c:pt idx="20586">
                  <c:v>8566.77</c:v>
                </c:pt>
                <c:pt idx="20587">
                  <c:v>37231.9</c:v>
                </c:pt>
                <c:pt idx="20588">
                  <c:v>19922.57</c:v>
                </c:pt>
                <c:pt idx="20589">
                  <c:v>72576.28</c:v>
                </c:pt>
                <c:pt idx="20590">
                  <c:v>8029.66</c:v>
                </c:pt>
                <c:pt idx="20591">
                  <c:v>61545.33</c:v>
                </c:pt>
                <c:pt idx="20592">
                  <c:v>8537.64</c:v>
                </c:pt>
                <c:pt idx="20593">
                  <c:v>72582.62</c:v>
                </c:pt>
                <c:pt idx="20594">
                  <c:v>32505.23</c:v>
                </c:pt>
                <c:pt idx="20595">
                  <c:v>4978.55</c:v>
                </c:pt>
                <c:pt idx="20596">
                  <c:v>58728.85</c:v>
                </c:pt>
                <c:pt idx="20597">
                  <c:v>24423.67</c:v>
                </c:pt>
                <c:pt idx="20598">
                  <c:v>35833.56</c:v>
                </c:pt>
                <c:pt idx="20599">
                  <c:v>19501.96</c:v>
                </c:pt>
                <c:pt idx="20600">
                  <c:v>18738.97</c:v>
                </c:pt>
                <c:pt idx="20601">
                  <c:v>8476.2000000000007</c:v>
                </c:pt>
                <c:pt idx="20602">
                  <c:v>53139.32</c:v>
                </c:pt>
                <c:pt idx="20603">
                  <c:v>24671.68</c:v>
                </c:pt>
                <c:pt idx="20604">
                  <c:v>15442.04</c:v>
                </c:pt>
                <c:pt idx="20605">
                  <c:v>35487.269999999997</c:v>
                </c:pt>
                <c:pt idx="20606">
                  <c:v>8679.92</c:v>
                </c:pt>
                <c:pt idx="20607">
                  <c:v>38582.839999999997</c:v>
                </c:pt>
                <c:pt idx="20608">
                  <c:v>5742.16</c:v>
                </c:pt>
                <c:pt idx="20609">
                  <c:v>64784.22</c:v>
                </c:pt>
                <c:pt idx="20610">
                  <c:v>69223.460000000006</c:v>
                </c:pt>
                <c:pt idx="20611">
                  <c:v>17472.740000000002</c:v>
                </c:pt>
                <c:pt idx="20612">
                  <c:v>26904.59</c:v>
                </c:pt>
                <c:pt idx="20613">
                  <c:v>14080.19</c:v>
                </c:pt>
                <c:pt idx="20614">
                  <c:v>9823.0499999999993</c:v>
                </c:pt>
                <c:pt idx="20615">
                  <c:v>7390.95</c:v>
                </c:pt>
                <c:pt idx="20616">
                  <c:v>3783.11</c:v>
                </c:pt>
                <c:pt idx="20617">
                  <c:v>34655.25</c:v>
                </c:pt>
                <c:pt idx="20618">
                  <c:v>15981.08</c:v>
                </c:pt>
                <c:pt idx="20619">
                  <c:v>36228.949999999997</c:v>
                </c:pt>
                <c:pt idx="20620">
                  <c:v>101248.14</c:v>
                </c:pt>
                <c:pt idx="20621">
                  <c:v>19306.39</c:v>
                </c:pt>
                <c:pt idx="20622">
                  <c:v>9675.6</c:v>
                </c:pt>
                <c:pt idx="20623">
                  <c:v>26976.78</c:v>
                </c:pt>
                <c:pt idx="20624">
                  <c:v>2686.2</c:v>
                </c:pt>
                <c:pt idx="20625">
                  <c:v>84402.2</c:v>
                </c:pt>
                <c:pt idx="20626">
                  <c:v>2340.4899999999998</c:v>
                </c:pt>
                <c:pt idx="20627">
                  <c:v>71351.62</c:v>
                </c:pt>
                <c:pt idx="20628">
                  <c:v>26596</c:v>
                </c:pt>
                <c:pt idx="20629">
                  <c:v>87588.27</c:v>
                </c:pt>
                <c:pt idx="20630">
                  <c:v>72933.02</c:v>
                </c:pt>
                <c:pt idx="20631">
                  <c:v>5711.79</c:v>
                </c:pt>
                <c:pt idx="20632">
                  <c:v>37597.96</c:v>
                </c:pt>
                <c:pt idx="20633">
                  <c:v>14419.65</c:v>
                </c:pt>
                <c:pt idx="20634">
                  <c:v>12314.55</c:v>
                </c:pt>
                <c:pt idx="20635">
                  <c:v>1564.18</c:v>
                </c:pt>
                <c:pt idx="20636">
                  <c:v>11435.66</c:v>
                </c:pt>
                <c:pt idx="20637">
                  <c:v>12324.48</c:v>
                </c:pt>
                <c:pt idx="20638">
                  <c:v>65413.42</c:v>
                </c:pt>
                <c:pt idx="20639">
                  <c:v>13723.73</c:v>
                </c:pt>
                <c:pt idx="20640">
                  <c:v>28404.87</c:v>
                </c:pt>
                <c:pt idx="20641">
                  <c:v>10075.040000000001</c:v>
                </c:pt>
                <c:pt idx="20642">
                  <c:v>45468.88</c:v>
                </c:pt>
                <c:pt idx="20643">
                  <c:v>35290.629999999997</c:v>
                </c:pt>
                <c:pt idx="20644">
                  <c:v>17347.93</c:v>
                </c:pt>
                <c:pt idx="20645">
                  <c:v>27217.97</c:v>
                </c:pt>
                <c:pt idx="20646">
                  <c:v>9796.19</c:v>
                </c:pt>
                <c:pt idx="20647">
                  <c:v>42867.72</c:v>
                </c:pt>
                <c:pt idx="20648">
                  <c:v>3236.98</c:v>
                </c:pt>
                <c:pt idx="20649">
                  <c:v>40028.879999999997</c:v>
                </c:pt>
                <c:pt idx="20650">
                  <c:v>16665.2</c:v>
                </c:pt>
                <c:pt idx="20651">
                  <c:v>33041.26</c:v>
                </c:pt>
                <c:pt idx="20652">
                  <c:v>36700.36</c:v>
                </c:pt>
                <c:pt idx="20653">
                  <c:v>46770.95</c:v>
                </c:pt>
                <c:pt idx="20654">
                  <c:v>92811.18</c:v>
                </c:pt>
                <c:pt idx="20655">
                  <c:v>7037.33</c:v>
                </c:pt>
                <c:pt idx="20656">
                  <c:v>7834.43</c:v>
                </c:pt>
                <c:pt idx="20657">
                  <c:v>35339.22</c:v>
                </c:pt>
                <c:pt idx="20658">
                  <c:v>32665.119999999999</c:v>
                </c:pt>
                <c:pt idx="20659">
                  <c:v>4795.09</c:v>
                </c:pt>
                <c:pt idx="20660">
                  <c:v>3292.76</c:v>
                </c:pt>
                <c:pt idx="20661">
                  <c:v>12814.66</c:v>
                </c:pt>
                <c:pt idx="20662">
                  <c:v>48640.76</c:v>
                </c:pt>
                <c:pt idx="20663">
                  <c:v>39954.75</c:v>
                </c:pt>
                <c:pt idx="20664">
                  <c:v>12285.1</c:v>
                </c:pt>
                <c:pt idx="20665">
                  <c:v>8095.54</c:v>
                </c:pt>
                <c:pt idx="20666">
                  <c:v>22764.58</c:v>
                </c:pt>
                <c:pt idx="20667">
                  <c:v>20984.799999999999</c:v>
                </c:pt>
                <c:pt idx="20668">
                  <c:v>1763.5</c:v>
                </c:pt>
                <c:pt idx="20669">
                  <c:v>18751.55</c:v>
                </c:pt>
                <c:pt idx="20670">
                  <c:v>75441.240000000005</c:v>
                </c:pt>
                <c:pt idx="20671">
                  <c:v>9334.19</c:v>
                </c:pt>
                <c:pt idx="20672">
                  <c:v>14828.86</c:v>
                </c:pt>
                <c:pt idx="20673">
                  <c:v>10405.370000000001</c:v>
                </c:pt>
                <c:pt idx="20674">
                  <c:v>5491.92</c:v>
                </c:pt>
                <c:pt idx="20675">
                  <c:v>49889.07</c:v>
                </c:pt>
                <c:pt idx="20676">
                  <c:v>11284.28</c:v>
                </c:pt>
                <c:pt idx="20677">
                  <c:v>20428.12</c:v>
                </c:pt>
                <c:pt idx="20678">
                  <c:v>52087.77</c:v>
                </c:pt>
                <c:pt idx="20679">
                  <c:v>9338.06</c:v>
                </c:pt>
                <c:pt idx="20680">
                  <c:v>10755.49</c:v>
                </c:pt>
                <c:pt idx="20681">
                  <c:v>53681.88</c:v>
                </c:pt>
                <c:pt idx="20682">
                  <c:v>2980.91</c:v>
                </c:pt>
                <c:pt idx="20683">
                  <c:v>6429.27</c:v>
                </c:pt>
                <c:pt idx="20684">
                  <c:v>29399.360000000001</c:v>
                </c:pt>
                <c:pt idx="20685">
                  <c:v>1637.61</c:v>
                </c:pt>
                <c:pt idx="20686">
                  <c:v>6626.72</c:v>
                </c:pt>
                <c:pt idx="20687">
                  <c:v>40017.54</c:v>
                </c:pt>
                <c:pt idx="20688">
                  <c:v>16455.599999999999</c:v>
                </c:pt>
                <c:pt idx="20689">
                  <c:v>13350.58</c:v>
                </c:pt>
                <c:pt idx="20690">
                  <c:v>56720.66</c:v>
                </c:pt>
                <c:pt idx="20691">
                  <c:v>52208.23</c:v>
                </c:pt>
                <c:pt idx="20692">
                  <c:v>9211.23</c:v>
                </c:pt>
                <c:pt idx="20693">
                  <c:v>9777.5400000000009</c:v>
                </c:pt>
                <c:pt idx="20694">
                  <c:v>68806.289999999994</c:v>
                </c:pt>
                <c:pt idx="20695">
                  <c:v>9230.5</c:v>
                </c:pt>
                <c:pt idx="20696">
                  <c:v>2294.19</c:v>
                </c:pt>
                <c:pt idx="20697">
                  <c:v>14231.95</c:v>
                </c:pt>
                <c:pt idx="20698">
                  <c:v>2972.82</c:v>
                </c:pt>
                <c:pt idx="20699">
                  <c:v>65403.32</c:v>
                </c:pt>
                <c:pt idx="20700">
                  <c:v>62831.48</c:v>
                </c:pt>
                <c:pt idx="20701">
                  <c:v>29938.61</c:v>
                </c:pt>
                <c:pt idx="20702">
                  <c:v>9804.14</c:v>
                </c:pt>
                <c:pt idx="20703">
                  <c:v>19254.189999999999</c:v>
                </c:pt>
                <c:pt idx="20704">
                  <c:v>69963.259999999995</c:v>
                </c:pt>
                <c:pt idx="20705">
                  <c:v>10443.01</c:v>
                </c:pt>
                <c:pt idx="20706">
                  <c:v>53060.7</c:v>
                </c:pt>
                <c:pt idx="20707">
                  <c:v>29115.71</c:v>
                </c:pt>
                <c:pt idx="20708">
                  <c:v>9524.09</c:v>
                </c:pt>
                <c:pt idx="20709">
                  <c:v>2580.63</c:v>
                </c:pt>
                <c:pt idx="20710">
                  <c:v>57322.28</c:v>
                </c:pt>
                <c:pt idx="20711">
                  <c:v>27530.12</c:v>
                </c:pt>
                <c:pt idx="20712">
                  <c:v>18294.59</c:v>
                </c:pt>
                <c:pt idx="20713">
                  <c:v>5533.76</c:v>
                </c:pt>
                <c:pt idx="20714">
                  <c:v>18284.95</c:v>
                </c:pt>
                <c:pt idx="20715">
                  <c:v>58345.06</c:v>
                </c:pt>
                <c:pt idx="20716">
                  <c:v>5591.82</c:v>
                </c:pt>
                <c:pt idx="20717">
                  <c:v>8369.2999999999993</c:v>
                </c:pt>
                <c:pt idx="20718">
                  <c:v>17445.22</c:v>
                </c:pt>
                <c:pt idx="20719">
                  <c:v>26201.48</c:v>
                </c:pt>
                <c:pt idx="20720">
                  <c:v>42011.99</c:v>
                </c:pt>
                <c:pt idx="20721">
                  <c:v>6651.04</c:v>
                </c:pt>
                <c:pt idx="20722">
                  <c:v>36600.94</c:v>
                </c:pt>
                <c:pt idx="20723">
                  <c:v>7093.33</c:v>
                </c:pt>
                <c:pt idx="20724">
                  <c:v>23756.45</c:v>
                </c:pt>
                <c:pt idx="20725">
                  <c:v>46157.9</c:v>
                </c:pt>
                <c:pt idx="20726">
                  <c:v>24540.83</c:v>
                </c:pt>
                <c:pt idx="20727">
                  <c:v>7330.21</c:v>
                </c:pt>
                <c:pt idx="20728">
                  <c:v>22535.89</c:v>
                </c:pt>
                <c:pt idx="20729">
                  <c:v>22113.42</c:v>
                </c:pt>
                <c:pt idx="20730">
                  <c:v>14437.92</c:v>
                </c:pt>
                <c:pt idx="20731">
                  <c:v>8617.23</c:v>
                </c:pt>
                <c:pt idx="20732">
                  <c:v>74465.72</c:v>
                </c:pt>
                <c:pt idx="20733">
                  <c:v>11753.49</c:v>
                </c:pt>
                <c:pt idx="20734">
                  <c:v>3970.5</c:v>
                </c:pt>
                <c:pt idx="20735">
                  <c:v>12255.35</c:v>
                </c:pt>
                <c:pt idx="20736">
                  <c:v>66414.429999999993</c:v>
                </c:pt>
                <c:pt idx="20737">
                  <c:v>90691.08</c:v>
                </c:pt>
                <c:pt idx="20738">
                  <c:v>4588.3</c:v>
                </c:pt>
                <c:pt idx="20739">
                  <c:v>53814.6</c:v>
                </c:pt>
                <c:pt idx="20740">
                  <c:v>2951.58</c:v>
                </c:pt>
                <c:pt idx="20741">
                  <c:v>7080.38</c:v>
                </c:pt>
                <c:pt idx="20742">
                  <c:v>16026.11</c:v>
                </c:pt>
                <c:pt idx="20743">
                  <c:v>19643.02</c:v>
                </c:pt>
                <c:pt idx="20744">
                  <c:v>96548.76</c:v>
                </c:pt>
                <c:pt idx="20745">
                  <c:v>49839.24</c:v>
                </c:pt>
                <c:pt idx="20746">
                  <c:v>5770.64</c:v>
                </c:pt>
                <c:pt idx="20747">
                  <c:v>49172.160000000003</c:v>
                </c:pt>
                <c:pt idx="20748">
                  <c:v>10189.370000000001</c:v>
                </c:pt>
                <c:pt idx="20749">
                  <c:v>3066.46</c:v>
                </c:pt>
                <c:pt idx="20750">
                  <c:v>75043.16</c:v>
                </c:pt>
                <c:pt idx="20751">
                  <c:v>47570.17</c:v>
                </c:pt>
                <c:pt idx="20752">
                  <c:v>78786.16</c:v>
                </c:pt>
                <c:pt idx="20753">
                  <c:v>7425.22</c:v>
                </c:pt>
                <c:pt idx="20754">
                  <c:v>16598.09</c:v>
                </c:pt>
                <c:pt idx="20755">
                  <c:v>9332.23</c:v>
                </c:pt>
                <c:pt idx="20756">
                  <c:v>10027.290000000001</c:v>
                </c:pt>
                <c:pt idx="20757">
                  <c:v>82795.94</c:v>
                </c:pt>
                <c:pt idx="20758">
                  <c:v>95631.9</c:v>
                </c:pt>
                <c:pt idx="20759">
                  <c:v>74930.94</c:v>
                </c:pt>
                <c:pt idx="20760">
                  <c:v>10173.24</c:v>
                </c:pt>
                <c:pt idx="20761">
                  <c:v>9663.24</c:v>
                </c:pt>
                <c:pt idx="20762">
                  <c:v>62635.12</c:v>
                </c:pt>
                <c:pt idx="20763">
                  <c:v>102816.63</c:v>
                </c:pt>
                <c:pt idx="20764">
                  <c:v>22859.93</c:v>
                </c:pt>
                <c:pt idx="20765">
                  <c:v>22765.05</c:v>
                </c:pt>
                <c:pt idx="20766">
                  <c:v>31037.08</c:v>
                </c:pt>
                <c:pt idx="20767">
                  <c:v>9336.43</c:v>
                </c:pt>
                <c:pt idx="20768">
                  <c:v>11592.5</c:v>
                </c:pt>
                <c:pt idx="20769">
                  <c:v>55324.26</c:v>
                </c:pt>
                <c:pt idx="20770">
                  <c:v>3656.27</c:v>
                </c:pt>
                <c:pt idx="20771">
                  <c:v>14127.17</c:v>
                </c:pt>
                <c:pt idx="20772">
                  <c:v>25138.98</c:v>
                </c:pt>
                <c:pt idx="20773">
                  <c:v>8669.65</c:v>
                </c:pt>
                <c:pt idx="20774">
                  <c:v>3397.74</c:v>
                </c:pt>
                <c:pt idx="20775">
                  <c:v>7980.11</c:v>
                </c:pt>
                <c:pt idx="20776">
                  <c:v>9055.27</c:v>
                </c:pt>
                <c:pt idx="20777">
                  <c:v>9754.6299999999992</c:v>
                </c:pt>
                <c:pt idx="20778">
                  <c:v>51813.09</c:v>
                </c:pt>
                <c:pt idx="20779">
                  <c:v>34565.83</c:v>
                </c:pt>
                <c:pt idx="20780">
                  <c:v>31743.81</c:v>
                </c:pt>
                <c:pt idx="20781">
                  <c:v>21933.58</c:v>
                </c:pt>
                <c:pt idx="20782">
                  <c:v>6077.84</c:v>
                </c:pt>
                <c:pt idx="20783">
                  <c:v>38767.74</c:v>
                </c:pt>
                <c:pt idx="20784">
                  <c:v>59860.02</c:v>
                </c:pt>
                <c:pt idx="20785">
                  <c:v>60144.59</c:v>
                </c:pt>
                <c:pt idx="20786">
                  <c:v>16828.14</c:v>
                </c:pt>
                <c:pt idx="20787">
                  <c:v>6144.97</c:v>
                </c:pt>
                <c:pt idx="20788">
                  <c:v>2865.01</c:v>
                </c:pt>
                <c:pt idx="20789">
                  <c:v>104632.92</c:v>
                </c:pt>
                <c:pt idx="20790">
                  <c:v>7388.48</c:v>
                </c:pt>
                <c:pt idx="20791">
                  <c:v>70291.73</c:v>
                </c:pt>
                <c:pt idx="20792">
                  <c:v>4127.92</c:v>
                </c:pt>
                <c:pt idx="20793">
                  <c:v>55921.57</c:v>
                </c:pt>
                <c:pt idx="20794">
                  <c:v>60844.77</c:v>
                </c:pt>
                <c:pt idx="20795">
                  <c:v>3390.03</c:v>
                </c:pt>
                <c:pt idx="20796">
                  <c:v>5517.32</c:v>
                </c:pt>
                <c:pt idx="20797">
                  <c:v>77580.34</c:v>
                </c:pt>
                <c:pt idx="20798">
                  <c:v>25152.49</c:v>
                </c:pt>
                <c:pt idx="20799">
                  <c:v>15815.43</c:v>
                </c:pt>
                <c:pt idx="20800">
                  <c:v>61148.24</c:v>
                </c:pt>
                <c:pt idx="20801">
                  <c:v>12825.64</c:v>
                </c:pt>
                <c:pt idx="20802">
                  <c:v>60580.38</c:v>
                </c:pt>
                <c:pt idx="20803">
                  <c:v>49157.48</c:v>
                </c:pt>
                <c:pt idx="20804">
                  <c:v>3388.98</c:v>
                </c:pt>
                <c:pt idx="20805">
                  <c:v>36898.720000000001</c:v>
                </c:pt>
                <c:pt idx="20806">
                  <c:v>5522.86</c:v>
                </c:pt>
                <c:pt idx="20807">
                  <c:v>33584.33</c:v>
                </c:pt>
                <c:pt idx="20808">
                  <c:v>59099.66</c:v>
                </c:pt>
                <c:pt idx="20809">
                  <c:v>97643.81</c:v>
                </c:pt>
                <c:pt idx="20810">
                  <c:v>69770.58</c:v>
                </c:pt>
                <c:pt idx="20811">
                  <c:v>25258.93</c:v>
                </c:pt>
                <c:pt idx="20812">
                  <c:v>37771.910000000003</c:v>
                </c:pt>
                <c:pt idx="20813">
                  <c:v>5751.31</c:v>
                </c:pt>
                <c:pt idx="20814">
                  <c:v>10152.66</c:v>
                </c:pt>
                <c:pt idx="20815">
                  <c:v>24316.9</c:v>
                </c:pt>
                <c:pt idx="20816">
                  <c:v>19714.38</c:v>
                </c:pt>
                <c:pt idx="20817">
                  <c:v>29510.84</c:v>
                </c:pt>
                <c:pt idx="20818">
                  <c:v>68835.23</c:v>
                </c:pt>
                <c:pt idx="20819">
                  <c:v>10790.17</c:v>
                </c:pt>
                <c:pt idx="20820">
                  <c:v>54130.61</c:v>
                </c:pt>
                <c:pt idx="20821">
                  <c:v>9374.65</c:v>
                </c:pt>
                <c:pt idx="20822">
                  <c:v>22387.81</c:v>
                </c:pt>
                <c:pt idx="20823">
                  <c:v>28670.04</c:v>
                </c:pt>
                <c:pt idx="20824">
                  <c:v>19450.400000000001</c:v>
                </c:pt>
                <c:pt idx="20825">
                  <c:v>19222.18</c:v>
                </c:pt>
                <c:pt idx="20826">
                  <c:v>15191.94</c:v>
                </c:pt>
                <c:pt idx="20827">
                  <c:v>61571.46</c:v>
                </c:pt>
                <c:pt idx="20828">
                  <c:v>15898.34</c:v>
                </c:pt>
                <c:pt idx="20829">
                  <c:v>30751.56</c:v>
                </c:pt>
                <c:pt idx="20830">
                  <c:v>69627.100000000006</c:v>
                </c:pt>
                <c:pt idx="20831">
                  <c:v>9001.31</c:v>
                </c:pt>
                <c:pt idx="20832">
                  <c:v>64904.800000000003</c:v>
                </c:pt>
                <c:pt idx="20833">
                  <c:v>11020.59</c:v>
                </c:pt>
                <c:pt idx="20834">
                  <c:v>34371.83</c:v>
                </c:pt>
                <c:pt idx="20835">
                  <c:v>20215.57</c:v>
                </c:pt>
                <c:pt idx="20836">
                  <c:v>40361.199999999997</c:v>
                </c:pt>
                <c:pt idx="20837">
                  <c:v>35385.839999999997</c:v>
                </c:pt>
                <c:pt idx="20838">
                  <c:v>53632.91</c:v>
                </c:pt>
                <c:pt idx="20839">
                  <c:v>90001.8</c:v>
                </c:pt>
                <c:pt idx="20840">
                  <c:v>47925.16</c:v>
                </c:pt>
                <c:pt idx="20841">
                  <c:v>37743.64</c:v>
                </c:pt>
                <c:pt idx="20842">
                  <c:v>18559.59</c:v>
                </c:pt>
                <c:pt idx="20843">
                  <c:v>22488.45</c:v>
                </c:pt>
                <c:pt idx="20844">
                  <c:v>61109.24</c:v>
                </c:pt>
                <c:pt idx="20845">
                  <c:v>48401.14</c:v>
                </c:pt>
                <c:pt idx="20846">
                  <c:v>16645.45</c:v>
                </c:pt>
                <c:pt idx="20847">
                  <c:v>50567.9</c:v>
                </c:pt>
                <c:pt idx="20848">
                  <c:v>36481.620000000003</c:v>
                </c:pt>
                <c:pt idx="20849">
                  <c:v>88317.72</c:v>
                </c:pt>
                <c:pt idx="20850">
                  <c:v>2337.6799999999998</c:v>
                </c:pt>
                <c:pt idx="20851">
                  <c:v>34883.15</c:v>
                </c:pt>
                <c:pt idx="20852">
                  <c:v>59983.81</c:v>
                </c:pt>
                <c:pt idx="20853">
                  <c:v>27254.05</c:v>
                </c:pt>
                <c:pt idx="20854">
                  <c:v>32011.82</c:v>
                </c:pt>
                <c:pt idx="20855">
                  <c:v>3396.42</c:v>
                </c:pt>
                <c:pt idx="20856">
                  <c:v>11004.78</c:v>
                </c:pt>
                <c:pt idx="20857">
                  <c:v>14771.3</c:v>
                </c:pt>
                <c:pt idx="20858">
                  <c:v>20013.59</c:v>
                </c:pt>
                <c:pt idx="20859">
                  <c:v>72066.17</c:v>
                </c:pt>
                <c:pt idx="20860">
                  <c:v>12708.36</c:v>
                </c:pt>
                <c:pt idx="20861">
                  <c:v>2779.2</c:v>
                </c:pt>
                <c:pt idx="20862">
                  <c:v>66697.34</c:v>
                </c:pt>
                <c:pt idx="20863">
                  <c:v>17446.84</c:v>
                </c:pt>
                <c:pt idx="20864">
                  <c:v>93751.94</c:v>
                </c:pt>
                <c:pt idx="20865">
                  <c:v>12329.44</c:v>
                </c:pt>
                <c:pt idx="20866">
                  <c:v>18273.11</c:v>
                </c:pt>
                <c:pt idx="20867">
                  <c:v>10416.42</c:v>
                </c:pt>
                <c:pt idx="20868">
                  <c:v>28954.55</c:v>
                </c:pt>
                <c:pt idx="20869">
                  <c:v>13879.17</c:v>
                </c:pt>
                <c:pt idx="20870">
                  <c:v>82796.2</c:v>
                </c:pt>
                <c:pt idx="20871">
                  <c:v>28946.23</c:v>
                </c:pt>
                <c:pt idx="20872">
                  <c:v>13519.46</c:v>
                </c:pt>
                <c:pt idx="20873">
                  <c:v>8752.64</c:v>
                </c:pt>
                <c:pt idx="20874">
                  <c:v>55588.21</c:v>
                </c:pt>
                <c:pt idx="20875">
                  <c:v>7863.03</c:v>
                </c:pt>
                <c:pt idx="20876">
                  <c:v>24964.880000000001</c:v>
                </c:pt>
                <c:pt idx="20877">
                  <c:v>2670.57</c:v>
                </c:pt>
                <c:pt idx="20878">
                  <c:v>75158.16</c:v>
                </c:pt>
                <c:pt idx="20879">
                  <c:v>51513.32</c:v>
                </c:pt>
                <c:pt idx="20880">
                  <c:v>49462.09</c:v>
                </c:pt>
                <c:pt idx="20881">
                  <c:v>30505.7</c:v>
                </c:pt>
                <c:pt idx="20882">
                  <c:v>10967.78</c:v>
                </c:pt>
                <c:pt idx="20883">
                  <c:v>19857.47</c:v>
                </c:pt>
                <c:pt idx="20884">
                  <c:v>21949.61</c:v>
                </c:pt>
                <c:pt idx="20885">
                  <c:v>15078.69</c:v>
                </c:pt>
                <c:pt idx="20886">
                  <c:v>8654.98</c:v>
                </c:pt>
                <c:pt idx="20887">
                  <c:v>41255.870000000003</c:v>
                </c:pt>
                <c:pt idx="20888">
                  <c:v>16873.87</c:v>
                </c:pt>
                <c:pt idx="20889">
                  <c:v>18305.75</c:v>
                </c:pt>
                <c:pt idx="20890">
                  <c:v>26065.41</c:v>
                </c:pt>
                <c:pt idx="20891">
                  <c:v>13419.47</c:v>
                </c:pt>
                <c:pt idx="20892">
                  <c:v>2672</c:v>
                </c:pt>
                <c:pt idx="20893">
                  <c:v>5720.27</c:v>
                </c:pt>
                <c:pt idx="20894">
                  <c:v>4568.42</c:v>
                </c:pt>
                <c:pt idx="20895">
                  <c:v>29616.58</c:v>
                </c:pt>
                <c:pt idx="20896">
                  <c:v>23483.84</c:v>
                </c:pt>
                <c:pt idx="20897">
                  <c:v>26429.35</c:v>
                </c:pt>
                <c:pt idx="20898">
                  <c:v>14268.01</c:v>
                </c:pt>
                <c:pt idx="20899">
                  <c:v>6352.7</c:v>
                </c:pt>
                <c:pt idx="20900">
                  <c:v>21070.77</c:v>
                </c:pt>
                <c:pt idx="20901">
                  <c:v>9547.2099999999991</c:v>
                </c:pt>
                <c:pt idx="20902">
                  <c:v>10250.290000000001</c:v>
                </c:pt>
                <c:pt idx="20903">
                  <c:v>27177.53</c:v>
                </c:pt>
                <c:pt idx="20904">
                  <c:v>19758.77</c:v>
                </c:pt>
                <c:pt idx="20905">
                  <c:v>15832.47</c:v>
                </c:pt>
                <c:pt idx="20906">
                  <c:v>24097.86</c:v>
                </c:pt>
                <c:pt idx="20907">
                  <c:v>37894.559999999998</c:v>
                </c:pt>
                <c:pt idx="20908">
                  <c:v>54550.16</c:v>
                </c:pt>
                <c:pt idx="20909">
                  <c:v>54211.82</c:v>
                </c:pt>
                <c:pt idx="20910">
                  <c:v>8688.9</c:v>
                </c:pt>
                <c:pt idx="20911">
                  <c:v>32029.45</c:v>
                </c:pt>
                <c:pt idx="20912">
                  <c:v>62570.91</c:v>
                </c:pt>
                <c:pt idx="20913">
                  <c:v>46277.66</c:v>
                </c:pt>
                <c:pt idx="20914">
                  <c:v>29842</c:v>
                </c:pt>
                <c:pt idx="20915">
                  <c:v>37584.86</c:v>
                </c:pt>
                <c:pt idx="20916">
                  <c:v>36291.78</c:v>
                </c:pt>
                <c:pt idx="20917">
                  <c:v>9961.98</c:v>
                </c:pt>
                <c:pt idx="20918">
                  <c:v>19131.78</c:v>
                </c:pt>
                <c:pt idx="20919">
                  <c:v>68025.3</c:v>
                </c:pt>
                <c:pt idx="20920">
                  <c:v>72296.58</c:v>
                </c:pt>
                <c:pt idx="20921">
                  <c:v>45045.84</c:v>
                </c:pt>
                <c:pt idx="20922">
                  <c:v>6886.47</c:v>
                </c:pt>
                <c:pt idx="20923">
                  <c:v>15324.38</c:v>
                </c:pt>
                <c:pt idx="20924">
                  <c:v>26486.799999999999</c:v>
                </c:pt>
                <c:pt idx="20925">
                  <c:v>6448.99</c:v>
                </c:pt>
                <c:pt idx="20926">
                  <c:v>38004.25</c:v>
                </c:pt>
                <c:pt idx="20927">
                  <c:v>8021.87</c:v>
                </c:pt>
                <c:pt idx="20928">
                  <c:v>20367.439999999999</c:v>
                </c:pt>
                <c:pt idx="20929">
                  <c:v>71648.31</c:v>
                </c:pt>
                <c:pt idx="20930">
                  <c:v>31511</c:v>
                </c:pt>
                <c:pt idx="20931">
                  <c:v>14402.85</c:v>
                </c:pt>
                <c:pt idx="20932">
                  <c:v>83485.08</c:v>
                </c:pt>
                <c:pt idx="20933">
                  <c:v>9074.32</c:v>
                </c:pt>
                <c:pt idx="20934">
                  <c:v>17895.990000000002</c:v>
                </c:pt>
                <c:pt idx="20935">
                  <c:v>56500.18</c:v>
                </c:pt>
                <c:pt idx="20936">
                  <c:v>83121.73</c:v>
                </c:pt>
                <c:pt idx="20937">
                  <c:v>41159.08</c:v>
                </c:pt>
                <c:pt idx="20938">
                  <c:v>26749.97</c:v>
                </c:pt>
                <c:pt idx="20939">
                  <c:v>14553.13</c:v>
                </c:pt>
                <c:pt idx="20940">
                  <c:v>18459.5</c:v>
                </c:pt>
                <c:pt idx="20941">
                  <c:v>21343.66</c:v>
                </c:pt>
                <c:pt idx="20942">
                  <c:v>65970.289999999994</c:v>
                </c:pt>
                <c:pt idx="20943">
                  <c:v>47721.760000000002</c:v>
                </c:pt>
                <c:pt idx="20944">
                  <c:v>7835.32</c:v>
                </c:pt>
                <c:pt idx="20945">
                  <c:v>5859.87</c:v>
                </c:pt>
                <c:pt idx="20946">
                  <c:v>40057.96</c:v>
                </c:pt>
                <c:pt idx="20947">
                  <c:v>84123.81</c:v>
                </c:pt>
                <c:pt idx="20948">
                  <c:v>56269.02</c:v>
                </c:pt>
                <c:pt idx="20949">
                  <c:v>9465.2199999999993</c:v>
                </c:pt>
                <c:pt idx="20950">
                  <c:v>35362.74</c:v>
                </c:pt>
                <c:pt idx="20951">
                  <c:v>61293.120000000003</c:v>
                </c:pt>
                <c:pt idx="20952">
                  <c:v>45195.199999999997</c:v>
                </c:pt>
                <c:pt idx="20953">
                  <c:v>29310.92</c:v>
                </c:pt>
                <c:pt idx="20954">
                  <c:v>57923.46</c:v>
                </c:pt>
                <c:pt idx="20955">
                  <c:v>14637.6</c:v>
                </c:pt>
                <c:pt idx="20956">
                  <c:v>50462.32</c:v>
                </c:pt>
                <c:pt idx="20957">
                  <c:v>26731.88</c:v>
                </c:pt>
                <c:pt idx="20958">
                  <c:v>3904.68</c:v>
                </c:pt>
                <c:pt idx="20959">
                  <c:v>44085.67</c:v>
                </c:pt>
                <c:pt idx="20960">
                  <c:v>47074.23</c:v>
                </c:pt>
                <c:pt idx="20961">
                  <c:v>6490.44</c:v>
                </c:pt>
                <c:pt idx="20962">
                  <c:v>14010.49</c:v>
                </c:pt>
                <c:pt idx="20963">
                  <c:v>69618.570000000007</c:v>
                </c:pt>
                <c:pt idx="20964">
                  <c:v>41462.230000000003</c:v>
                </c:pt>
                <c:pt idx="20965">
                  <c:v>3713.45</c:v>
                </c:pt>
                <c:pt idx="20966">
                  <c:v>11483.33</c:v>
                </c:pt>
                <c:pt idx="20967">
                  <c:v>22947.17</c:v>
                </c:pt>
                <c:pt idx="20968">
                  <c:v>80675.12</c:v>
                </c:pt>
                <c:pt idx="20969">
                  <c:v>83219.22</c:v>
                </c:pt>
                <c:pt idx="20970">
                  <c:v>10783.46</c:v>
                </c:pt>
                <c:pt idx="20971">
                  <c:v>76238.720000000001</c:v>
                </c:pt>
                <c:pt idx="20972">
                  <c:v>7117.55</c:v>
                </c:pt>
                <c:pt idx="20973">
                  <c:v>81790.7</c:v>
                </c:pt>
                <c:pt idx="20974">
                  <c:v>8729.2999999999993</c:v>
                </c:pt>
                <c:pt idx="20975">
                  <c:v>47013.94</c:v>
                </c:pt>
                <c:pt idx="20976">
                  <c:v>26263.1</c:v>
                </c:pt>
                <c:pt idx="20977">
                  <c:v>52078.57</c:v>
                </c:pt>
                <c:pt idx="20978">
                  <c:v>26025.3</c:v>
                </c:pt>
                <c:pt idx="20979">
                  <c:v>26406.77</c:v>
                </c:pt>
                <c:pt idx="20980">
                  <c:v>8356.3799999999992</c:v>
                </c:pt>
                <c:pt idx="20981">
                  <c:v>50098.02</c:v>
                </c:pt>
                <c:pt idx="20982">
                  <c:v>14060.05</c:v>
                </c:pt>
                <c:pt idx="20983">
                  <c:v>27232.46</c:v>
                </c:pt>
                <c:pt idx="20984">
                  <c:v>7030.89</c:v>
                </c:pt>
                <c:pt idx="20985">
                  <c:v>22119.97</c:v>
                </c:pt>
                <c:pt idx="20986">
                  <c:v>32604.47</c:v>
                </c:pt>
                <c:pt idx="20987">
                  <c:v>89842.66</c:v>
                </c:pt>
                <c:pt idx="20988">
                  <c:v>14539.46</c:v>
                </c:pt>
                <c:pt idx="20989">
                  <c:v>31638.34</c:v>
                </c:pt>
                <c:pt idx="20990">
                  <c:v>40367.879999999997</c:v>
                </c:pt>
                <c:pt idx="20991">
                  <c:v>28827.89</c:v>
                </c:pt>
                <c:pt idx="20992">
                  <c:v>85074.26</c:v>
                </c:pt>
                <c:pt idx="20993">
                  <c:v>37195.67</c:v>
                </c:pt>
                <c:pt idx="20994">
                  <c:v>31249.47</c:v>
                </c:pt>
                <c:pt idx="20995">
                  <c:v>17160.560000000001</c:v>
                </c:pt>
                <c:pt idx="20996">
                  <c:v>45580.56</c:v>
                </c:pt>
                <c:pt idx="20997">
                  <c:v>5890.99</c:v>
                </c:pt>
                <c:pt idx="20998">
                  <c:v>42872.68</c:v>
                </c:pt>
                <c:pt idx="20999">
                  <c:v>65402.58</c:v>
                </c:pt>
              </c:numCache>
            </c:numRef>
          </c:xVal>
          <c:yVal>
            <c:numRef>
              <c:f>supermarket_sales_2025!$Q$2:$Q$21001</c:f>
              <c:numCache>
                <c:formatCode>0.00</c:formatCode>
                <c:ptCount val="21000"/>
                <c:pt idx="0">
                  <c:v>5.6</c:v>
                </c:pt>
                <c:pt idx="1">
                  <c:v>8.6</c:v>
                </c:pt>
                <c:pt idx="2">
                  <c:v>4.4000000000000004</c:v>
                </c:pt>
                <c:pt idx="3">
                  <c:v>9.4</c:v>
                </c:pt>
                <c:pt idx="4">
                  <c:v>6</c:v>
                </c:pt>
                <c:pt idx="5">
                  <c:v>4</c:v>
                </c:pt>
                <c:pt idx="6">
                  <c:v>6.6</c:v>
                </c:pt>
                <c:pt idx="7">
                  <c:v>9.3000000000000007</c:v>
                </c:pt>
                <c:pt idx="8">
                  <c:v>8.9</c:v>
                </c:pt>
                <c:pt idx="9">
                  <c:v>5.9</c:v>
                </c:pt>
                <c:pt idx="10">
                  <c:v>9.3000000000000007</c:v>
                </c:pt>
                <c:pt idx="11">
                  <c:v>9.5</c:v>
                </c:pt>
                <c:pt idx="12">
                  <c:v>7.2</c:v>
                </c:pt>
                <c:pt idx="13">
                  <c:v>8.6999999999999993</c:v>
                </c:pt>
                <c:pt idx="14">
                  <c:v>7.3</c:v>
                </c:pt>
                <c:pt idx="15">
                  <c:v>5.6</c:v>
                </c:pt>
                <c:pt idx="16">
                  <c:v>7.5</c:v>
                </c:pt>
                <c:pt idx="17">
                  <c:v>5.2</c:v>
                </c:pt>
                <c:pt idx="18">
                  <c:v>9.6999999999999993</c:v>
                </c:pt>
                <c:pt idx="19">
                  <c:v>9.1</c:v>
                </c:pt>
                <c:pt idx="20">
                  <c:v>5.7</c:v>
                </c:pt>
                <c:pt idx="21">
                  <c:v>6.3</c:v>
                </c:pt>
                <c:pt idx="22">
                  <c:v>5.0999999999999996</c:v>
                </c:pt>
                <c:pt idx="23">
                  <c:v>5.7</c:v>
                </c:pt>
                <c:pt idx="24">
                  <c:v>7.2</c:v>
                </c:pt>
                <c:pt idx="25">
                  <c:v>7.3</c:v>
                </c:pt>
                <c:pt idx="26">
                  <c:v>7.2</c:v>
                </c:pt>
                <c:pt idx="27">
                  <c:v>7.8</c:v>
                </c:pt>
                <c:pt idx="28">
                  <c:v>5.6</c:v>
                </c:pt>
                <c:pt idx="29">
                  <c:v>5</c:v>
                </c:pt>
                <c:pt idx="30">
                  <c:v>7</c:v>
                </c:pt>
                <c:pt idx="31">
                  <c:v>7.3</c:v>
                </c:pt>
                <c:pt idx="32">
                  <c:v>9.4</c:v>
                </c:pt>
                <c:pt idx="33">
                  <c:v>7.7</c:v>
                </c:pt>
                <c:pt idx="34">
                  <c:v>7.8</c:v>
                </c:pt>
                <c:pt idx="35">
                  <c:v>6.9</c:v>
                </c:pt>
                <c:pt idx="36">
                  <c:v>7.7</c:v>
                </c:pt>
                <c:pt idx="37">
                  <c:v>6.5</c:v>
                </c:pt>
                <c:pt idx="38">
                  <c:v>6.9</c:v>
                </c:pt>
                <c:pt idx="39">
                  <c:v>6.2</c:v>
                </c:pt>
                <c:pt idx="40">
                  <c:v>8.1999999999999993</c:v>
                </c:pt>
                <c:pt idx="41">
                  <c:v>8.6999999999999993</c:v>
                </c:pt>
                <c:pt idx="42">
                  <c:v>4.9000000000000004</c:v>
                </c:pt>
                <c:pt idx="43">
                  <c:v>8</c:v>
                </c:pt>
                <c:pt idx="44">
                  <c:v>8.9</c:v>
                </c:pt>
                <c:pt idx="45">
                  <c:v>8.9</c:v>
                </c:pt>
                <c:pt idx="46">
                  <c:v>4.8</c:v>
                </c:pt>
                <c:pt idx="47">
                  <c:v>8</c:v>
                </c:pt>
                <c:pt idx="48">
                  <c:v>8.3000000000000007</c:v>
                </c:pt>
                <c:pt idx="49">
                  <c:v>5.4</c:v>
                </c:pt>
                <c:pt idx="50">
                  <c:v>8.4</c:v>
                </c:pt>
                <c:pt idx="51">
                  <c:v>6.5</c:v>
                </c:pt>
                <c:pt idx="52">
                  <c:v>6.5</c:v>
                </c:pt>
                <c:pt idx="53">
                  <c:v>8.6</c:v>
                </c:pt>
                <c:pt idx="54">
                  <c:v>4</c:v>
                </c:pt>
                <c:pt idx="55">
                  <c:v>4.5</c:v>
                </c:pt>
                <c:pt idx="56">
                  <c:v>9.6</c:v>
                </c:pt>
                <c:pt idx="57">
                  <c:v>5.3</c:v>
                </c:pt>
                <c:pt idx="58">
                  <c:v>7</c:v>
                </c:pt>
                <c:pt idx="59">
                  <c:v>7.6</c:v>
                </c:pt>
                <c:pt idx="60">
                  <c:v>5.5</c:v>
                </c:pt>
                <c:pt idx="61">
                  <c:v>9.1</c:v>
                </c:pt>
                <c:pt idx="62">
                  <c:v>4.9000000000000004</c:v>
                </c:pt>
                <c:pt idx="63">
                  <c:v>7.9</c:v>
                </c:pt>
                <c:pt idx="64">
                  <c:v>7.7</c:v>
                </c:pt>
                <c:pt idx="65">
                  <c:v>9.6999999999999993</c:v>
                </c:pt>
                <c:pt idx="66">
                  <c:v>7.5</c:v>
                </c:pt>
                <c:pt idx="67">
                  <c:v>6.7</c:v>
                </c:pt>
                <c:pt idx="68">
                  <c:v>8</c:v>
                </c:pt>
                <c:pt idx="69">
                  <c:v>9.4</c:v>
                </c:pt>
                <c:pt idx="70">
                  <c:v>9.6999999999999993</c:v>
                </c:pt>
                <c:pt idx="71">
                  <c:v>7.7</c:v>
                </c:pt>
                <c:pt idx="72">
                  <c:v>5.9</c:v>
                </c:pt>
                <c:pt idx="73">
                  <c:v>8</c:v>
                </c:pt>
                <c:pt idx="74">
                  <c:v>5.3</c:v>
                </c:pt>
                <c:pt idx="75">
                  <c:v>4.5999999999999996</c:v>
                </c:pt>
                <c:pt idx="76">
                  <c:v>5.7</c:v>
                </c:pt>
                <c:pt idx="77">
                  <c:v>9</c:v>
                </c:pt>
                <c:pt idx="78">
                  <c:v>5.6</c:v>
                </c:pt>
                <c:pt idx="79">
                  <c:v>5.4</c:v>
                </c:pt>
                <c:pt idx="80">
                  <c:v>9</c:v>
                </c:pt>
                <c:pt idx="81">
                  <c:v>6.5</c:v>
                </c:pt>
                <c:pt idx="82">
                  <c:v>6.2</c:v>
                </c:pt>
                <c:pt idx="83">
                  <c:v>8.1999999999999993</c:v>
                </c:pt>
                <c:pt idx="84">
                  <c:v>7.6</c:v>
                </c:pt>
                <c:pt idx="85">
                  <c:v>7.9</c:v>
                </c:pt>
                <c:pt idx="86">
                  <c:v>7.5</c:v>
                </c:pt>
                <c:pt idx="87">
                  <c:v>7</c:v>
                </c:pt>
                <c:pt idx="88">
                  <c:v>4.7</c:v>
                </c:pt>
                <c:pt idx="89">
                  <c:v>4.4000000000000004</c:v>
                </c:pt>
                <c:pt idx="90">
                  <c:v>9.3000000000000007</c:v>
                </c:pt>
                <c:pt idx="91">
                  <c:v>8.4</c:v>
                </c:pt>
                <c:pt idx="92">
                  <c:v>5.2</c:v>
                </c:pt>
                <c:pt idx="93">
                  <c:v>7</c:v>
                </c:pt>
                <c:pt idx="94">
                  <c:v>5.5</c:v>
                </c:pt>
                <c:pt idx="95">
                  <c:v>6.1</c:v>
                </c:pt>
                <c:pt idx="96">
                  <c:v>6.9</c:v>
                </c:pt>
                <c:pt idx="97">
                  <c:v>9.4</c:v>
                </c:pt>
                <c:pt idx="98">
                  <c:v>7.1</c:v>
                </c:pt>
                <c:pt idx="99">
                  <c:v>9.5</c:v>
                </c:pt>
                <c:pt idx="100">
                  <c:v>9.9</c:v>
                </c:pt>
                <c:pt idx="101">
                  <c:v>4.9000000000000004</c:v>
                </c:pt>
                <c:pt idx="102">
                  <c:v>4.8</c:v>
                </c:pt>
                <c:pt idx="103">
                  <c:v>4.8</c:v>
                </c:pt>
                <c:pt idx="104">
                  <c:v>7.1</c:v>
                </c:pt>
                <c:pt idx="105">
                  <c:v>7.9</c:v>
                </c:pt>
                <c:pt idx="106">
                  <c:v>8.6999999999999993</c:v>
                </c:pt>
                <c:pt idx="107">
                  <c:v>7.7</c:v>
                </c:pt>
                <c:pt idx="108">
                  <c:v>9.1999999999999993</c:v>
                </c:pt>
                <c:pt idx="109">
                  <c:v>6.3</c:v>
                </c:pt>
                <c:pt idx="110">
                  <c:v>7</c:v>
                </c:pt>
                <c:pt idx="111">
                  <c:v>6.5</c:v>
                </c:pt>
                <c:pt idx="112">
                  <c:v>9.8000000000000007</c:v>
                </c:pt>
                <c:pt idx="113">
                  <c:v>9.6999999999999993</c:v>
                </c:pt>
                <c:pt idx="114">
                  <c:v>4</c:v>
                </c:pt>
                <c:pt idx="115">
                  <c:v>8.6999999999999993</c:v>
                </c:pt>
                <c:pt idx="116">
                  <c:v>5.6</c:v>
                </c:pt>
                <c:pt idx="117">
                  <c:v>4.4000000000000004</c:v>
                </c:pt>
                <c:pt idx="118">
                  <c:v>5.5</c:v>
                </c:pt>
                <c:pt idx="119">
                  <c:v>7.1</c:v>
                </c:pt>
                <c:pt idx="120">
                  <c:v>7.6</c:v>
                </c:pt>
                <c:pt idx="121">
                  <c:v>4.0999999999999996</c:v>
                </c:pt>
                <c:pt idx="122">
                  <c:v>7.6</c:v>
                </c:pt>
                <c:pt idx="123">
                  <c:v>5</c:v>
                </c:pt>
                <c:pt idx="124">
                  <c:v>8.1</c:v>
                </c:pt>
                <c:pt idx="125">
                  <c:v>9.9</c:v>
                </c:pt>
                <c:pt idx="126">
                  <c:v>9</c:v>
                </c:pt>
                <c:pt idx="127">
                  <c:v>7.1</c:v>
                </c:pt>
                <c:pt idx="128">
                  <c:v>5.5</c:v>
                </c:pt>
                <c:pt idx="129">
                  <c:v>9.6999999999999993</c:v>
                </c:pt>
                <c:pt idx="130">
                  <c:v>6.8</c:v>
                </c:pt>
                <c:pt idx="131">
                  <c:v>10</c:v>
                </c:pt>
                <c:pt idx="132">
                  <c:v>9.4</c:v>
                </c:pt>
                <c:pt idx="133">
                  <c:v>4.2</c:v>
                </c:pt>
                <c:pt idx="134">
                  <c:v>8.6</c:v>
                </c:pt>
                <c:pt idx="135">
                  <c:v>9.9</c:v>
                </c:pt>
                <c:pt idx="136">
                  <c:v>6.1</c:v>
                </c:pt>
                <c:pt idx="137">
                  <c:v>6.4</c:v>
                </c:pt>
                <c:pt idx="138">
                  <c:v>8.6</c:v>
                </c:pt>
                <c:pt idx="139">
                  <c:v>6</c:v>
                </c:pt>
                <c:pt idx="140">
                  <c:v>8</c:v>
                </c:pt>
                <c:pt idx="141">
                  <c:v>5.7</c:v>
                </c:pt>
                <c:pt idx="142">
                  <c:v>8.6</c:v>
                </c:pt>
                <c:pt idx="143">
                  <c:v>6</c:v>
                </c:pt>
                <c:pt idx="144">
                  <c:v>5.9</c:v>
                </c:pt>
                <c:pt idx="145">
                  <c:v>7.7</c:v>
                </c:pt>
                <c:pt idx="146">
                  <c:v>4.3</c:v>
                </c:pt>
                <c:pt idx="147">
                  <c:v>8.8000000000000007</c:v>
                </c:pt>
                <c:pt idx="148">
                  <c:v>5.4</c:v>
                </c:pt>
                <c:pt idx="149">
                  <c:v>7</c:v>
                </c:pt>
                <c:pt idx="150">
                  <c:v>7.6</c:v>
                </c:pt>
                <c:pt idx="151">
                  <c:v>7.3</c:v>
                </c:pt>
                <c:pt idx="152">
                  <c:v>7</c:v>
                </c:pt>
                <c:pt idx="153">
                  <c:v>9.1999999999999993</c:v>
                </c:pt>
                <c:pt idx="154">
                  <c:v>7.1</c:v>
                </c:pt>
                <c:pt idx="155">
                  <c:v>7</c:v>
                </c:pt>
                <c:pt idx="156">
                  <c:v>4</c:v>
                </c:pt>
                <c:pt idx="157">
                  <c:v>4.4000000000000004</c:v>
                </c:pt>
                <c:pt idx="158">
                  <c:v>7.2</c:v>
                </c:pt>
                <c:pt idx="159">
                  <c:v>5.2</c:v>
                </c:pt>
                <c:pt idx="160">
                  <c:v>5.3</c:v>
                </c:pt>
                <c:pt idx="161">
                  <c:v>7.2</c:v>
                </c:pt>
                <c:pt idx="162">
                  <c:v>9.3000000000000007</c:v>
                </c:pt>
                <c:pt idx="163">
                  <c:v>8.6</c:v>
                </c:pt>
                <c:pt idx="164">
                  <c:v>6.5</c:v>
                </c:pt>
                <c:pt idx="165">
                  <c:v>9</c:v>
                </c:pt>
                <c:pt idx="166">
                  <c:v>4.9000000000000004</c:v>
                </c:pt>
                <c:pt idx="167">
                  <c:v>5.3</c:v>
                </c:pt>
                <c:pt idx="168">
                  <c:v>6.2</c:v>
                </c:pt>
                <c:pt idx="169">
                  <c:v>4.0999999999999996</c:v>
                </c:pt>
                <c:pt idx="170">
                  <c:v>9.4</c:v>
                </c:pt>
                <c:pt idx="171">
                  <c:v>6.5</c:v>
                </c:pt>
                <c:pt idx="172">
                  <c:v>5.9</c:v>
                </c:pt>
                <c:pt idx="173">
                  <c:v>9.3000000000000007</c:v>
                </c:pt>
                <c:pt idx="174">
                  <c:v>4.8</c:v>
                </c:pt>
                <c:pt idx="175">
                  <c:v>4.0999999999999996</c:v>
                </c:pt>
                <c:pt idx="176">
                  <c:v>6.2</c:v>
                </c:pt>
                <c:pt idx="177">
                  <c:v>7.4</c:v>
                </c:pt>
                <c:pt idx="178">
                  <c:v>5.8</c:v>
                </c:pt>
                <c:pt idx="179">
                  <c:v>8.4</c:v>
                </c:pt>
                <c:pt idx="180">
                  <c:v>5.9</c:v>
                </c:pt>
                <c:pt idx="181">
                  <c:v>4.0999999999999996</c:v>
                </c:pt>
                <c:pt idx="182">
                  <c:v>6.2</c:v>
                </c:pt>
                <c:pt idx="183">
                  <c:v>8.1</c:v>
                </c:pt>
                <c:pt idx="184">
                  <c:v>4.9000000000000004</c:v>
                </c:pt>
                <c:pt idx="185">
                  <c:v>9.6999999999999993</c:v>
                </c:pt>
                <c:pt idx="186">
                  <c:v>4.5999999999999996</c:v>
                </c:pt>
                <c:pt idx="187">
                  <c:v>4.2</c:v>
                </c:pt>
                <c:pt idx="188">
                  <c:v>9.8000000000000007</c:v>
                </c:pt>
                <c:pt idx="189">
                  <c:v>5</c:v>
                </c:pt>
                <c:pt idx="190">
                  <c:v>4.0999999999999996</c:v>
                </c:pt>
                <c:pt idx="191">
                  <c:v>4</c:v>
                </c:pt>
                <c:pt idx="192">
                  <c:v>5.0999999999999996</c:v>
                </c:pt>
                <c:pt idx="193">
                  <c:v>9.4</c:v>
                </c:pt>
                <c:pt idx="194">
                  <c:v>5.8</c:v>
                </c:pt>
                <c:pt idx="195">
                  <c:v>4.5</c:v>
                </c:pt>
                <c:pt idx="196">
                  <c:v>8.3000000000000007</c:v>
                </c:pt>
                <c:pt idx="197">
                  <c:v>6.7</c:v>
                </c:pt>
                <c:pt idx="198">
                  <c:v>6.7</c:v>
                </c:pt>
                <c:pt idx="199">
                  <c:v>7.8</c:v>
                </c:pt>
                <c:pt idx="200">
                  <c:v>6.9</c:v>
                </c:pt>
                <c:pt idx="201">
                  <c:v>6.9</c:v>
                </c:pt>
                <c:pt idx="202">
                  <c:v>7.2</c:v>
                </c:pt>
                <c:pt idx="203">
                  <c:v>4.2</c:v>
                </c:pt>
                <c:pt idx="204">
                  <c:v>7.9</c:v>
                </c:pt>
                <c:pt idx="205">
                  <c:v>9</c:v>
                </c:pt>
                <c:pt idx="206">
                  <c:v>4.2</c:v>
                </c:pt>
                <c:pt idx="207">
                  <c:v>5.6</c:v>
                </c:pt>
                <c:pt idx="208">
                  <c:v>7.6</c:v>
                </c:pt>
                <c:pt idx="209">
                  <c:v>6.3</c:v>
                </c:pt>
                <c:pt idx="210">
                  <c:v>4.7</c:v>
                </c:pt>
                <c:pt idx="211">
                  <c:v>9.1</c:v>
                </c:pt>
                <c:pt idx="212">
                  <c:v>7</c:v>
                </c:pt>
                <c:pt idx="213">
                  <c:v>9.3000000000000007</c:v>
                </c:pt>
                <c:pt idx="214">
                  <c:v>4.5</c:v>
                </c:pt>
                <c:pt idx="215">
                  <c:v>5.7</c:v>
                </c:pt>
                <c:pt idx="216">
                  <c:v>5.6</c:v>
                </c:pt>
                <c:pt idx="217">
                  <c:v>4.0999999999999996</c:v>
                </c:pt>
                <c:pt idx="218">
                  <c:v>5.7</c:v>
                </c:pt>
                <c:pt idx="219">
                  <c:v>8</c:v>
                </c:pt>
                <c:pt idx="220">
                  <c:v>5.6</c:v>
                </c:pt>
                <c:pt idx="221">
                  <c:v>6.5</c:v>
                </c:pt>
                <c:pt idx="222">
                  <c:v>7.9</c:v>
                </c:pt>
                <c:pt idx="223">
                  <c:v>8.6999999999999993</c:v>
                </c:pt>
                <c:pt idx="224">
                  <c:v>7</c:v>
                </c:pt>
                <c:pt idx="225">
                  <c:v>6.2</c:v>
                </c:pt>
                <c:pt idx="226">
                  <c:v>9.9</c:v>
                </c:pt>
                <c:pt idx="227">
                  <c:v>4.7</c:v>
                </c:pt>
                <c:pt idx="228">
                  <c:v>9.4</c:v>
                </c:pt>
                <c:pt idx="229">
                  <c:v>4.3</c:v>
                </c:pt>
                <c:pt idx="230">
                  <c:v>5.0999999999999996</c:v>
                </c:pt>
                <c:pt idx="231">
                  <c:v>5.8</c:v>
                </c:pt>
                <c:pt idx="232">
                  <c:v>4.3</c:v>
                </c:pt>
                <c:pt idx="233">
                  <c:v>6.2</c:v>
                </c:pt>
                <c:pt idx="234">
                  <c:v>6.2</c:v>
                </c:pt>
                <c:pt idx="235">
                  <c:v>5.9</c:v>
                </c:pt>
                <c:pt idx="236">
                  <c:v>8.1</c:v>
                </c:pt>
                <c:pt idx="237">
                  <c:v>4.5</c:v>
                </c:pt>
                <c:pt idx="238">
                  <c:v>7</c:v>
                </c:pt>
                <c:pt idx="239">
                  <c:v>7.1</c:v>
                </c:pt>
                <c:pt idx="240">
                  <c:v>7</c:v>
                </c:pt>
                <c:pt idx="241">
                  <c:v>5.8</c:v>
                </c:pt>
                <c:pt idx="242">
                  <c:v>8.8000000000000007</c:v>
                </c:pt>
                <c:pt idx="243">
                  <c:v>8</c:v>
                </c:pt>
                <c:pt idx="244">
                  <c:v>8</c:v>
                </c:pt>
                <c:pt idx="245">
                  <c:v>8</c:v>
                </c:pt>
                <c:pt idx="246">
                  <c:v>10</c:v>
                </c:pt>
                <c:pt idx="247">
                  <c:v>9.8000000000000007</c:v>
                </c:pt>
                <c:pt idx="248">
                  <c:v>7.5</c:v>
                </c:pt>
                <c:pt idx="249">
                  <c:v>5.5</c:v>
                </c:pt>
                <c:pt idx="250">
                  <c:v>4.2</c:v>
                </c:pt>
                <c:pt idx="251">
                  <c:v>4.5999999999999996</c:v>
                </c:pt>
                <c:pt idx="252">
                  <c:v>4.3</c:v>
                </c:pt>
                <c:pt idx="253">
                  <c:v>8.1</c:v>
                </c:pt>
                <c:pt idx="254">
                  <c:v>7.3</c:v>
                </c:pt>
                <c:pt idx="255">
                  <c:v>4.3</c:v>
                </c:pt>
                <c:pt idx="256">
                  <c:v>8</c:v>
                </c:pt>
                <c:pt idx="257">
                  <c:v>9.6</c:v>
                </c:pt>
                <c:pt idx="258">
                  <c:v>8.1999999999999993</c:v>
                </c:pt>
                <c:pt idx="259">
                  <c:v>4.4000000000000004</c:v>
                </c:pt>
                <c:pt idx="260">
                  <c:v>7</c:v>
                </c:pt>
                <c:pt idx="261">
                  <c:v>5.2</c:v>
                </c:pt>
                <c:pt idx="262">
                  <c:v>6.5</c:v>
                </c:pt>
                <c:pt idx="263">
                  <c:v>9.1999999999999993</c:v>
                </c:pt>
                <c:pt idx="264">
                  <c:v>5</c:v>
                </c:pt>
                <c:pt idx="265">
                  <c:v>5.5</c:v>
                </c:pt>
                <c:pt idx="266">
                  <c:v>5.5</c:v>
                </c:pt>
                <c:pt idx="267">
                  <c:v>6.1</c:v>
                </c:pt>
                <c:pt idx="268">
                  <c:v>6.9</c:v>
                </c:pt>
                <c:pt idx="269">
                  <c:v>8.5</c:v>
                </c:pt>
                <c:pt idx="270">
                  <c:v>4.3</c:v>
                </c:pt>
                <c:pt idx="271">
                  <c:v>6.4</c:v>
                </c:pt>
                <c:pt idx="272">
                  <c:v>7.1</c:v>
                </c:pt>
                <c:pt idx="273">
                  <c:v>8.6999999999999993</c:v>
                </c:pt>
                <c:pt idx="274">
                  <c:v>6.1</c:v>
                </c:pt>
                <c:pt idx="275">
                  <c:v>4</c:v>
                </c:pt>
                <c:pt idx="276">
                  <c:v>8</c:v>
                </c:pt>
                <c:pt idx="277">
                  <c:v>7.1</c:v>
                </c:pt>
                <c:pt idx="278">
                  <c:v>5.0999999999999996</c:v>
                </c:pt>
                <c:pt idx="279">
                  <c:v>7.1</c:v>
                </c:pt>
                <c:pt idx="280">
                  <c:v>7</c:v>
                </c:pt>
                <c:pt idx="281">
                  <c:v>9.1</c:v>
                </c:pt>
                <c:pt idx="282">
                  <c:v>6</c:v>
                </c:pt>
                <c:pt idx="283">
                  <c:v>8.9</c:v>
                </c:pt>
                <c:pt idx="284">
                  <c:v>4.7</c:v>
                </c:pt>
                <c:pt idx="285">
                  <c:v>9.1</c:v>
                </c:pt>
                <c:pt idx="286">
                  <c:v>6.1</c:v>
                </c:pt>
                <c:pt idx="287">
                  <c:v>5.3</c:v>
                </c:pt>
                <c:pt idx="288">
                  <c:v>4.8</c:v>
                </c:pt>
                <c:pt idx="289">
                  <c:v>9.1999999999999993</c:v>
                </c:pt>
                <c:pt idx="290">
                  <c:v>9</c:v>
                </c:pt>
                <c:pt idx="291">
                  <c:v>5.5</c:v>
                </c:pt>
                <c:pt idx="292">
                  <c:v>8.1</c:v>
                </c:pt>
                <c:pt idx="293">
                  <c:v>6.1</c:v>
                </c:pt>
                <c:pt idx="294">
                  <c:v>4.5</c:v>
                </c:pt>
                <c:pt idx="295">
                  <c:v>7.6</c:v>
                </c:pt>
                <c:pt idx="296">
                  <c:v>5.8</c:v>
                </c:pt>
                <c:pt idx="297">
                  <c:v>5.4</c:v>
                </c:pt>
                <c:pt idx="298">
                  <c:v>4.5</c:v>
                </c:pt>
                <c:pt idx="299">
                  <c:v>9.8000000000000007</c:v>
                </c:pt>
                <c:pt idx="300">
                  <c:v>5.7</c:v>
                </c:pt>
                <c:pt idx="301">
                  <c:v>5.9</c:v>
                </c:pt>
                <c:pt idx="302">
                  <c:v>8.8000000000000007</c:v>
                </c:pt>
                <c:pt idx="303">
                  <c:v>8.1</c:v>
                </c:pt>
                <c:pt idx="304">
                  <c:v>8.3000000000000007</c:v>
                </c:pt>
                <c:pt idx="305">
                  <c:v>5.6</c:v>
                </c:pt>
                <c:pt idx="306">
                  <c:v>6.7</c:v>
                </c:pt>
                <c:pt idx="307">
                  <c:v>8.1</c:v>
                </c:pt>
                <c:pt idx="308">
                  <c:v>9.3000000000000007</c:v>
                </c:pt>
                <c:pt idx="309">
                  <c:v>7.8</c:v>
                </c:pt>
                <c:pt idx="310">
                  <c:v>7</c:v>
                </c:pt>
                <c:pt idx="311">
                  <c:v>7.4</c:v>
                </c:pt>
                <c:pt idx="312">
                  <c:v>7.9</c:v>
                </c:pt>
                <c:pt idx="313">
                  <c:v>9.1</c:v>
                </c:pt>
                <c:pt idx="314">
                  <c:v>6.5</c:v>
                </c:pt>
                <c:pt idx="315">
                  <c:v>8.1999999999999993</c:v>
                </c:pt>
                <c:pt idx="316">
                  <c:v>6.2</c:v>
                </c:pt>
                <c:pt idx="317">
                  <c:v>4.2</c:v>
                </c:pt>
                <c:pt idx="318">
                  <c:v>4.2</c:v>
                </c:pt>
                <c:pt idx="319">
                  <c:v>8.9</c:v>
                </c:pt>
                <c:pt idx="320">
                  <c:v>6.9</c:v>
                </c:pt>
                <c:pt idx="321">
                  <c:v>7.5</c:v>
                </c:pt>
                <c:pt idx="322">
                  <c:v>5.4</c:v>
                </c:pt>
                <c:pt idx="323">
                  <c:v>6.4</c:v>
                </c:pt>
                <c:pt idx="324">
                  <c:v>8.9</c:v>
                </c:pt>
                <c:pt idx="325">
                  <c:v>5.4</c:v>
                </c:pt>
                <c:pt idx="326">
                  <c:v>8.8000000000000007</c:v>
                </c:pt>
                <c:pt idx="327">
                  <c:v>7.9</c:v>
                </c:pt>
                <c:pt idx="328">
                  <c:v>4.0999999999999996</c:v>
                </c:pt>
                <c:pt idx="329">
                  <c:v>6.9</c:v>
                </c:pt>
                <c:pt idx="330">
                  <c:v>7.6</c:v>
                </c:pt>
                <c:pt idx="331">
                  <c:v>4.2</c:v>
                </c:pt>
                <c:pt idx="332">
                  <c:v>5.5</c:v>
                </c:pt>
                <c:pt idx="333">
                  <c:v>4.5999999999999996</c:v>
                </c:pt>
                <c:pt idx="334">
                  <c:v>5.9</c:v>
                </c:pt>
                <c:pt idx="335">
                  <c:v>10</c:v>
                </c:pt>
                <c:pt idx="336">
                  <c:v>7.1</c:v>
                </c:pt>
                <c:pt idx="337">
                  <c:v>9.6999999999999993</c:v>
                </c:pt>
                <c:pt idx="338">
                  <c:v>6.6</c:v>
                </c:pt>
                <c:pt idx="339">
                  <c:v>5.8</c:v>
                </c:pt>
                <c:pt idx="340">
                  <c:v>4.9000000000000004</c:v>
                </c:pt>
                <c:pt idx="341">
                  <c:v>4.5999999999999996</c:v>
                </c:pt>
                <c:pt idx="342">
                  <c:v>4.8</c:v>
                </c:pt>
                <c:pt idx="343">
                  <c:v>5.9</c:v>
                </c:pt>
                <c:pt idx="344">
                  <c:v>6.8</c:v>
                </c:pt>
                <c:pt idx="345">
                  <c:v>4</c:v>
                </c:pt>
                <c:pt idx="346">
                  <c:v>4.2</c:v>
                </c:pt>
                <c:pt idx="347">
                  <c:v>6</c:v>
                </c:pt>
                <c:pt idx="348">
                  <c:v>7.7</c:v>
                </c:pt>
                <c:pt idx="349">
                  <c:v>8.5</c:v>
                </c:pt>
                <c:pt idx="350">
                  <c:v>9.9</c:v>
                </c:pt>
                <c:pt idx="351">
                  <c:v>4.5</c:v>
                </c:pt>
                <c:pt idx="352">
                  <c:v>5.3</c:v>
                </c:pt>
                <c:pt idx="353">
                  <c:v>7</c:v>
                </c:pt>
                <c:pt idx="354">
                  <c:v>6.9</c:v>
                </c:pt>
                <c:pt idx="355">
                  <c:v>9.1</c:v>
                </c:pt>
                <c:pt idx="356">
                  <c:v>5.6</c:v>
                </c:pt>
                <c:pt idx="357">
                  <c:v>6.6</c:v>
                </c:pt>
                <c:pt idx="358">
                  <c:v>6.2</c:v>
                </c:pt>
                <c:pt idx="359">
                  <c:v>5.5</c:v>
                </c:pt>
                <c:pt idx="360">
                  <c:v>9.1</c:v>
                </c:pt>
                <c:pt idx="361">
                  <c:v>7.4</c:v>
                </c:pt>
                <c:pt idx="362">
                  <c:v>4.5999999999999996</c:v>
                </c:pt>
                <c:pt idx="363">
                  <c:v>8.6999999999999993</c:v>
                </c:pt>
                <c:pt idx="364">
                  <c:v>4</c:v>
                </c:pt>
                <c:pt idx="365">
                  <c:v>4.3</c:v>
                </c:pt>
                <c:pt idx="366">
                  <c:v>5.0999999999999996</c:v>
                </c:pt>
                <c:pt idx="367">
                  <c:v>6.4</c:v>
                </c:pt>
                <c:pt idx="368">
                  <c:v>8.1</c:v>
                </c:pt>
                <c:pt idx="369">
                  <c:v>8.6999999999999993</c:v>
                </c:pt>
                <c:pt idx="370">
                  <c:v>6.1</c:v>
                </c:pt>
                <c:pt idx="371">
                  <c:v>5</c:v>
                </c:pt>
                <c:pt idx="372">
                  <c:v>5.6</c:v>
                </c:pt>
                <c:pt idx="373">
                  <c:v>9.1</c:v>
                </c:pt>
                <c:pt idx="374">
                  <c:v>8.1999999999999993</c:v>
                </c:pt>
                <c:pt idx="375">
                  <c:v>5.2</c:v>
                </c:pt>
                <c:pt idx="376">
                  <c:v>8.4</c:v>
                </c:pt>
                <c:pt idx="377">
                  <c:v>6</c:v>
                </c:pt>
                <c:pt idx="378">
                  <c:v>9</c:v>
                </c:pt>
                <c:pt idx="379">
                  <c:v>8.5</c:v>
                </c:pt>
                <c:pt idx="380">
                  <c:v>4.3</c:v>
                </c:pt>
                <c:pt idx="381">
                  <c:v>9.6</c:v>
                </c:pt>
                <c:pt idx="382">
                  <c:v>9.8000000000000007</c:v>
                </c:pt>
                <c:pt idx="383">
                  <c:v>6.6</c:v>
                </c:pt>
                <c:pt idx="384">
                  <c:v>9.6999999999999993</c:v>
                </c:pt>
                <c:pt idx="385">
                  <c:v>5.8</c:v>
                </c:pt>
                <c:pt idx="386">
                  <c:v>5.4</c:v>
                </c:pt>
                <c:pt idx="387">
                  <c:v>7.7</c:v>
                </c:pt>
                <c:pt idx="388">
                  <c:v>7.7</c:v>
                </c:pt>
                <c:pt idx="389">
                  <c:v>8.9</c:v>
                </c:pt>
                <c:pt idx="390">
                  <c:v>5.8</c:v>
                </c:pt>
                <c:pt idx="391">
                  <c:v>9.8000000000000007</c:v>
                </c:pt>
                <c:pt idx="392">
                  <c:v>7.5</c:v>
                </c:pt>
                <c:pt idx="393">
                  <c:v>4.5999999999999996</c:v>
                </c:pt>
                <c:pt idx="394">
                  <c:v>6.8</c:v>
                </c:pt>
                <c:pt idx="395">
                  <c:v>6.9</c:v>
                </c:pt>
                <c:pt idx="396">
                  <c:v>7</c:v>
                </c:pt>
                <c:pt idx="397">
                  <c:v>6.1</c:v>
                </c:pt>
                <c:pt idx="398">
                  <c:v>6.3</c:v>
                </c:pt>
                <c:pt idx="399">
                  <c:v>8.8000000000000007</c:v>
                </c:pt>
                <c:pt idx="400">
                  <c:v>5.3</c:v>
                </c:pt>
                <c:pt idx="401">
                  <c:v>8</c:v>
                </c:pt>
                <c:pt idx="402">
                  <c:v>5</c:v>
                </c:pt>
                <c:pt idx="403">
                  <c:v>8.3000000000000007</c:v>
                </c:pt>
                <c:pt idx="404">
                  <c:v>9</c:v>
                </c:pt>
                <c:pt idx="405">
                  <c:v>7.6</c:v>
                </c:pt>
                <c:pt idx="406">
                  <c:v>4.3</c:v>
                </c:pt>
                <c:pt idx="407">
                  <c:v>8.1999999999999993</c:v>
                </c:pt>
                <c:pt idx="408">
                  <c:v>5.4</c:v>
                </c:pt>
                <c:pt idx="409">
                  <c:v>4.4000000000000004</c:v>
                </c:pt>
                <c:pt idx="410">
                  <c:v>4.3</c:v>
                </c:pt>
                <c:pt idx="411">
                  <c:v>7.8</c:v>
                </c:pt>
                <c:pt idx="412">
                  <c:v>5</c:v>
                </c:pt>
                <c:pt idx="413">
                  <c:v>9.1</c:v>
                </c:pt>
                <c:pt idx="414">
                  <c:v>8.8000000000000007</c:v>
                </c:pt>
                <c:pt idx="415">
                  <c:v>6.7</c:v>
                </c:pt>
                <c:pt idx="416">
                  <c:v>5.9</c:v>
                </c:pt>
                <c:pt idx="417">
                  <c:v>8.6</c:v>
                </c:pt>
                <c:pt idx="418">
                  <c:v>8</c:v>
                </c:pt>
                <c:pt idx="419">
                  <c:v>9.9</c:v>
                </c:pt>
                <c:pt idx="420">
                  <c:v>7.2</c:v>
                </c:pt>
                <c:pt idx="421">
                  <c:v>8.4</c:v>
                </c:pt>
                <c:pt idx="422">
                  <c:v>7.6</c:v>
                </c:pt>
                <c:pt idx="423">
                  <c:v>9.1999999999999993</c:v>
                </c:pt>
                <c:pt idx="424">
                  <c:v>7</c:v>
                </c:pt>
                <c:pt idx="425">
                  <c:v>7.6</c:v>
                </c:pt>
                <c:pt idx="426">
                  <c:v>7.7</c:v>
                </c:pt>
                <c:pt idx="427">
                  <c:v>7.5</c:v>
                </c:pt>
                <c:pt idx="428">
                  <c:v>7.1</c:v>
                </c:pt>
                <c:pt idx="429">
                  <c:v>5.2</c:v>
                </c:pt>
                <c:pt idx="430">
                  <c:v>6.6</c:v>
                </c:pt>
                <c:pt idx="431">
                  <c:v>4.8</c:v>
                </c:pt>
                <c:pt idx="432">
                  <c:v>9</c:v>
                </c:pt>
                <c:pt idx="433">
                  <c:v>7.3</c:v>
                </c:pt>
                <c:pt idx="434">
                  <c:v>6.8</c:v>
                </c:pt>
                <c:pt idx="435">
                  <c:v>6.9</c:v>
                </c:pt>
                <c:pt idx="436">
                  <c:v>4.3</c:v>
                </c:pt>
                <c:pt idx="437">
                  <c:v>7.8</c:v>
                </c:pt>
                <c:pt idx="438">
                  <c:v>8.1999999999999993</c:v>
                </c:pt>
                <c:pt idx="439">
                  <c:v>4.3</c:v>
                </c:pt>
                <c:pt idx="440">
                  <c:v>6</c:v>
                </c:pt>
                <c:pt idx="441">
                  <c:v>7.2</c:v>
                </c:pt>
                <c:pt idx="442">
                  <c:v>6.5</c:v>
                </c:pt>
                <c:pt idx="443">
                  <c:v>7.7</c:v>
                </c:pt>
                <c:pt idx="444">
                  <c:v>8.6</c:v>
                </c:pt>
                <c:pt idx="445">
                  <c:v>4</c:v>
                </c:pt>
                <c:pt idx="446">
                  <c:v>9.9</c:v>
                </c:pt>
                <c:pt idx="447">
                  <c:v>9.6</c:v>
                </c:pt>
                <c:pt idx="448">
                  <c:v>8.8000000000000007</c:v>
                </c:pt>
                <c:pt idx="449">
                  <c:v>5.0999999999999996</c:v>
                </c:pt>
                <c:pt idx="450">
                  <c:v>4.0999999999999996</c:v>
                </c:pt>
                <c:pt idx="451">
                  <c:v>8.5</c:v>
                </c:pt>
                <c:pt idx="452">
                  <c:v>6</c:v>
                </c:pt>
                <c:pt idx="453">
                  <c:v>7.7</c:v>
                </c:pt>
                <c:pt idx="454">
                  <c:v>7.9</c:v>
                </c:pt>
                <c:pt idx="455">
                  <c:v>4.5999999999999996</c:v>
                </c:pt>
                <c:pt idx="456">
                  <c:v>6.9</c:v>
                </c:pt>
                <c:pt idx="457">
                  <c:v>4.7</c:v>
                </c:pt>
                <c:pt idx="458">
                  <c:v>6.9</c:v>
                </c:pt>
                <c:pt idx="459">
                  <c:v>6.2</c:v>
                </c:pt>
                <c:pt idx="460">
                  <c:v>4.9000000000000004</c:v>
                </c:pt>
                <c:pt idx="461">
                  <c:v>9</c:v>
                </c:pt>
                <c:pt idx="462">
                  <c:v>7.4</c:v>
                </c:pt>
                <c:pt idx="463">
                  <c:v>6.8</c:v>
                </c:pt>
                <c:pt idx="464">
                  <c:v>5.9</c:v>
                </c:pt>
                <c:pt idx="465">
                  <c:v>4.4000000000000004</c:v>
                </c:pt>
                <c:pt idx="466">
                  <c:v>8.5</c:v>
                </c:pt>
                <c:pt idx="467">
                  <c:v>9.1999999999999993</c:v>
                </c:pt>
                <c:pt idx="468">
                  <c:v>8.1999999999999993</c:v>
                </c:pt>
                <c:pt idx="469">
                  <c:v>5</c:v>
                </c:pt>
                <c:pt idx="470">
                  <c:v>6.9</c:v>
                </c:pt>
                <c:pt idx="471">
                  <c:v>5.9</c:v>
                </c:pt>
                <c:pt idx="472">
                  <c:v>7</c:v>
                </c:pt>
                <c:pt idx="473">
                  <c:v>8.6</c:v>
                </c:pt>
                <c:pt idx="474">
                  <c:v>4.2</c:v>
                </c:pt>
                <c:pt idx="475">
                  <c:v>5.4</c:v>
                </c:pt>
                <c:pt idx="476">
                  <c:v>4.4000000000000004</c:v>
                </c:pt>
                <c:pt idx="477">
                  <c:v>8</c:v>
                </c:pt>
                <c:pt idx="478">
                  <c:v>8.6999999999999993</c:v>
                </c:pt>
                <c:pt idx="479">
                  <c:v>4.9000000000000004</c:v>
                </c:pt>
                <c:pt idx="480">
                  <c:v>7.5</c:v>
                </c:pt>
                <c:pt idx="481">
                  <c:v>6.9</c:v>
                </c:pt>
                <c:pt idx="482">
                  <c:v>8.1</c:v>
                </c:pt>
                <c:pt idx="483">
                  <c:v>7.3</c:v>
                </c:pt>
                <c:pt idx="484">
                  <c:v>5.3</c:v>
                </c:pt>
                <c:pt idx="485">
                  <c:v>5.6</c:v>
                </c:pt>
                <c:pt idx="486">
                  <c:v>6.7</c:v>
                </c:pt>
                <c:pt idx="487">
                  <c:v>5.2</c:v>
                </c:pt>
                <c:pt idx="488">
                  <c:v>9.3000000000000007</c:v>
                </c:pt>
                <c:pt idx="489">
                  <c:v>6.2</c:v>
                </c:pt>
                <c:pt idx="490">
                  <c:v>7.2</c:v>
                </c:pt>
                <c:pt idx="491">
                  <c:v>7.4</c:v>
                </c:pt>
                <c:pt idx="492">
                  <c:v>6.1</c:v>
                </c:pt>
                <c:pt idx="493">
                  <c:v>5.7</c:v>
                </c:pt>
                <c:pt idx="494">
                  <c:v>7.3</c:v>
                </c:pt>
                <c:pt idx="495">
                  <c:v>8.8000000000000007</c:v>
                </c:pt>
                <c:pt idx="496">
                  <c:v>6.4</c:v>
                </c:pt>
                <c:pt idx="497">
                  <c:v>9.9</c:v>
                </c:pt>
                <c:pt idx="498">
                  <c:v>6.2</c:v>
                </c:pt>
                <c:pt idx="499">
                  <c:v>8</c:v>
                </c:pt>
                <c:pt idx="500">
                  <c:v>8.1</c:v>
                </c:pt>
                <c:pt idx="501">
                  <c:v>8.6</c:v>
                </c:pt>
                <c:pt idx="502">
                  <c:v>7.3</c:v>
                </c:pt>
                <c:pt idx="503">
                  <c:v>8.1</c:v>
                </c:pt>
                <c:pt idx="504">
                  <c:v>4.5999999999999996</c:v>
                </c:pt>
                <c:pt idx="505">
                  <c:v>8.6999999999999993</c:v>
                </c:pt>
                <c:pt idx="506">
                  <c:v>5.0999999999999996</c:v>
                </c:pt>
                <c:pt idx="507">
                  <c:v>9.4</c:v>
                </c:pt>
                <c:pt idx="508">
                  <c:v>7.3</c:v>
                </c:pt>
                <c:pt idx="509">
                  <c:v>10</c:v>
                </c:pt>
                <c:pt idx="510">
                  <c:v>8.9</c:v>
                </c:pt>
                <c:pt idx="511">
                  <c:v>4.2</c:v>
                </c:pt>
                <c:pt idx="512">
                  <c:v>5</c:v>
                </c:pt>
                <c:pt idx="513">
                  <c:v>4.4000000000000004</c:v>
                </c:pt>
                <c:pt idx="514">
                  <c:v>7.1</c:v>
                </c:pt>
                <c:pt idx="515">
                  <c:v>5.8</c:v>
                </c:pt>
                <c:pt idx="516">
                  <c:v>8</c:v>
                </c:pt>
                <c:pt idx="517">
                  <c:v>9.5</c:v>
                </c:pt>
                <c:pt idx="518">
                  <c:v>8.6999999999999993</c:v>
                </c:pt>
                <c:pt idx="519">
                  <c:v>9.3000000000000007</c:v>
                </c:pt>
                <c:pt idx="520">
                  <c:v>6.9</c:v>
                </c:pt>
                <c:pt idx="521">
                  <c:v>5.8</c:v>
                </c:pt>
                <c:pt idx="522">
                  <c:v>5</c:v>
                </c:pt>
                <c:pt idx="523">
                  <c:v>6.8</c:v>
                </c:pt>
                <c:pt idx="524">
                  <c:v>6.1</c:v>
                </c:pt>
                <c:pt idx="525">
                  <c:v>9</c:v>
                </c:pt>
                <c:pt idx="526">
                  <c:v>6.2</c:v>
                </c:pt>
                <c:pt idx="527">
                  <c:v>7.1</c:v>
                </c:pt>
                <c:pt idx="528">
                  <c:v>6.4</c:v>
                </c:pt>
                <c:pt idx="529">
                  <c:v>7.7</c:v>
                </c:pt>
                <c:pt idx="530">
                  <c:v>5.9</c:v>
                </c:pt>
                <c:pt idx="531">
                  <c:v>5.9</c:v>
                </c:pt>
                <c:pt idx="532">
                  <c:v>6</c:v>
                </c:pt>
                <c:pt idx="533">
                  <c:v>4.0999999999999996</c:v>
                </c:pt>
                <c:pt idx="534">
                  <c:v>4.9000000000000004</c:v>
                </c:pt>
                <c:pt idx="535">
                  <c:v>6.6</c:v>
                </c:pt>
                <c:pt idx="536">
                  <c:v>7.1</c:v>
                </c:pt>
                <c:pt idx="537">
                  <c:v>5.7</c:v>
                </c:pt>
                <c:pt idx="538">
                  <c:v>6.6</c:v>
                </c:pt>
                <c:pt idx="539">
                  <c:v>7.7</c:v>
                </c:pt>
                <c:pt idx="540">
                  <c:v>7.7</c:v>
                </c:pt>
                <c:pt idx="541">
                  <c:v>9.5</c:v>
                </c:pt>
                <c:pt idx="542">
                  <c:v>8.8000000000000007</c:v>
                </c:pt>
                <c:pt idx="543">
                  <c:v>6.4</c:v>
                </c:pt>
                <c:pt idx="544">
                  <c:v>8.3000000000000007</c:v>
                </c:pt>
                <c:pt idx="545">
                  <c:v>5</c:v>
                </c:pt>
                <c:pt idx="546">
                  <c:v>9.6</c:v>
                </c:pt>
                <c:pt idx="547">
                  <c:v>5</c:v>
                </c:pt>
                <c:pt idx="548">
                  <c:v>4.0999999999999996</c:v>
                </c:pt>
                <c:pt idx="549">
                  <c:v>5.6</c:v>
                </c:pt>
                <c:pt idx="550">
                  <c:v>4.0999999999999996</c:v>
                </c:pt>
                <c:pt idx="551">
                  <c:v>6.3</c:v>
                </c:pt>
                <c:pt idx="552">
                  <c:v>8.9</c:v>
                </c:pt>
                <c:pt idx="553">
                  <c:v>7</c:v>
                </c:pt>
                <c:pt idx="554">
                  <c:v>6.6</c:v>
                </c:pt>
                <c:pt idx="555">
                  <c:v>9.3000000000000007</c:v>
                </c:pt>
                <c:pt idx="556">
                  <c:v>7</c:v>
                </c:pt>
                <c:pt idx="557">
                  <c:v>6.2</c:v>
                </c:pt>
                <c:pt idx="558">
                  <c:v>9.6999999999999993</c:v>
                </c:pt>
                <c:pt idx="559">
                  <c:v>7.1</c:v>
                </c:pt>
                <c:pt idx="560">
                  <c:v>9.5</c:v>
                </c:pt>
                <c:pt idx="561">
                  <c:v>8.1</c:v>
                </c:pt>
                <c:pt idx="562">
                  <c:v>8.5</c:v>
                </c:pt>
                <c:pt idx="563">
                  <c:v>8.5</c:v>
                </c:pt>
                <c:pt idx="564">
                  <c:v>6.4</c:v>
                </c:pt>
                <c:pt idx="565">
                  <c:v>7.5</c:v>
                </c:pt>
                <c:pt idx="566">
                  <c:v>7.6</c:v>
                </c:pt>
                <c:pt idx="567">
                  <c:v>7.7</c:v>
                </c:pt>
                <c:pt idx="568">
                  <c:v>8.3000000000000007</c:v>
                </c:pt>
                <c:pt idx="569">
                  <c:v>5.0999999999999996</c:v>
                </c:pt>
                <c:pt idx="570">
                  <c:v>4.5999999999999996</c:v>
                </c:pt>
                <c:pt idx="571">
                  <c:v>7.6</c:v>
                </c:pt>
                <c:pt idx="572">
                  <c:v>4.4000000000000004</c:v>
                </c:pt>
                <c:pt idx="573">
                  <c:v>7.6</c:v>
                </c:pt>
                <c:pt idx="574">
                  <c:v>8</c:v>
                </c:pt>
                <c:pt idx="575">
                  <c:v>8.6999999999999993</c:v>
                </c:pt>
                <c:pt idx="576">
                  <c:v>4.7</c:v>
                </c:pt>
                <c:pt idx="577">
                  <c:v>9.1999999999999993</c:v>
                </c:pt>
                <c:pt idx="578">
                  <c:v>5.0999999999999996</c:v>
                </c:pt>
                <c:pt idx="579">
                  <c:v>9.6999999999999993</c:v>
                </c:pt>
                <c:pt idx="580">
                  <c:v>5.3</c:v>
                </c:pt>
                <c:pt idx="581">
                  <c:v>6.8</c:v>
                </c:pt>
                <c:pt idx="582">
                  <c:v>4.9000000000000004</c:v>
                </c:pt>
                <c:pt idx="583">
                  <c:v>8.1</c:v>
                </c:pt>
                <c:pt idx="584">
                  <c:v>5.0999999999999996</c:v>
                </c:pt>
                <c:pt idx="585">
                  <c:v>4.0999999999999996</c:v>
                </c:pt>
                <c:pt idx="586">
                  <c:v>4.2</c:v>
                </c:pt>
                <c:pt idx="587">
                  <c:v>7.8</c:v>
                </c:pt>
                <c:pt idx="588">
                  <c:v>9.3000000000000007</c:v>
                </c:pt>
                <c:pt idx="589">
                  <c:v>8.1</c:v>
                </c:pt>
                <c:pt idx="590">
                  <c:v>4.8</c:v>
                </c:pt>
                <c:pt idx="591">
                  <c:v>7.4</c:v>
                </c:pt>
                <c:pt idx="592">
                  <c:v>8.8000000000000007</c:v>
                </c:pt>
                <c:pt idx="593">
                  <c:v>7.7</c:v>
                </c:pt>
                <c:pt idx="594">
                  <c:v>8.9</c:v>
                </c:pt>
                <c:pt idx="595">
                  <c:v>9.8000000000000007</c:v>
                </c:pt>
                <c:pt idx="596">
                  <c:v>9.4</c:v>
                </c:pt>
                <c:pt idx="597">
                  <c:v>4.8</c:v>
                </c:pt>
                <c:pt idx="598">
                  <c:v>5.4</c:v>
                </c:pt>
                <c:pt idx="599">
                  <c:v>5.9</c:v>
                </c:pt>
                <c:pt idx="600">
                  <c:v>5.4</c:v>
                </c:pt>
                <c:pt idx="601">
                  <c:v>6.2</c:v>
                </c:pt>
                <c:pt idx="602">
                  <c:v>9.8000000000000007</c:v>
                </c:pt>
                <c:pt idx="603">
                  <c:v>9.3000000000000007</c:v>
                </c:pt>
                <c:pt idx="604">
                  <c:v>5.3</c:v>
                </c:pt>
                <c:pt idx="605">
                  <c:v>9.1999999999999993</c:v>
                </c:pt>
                <c:pt idx="606">
                  <c:v>6.2</c:v>
                </c:pt>
                <c:pt idx="607">
                  <c:v>7.1</c:v>
                </c:pt>
                <c:pt idx="608">
                  <c:v>9.1999999999999993</c:v>
                </c:pt>
                <c:pt idx="609">
                  <c:v>8.6</c:v>
                </c:pt>
                <c:pt idx="610">
                  <c:v>4.3</c:v>
                </c:pt>
                <c:pt idx="611">
                  <c:v>7.1</c:v>
                </c:pt>
                <c:pt idx="612">
                  <c:v>4.0999999999999996</c:v>
                </c:pt>
                <c:pt idx="613">
                  <c:v>5.7</c:v>
                </c:pt>
                <c:pt idx="614">
                  <c:v>7.7</c:v>
                </c:pt>
                <c:pt idx="615">
                  <c:v>8.8000000000000007</c:v>
                </c:pt>
                <c:pt idx="616">
                  <c:v>9.6999999999999993</c:v>
                </c:pt>
                <c:pt idx="617">
                  <c:v>8.4</c:v>
                </c:pt>
                <c:pt idx="618">
                  <c:v>5.5</c:v>
                </c:pt>
                <c:pt idx="619">
                  <c:v>8.4</c:v>
                </c:pt>
                <c:pt idx="620">
                  <c:v>8.9</c:v>
                </c:pt>
                <c:pt idx="621">
                  <c:v>5</c:v>
                </c:pt>
                <c:pt idx="622">
                  <c:v>9.9</c:v>
                </c:pt>
                <c:pt idx="623">
                  <c:v>9.4</c:v>
                </c:pt>
                <c:pt idx="624">
                  <c:v>7.9</c:v>
                </c:pt>
                <c:pt idx="625">
                  <c:v>4.2</c:v>
                </c:pt>
                <c:pt idx="626">
                  <c:v>8.4</c:v>
                </c:pt>
                <c:pt idx="627">
                  <c:v>7.3</c:v>
                </c:pt>
                <c:pt idx="628">
                  <c:v>4</c:v>
                </c:pt>
                <c:pt idx="629">
                  <c:v>9.9</c:v>
                </c:pt>
                <c:pt idx="630">
                  <c:v>4.2</c:v>
                </c:pt>
                <c:pt idx="631">
                  <c:v>4.3</c:v>
                </c:pt>
                <c:pt idx="632">
                  <c:v>8.6999999999999993</c:v>
                </c:pt>
                <c:pt idx="633">
                  <c:v>9.9</c:v>
                </c:pt>
                <c:pt idx="634">
                  <c:v>7.8</c:v>
                </c:pt>
                <c:pt idx="635">
                  <c:v>4.5999999999999996</c:v>
                </c:pt>
                <c:pt idx="636">
                  <c:v>9</c:v>
                </c:pt>
                <c:pt idx="637">
                  <c:v>4.5</c:v>
                </c:pt>
                <c:pt idx="638">
                  <c:v>6.4</c:v>
                </c:pt>
                <c:pt idx="639">
                  <c:v>4.3</c:v>
                </c:pt>
                <c:pt idx="640">
                  <c:v>8.4</c:v>
                </c:pt>
                <c:pt idx="641">
                  <c:v>7.4</c:v>
                </c:pt>
                <c:pt idx="642">
                  <c:v>7.8</c:v>
                </c:pt>
                <c:pt idx="643">
                  <c:v>4.5999999999999996</c:v>
                </c:pt>
                <c:pt idx="644">
                  <c:v>5.6</c:v>
                </c:pt>
                <c:pt idx="645">
                  <c:v>9.9</c:v>
                </c:pt>
                <c:pt idx="646">
                  <c:v>7.6</c:v>
                </c:pt>
                <c:pt idx="647">
                  <c:v>8</c:v>
                </c:pt>
                <c:pt idx="648">
                  <c:v>6.2</c:v>
                </c:pt>
                <c:pt idx="649">
                  <c:v>9.1999999999999993</c:v>
                </c:pt>
                <c:pt idx="650">
                  <c:v>7</c:v>
                </c:pt>
                <c:pt idx="651">
                  <c:v>5.9</c:v>
                </c:pt>
                <c:pt idx="652">
                  <c:v>9.5</c:v>
                </c:pt>
                <c:pt idx="653">
                  <c:v>10</c:v>
                </c:pt>
                <c:pt idx="654">
                  <c:v>9.8000000000000007</c:v>
                </c:pt>
                <c:pt idx="655">
                  <c:v>7.6</c:v>
                </c:pt>
                <c:pt idx="656">
                  <c:v>9.6</c:v>
                </c:pt>
                <c:pt idx="657">
                  <c:v>6.5</c:v>
                </c:pt>
                <c:pt idx="658">
                  <c:v>5.3</c:v>
                </c:pt>
                <c:pt idx="659">
                  <c:v>9</c:v>
                </c:pt>
                <c:pt idx="660">
                  <c:v>5.5</c:v>
                </c:pt>
                <c:pt idx="661">
                  <c:v>6.6</c:v>
                </c:pt>
                <c:pt idx="662">
                  <c:v>8.6999999999999993</c:v>
                </c:pt>
                <c:pt idx="663">
                  <c:v>4.7</c:v>
                </c:pt>
                <c:pt idx="664">
                  <c:v>7.5</c:v>
                </c:pt>
                <c:pt idx="665">
                  <c:v>8.1</c:v>
                </c:pt>
                <c:pt idx="666">
                  <c:v>4.0999999999999996</c:v>
                </c:pt>
                <c:pt idx="667">
                  <c:v>8.8000000000000007</c:v>
                </c:pt>
                <c:pt idx="668">
                  <c:v>7.8</c:v>
                </c:pt>
                <c:pt idx="669">
                  <c:v>7.3</c:v>
                </c:pt>
                <c:pt idx="670">
                  <c:v>6.7</c:v>
                </c:pt>
                <c:pt idx="671">
                  <c:v>4.7</c:v>
                </c:pt>
                <c:pt idx="672">
                  <c:v>8.4</c:v>
                </c:pt>
                <c:pt idx="673">
                  <c:v>5.9</c:v>
                </c:pt>
                <c:pt idx="674">
                  <c:v>10</c:v>
                </c:pt>
                <c:pt idx="675">
                  <c:v>6.9</c:v>
                </c:pt>
                <c:pt idx="676">
                  <c:v>5</c:v>
                </c:pt>
                <c:pt idx="677">
                  <c:v>4.5</c:v>
                </c:pt>
                <c:pt idx="678">
                  <c:v>4.3</c:v>
                </c:pt>
                <c:pt idx="679">
                  <c:v>9.5</c:v>
                </c:pt>
                <c:pt idx="680">
                  <c:v>5.3</c:v>
                </c:pt>
                <c:pt idx="681">
                  <c:v>9.1</c:v>
                </c:pt>
                <c:pt idx="682">
                  <c:v>6.3</c:v>
                </c:pt>
                <c:pt idx="683">
                  <c:v>8.6</c:v>
                </c:pt>
                <c:pt idx="684">
                  <c:v>9.3000000000000007</c:v>
                </c:pt>
                <c:pt idx="685">
                  <c:v>4.2</c:v>
                </c:pt>
                <c:pt idx="686">
                  <c:v>8.1999999999999993</c:v>
                </c:pt>
                <c:pt idx="687">
                  <c:v>5.8</c:v>
                </c:pt>
                <c:pt idx="688">
                  <c:v>7.6</c:v>
                </c:pt>
                <c:pt idx="689">
                  <c:v>6.7</c:v>
                </c:pt>
                <c:pt idx="690">
                  <c:v>9.5</c:v>
                </c:pt>
                <c:pt idx="691">
                  <c:v>6.8</c:v>
                </c:pt>
                <c:pt idx="692">
                  <c:v>9.5</c:v>
                </c:pt>
                <c:pt idx="693">
                  <c:v>6.5</c:v>
                </c:pt>
                <c:pt idx="694">
                  <c:v>6.9</c:v>
                </c:pt>
                <c:pt idx="695">
                  <c:v>8.6</c:v>
                </c:pt>
                <c:pt idx="696">
                  <c:v>4.7</c:v>
                </c:pt>
                <c:pt idx="697">
                  <c:v>8.6</c:v>
                </c:pt>
                <c:pt idx="698">
                  <c:v>9.1999999999999993</c:v>
                </c:pt>
                <c:pt idx="699">
                  <c:v>4.4000000000000004</c:v>
                </c:pt>
                <c:pt idx="700">
                  <c:v>5.3</c:v>
                </c:pt>
                <c:pt idx="701">
                  <c:v>9</c:v>
                </c:pt>
                <c:pt idx="702">
                  <c:v>5.9</c:v>
                </c:pt>
                <c:pt idx="703">
                  <c:v>8.1999999999999993</c:v>
                </c:pt>
                <c:pt idx="704">
                  <c:v>8</c:v>
                </c:pt>
                <c:pt idx="705">
                  <c:v>7.5</c:v>
                </c:pt>
                <c:pt idx="706">
                  <c:v>7</c:v>
                </c:pt>
                <c:pt idx="707">
                  <c:v>9.5</c:v>
                </c:pt>
                <c:pt idx="708">
                  <c:v>7.2</c:v>
                </c:pt>
                <c:pt idx="709">
                  <c:v>7.6</c:v>
                </c:pt>
                <c:pt idx="710">
                  <c:v>7.6</c:v>
                </c:pt>
                <c:pt idx="711">
                  <c:v>4.5</c:v>
                </c:pt>
                <c:pt idx="712">
                  <c:v>8.6</c:v>
                </c:pt>
                <c:pt idx="713">
                  <c:v>7.1</c:v>
                </c:pt>
                <c:pt idx="714">
                  <c:v>9.6999999999999993</c:v>
                </c:pt>
                <c:pt idx="715">
                  <c:v>9.3000000000000007</c:v>
                </c:pt>
                <c:pt idx="716">
                  <c:v>9.4</c:v>
                </c:pt>
                <c:pt idx="717">
                  <c:v>4.0999999999999996</c:v>
                </c:pt>
                <c:pt idx="718">
                  <c:v>4.7</c:v>
                </c:pt>
                <c:pt idx="719">
                  <c:v>7.3</c:v>
                </c:pt>
                <c:pt idx="720">
                  <c:v>6.2</c:v>
                </c:pt>
                <c:pt idx="721">
                  <c:v>6</c:v>
                </c:pt>
                <c:pt idx="722">
                  <c:v>7.1</c:v>
                </c:pt>
                <c:pt idx="723">
                  <c:v>4.7</c:v>
                </c:pt>
                <c:pt idx="724">
                  <c:v>6.7</c:v>
                </c:pt>
                <c:pt idx="725">
                  <c:v>5.8</c:v>
                </c:pt>
                <c:pt idx="726">
                  <c:v>7.4</c:v>
                </c:pt>
                <c:pt idx="727">
                  <c:v>7.5</c:v>
                </c:pt>
                <c:pt idx="728">
                  <c:v>7.7</c:v>
                </c:pt>
                <c:pt idx="729">
                  <c:v>5.4</c:v>
                </c:pt>
                <c:pt idx="730">
                  <c:v>4.5999999999999996</c:v>
                </c:pt>
                <c:pt idx="731">
                  <c:v>6.3</c:v>
                </c:pt>
                <c:pt idx="732">
                  <c:v>7.2</c:v>
                </c:pt>
                <c:pt idx="733">
                  <c:v>5.5</c:v>
                </c:pt>
                <c:pt idx="734">
                  <c:v>8.1</c:v>
                </c:pt>
                <c:pt idx="735">
                  <c:v>6.9</c:v>
                </c:pt>
                <c:pt idx="736">
                  <c:v>7.3</c:v>
                </c:pt>
                <c:pt idx="737">
                  <c:v>6.6</c:v>
                </c:pt>
                <c:pt idx="738">
                  <c:v>5</c:v>
                </c:pt>
                <c:pt idx="739">
                  <c:v>7.7</c:v>
                </c:pt>
                <c:pt idx="740">
                  <c:v>5.5</c:v>
                </c:pt>
                <c:pt idx="741">
                  <c:v>6.9</c:v>
                </c:pt>
                <c:pt idx="742">
                  <c:v>9.6</c:v>
                </c:pt>
                <c:pt idx="743">
                  <c:v>7</c:v>
                </c:pt>
                <c:pt idx="744">
                  <c:v>9.5</c:v>
                </c:pt>
                <c:pt idx="745">
                  <c:v>7.3</c:v>
                </c:pt>
                <c:pt idx="746">
                  <c:v>4.5</c:v>
                </c:pt>
                <c:pt idx="747">
                  <c:v>8.4</c:v>
                </c:pt>
                <c:pt idx="748">
                  <c:v>7.1</c:v>
                </c:pt>
                <c:pt idx="749">
                  <c:v>7.2</c:v>
                </c:pt>
                <c:pt idx="750">
                  <c:v>5.0999999999999996</c:v>
                </c:pt>
                <c:pt idx="751">
                  <c:v>5.9</c:v>
                </c:pt>
                <c:pt idx="752">
                  <c:v>7.1</c:v>
                </c:pt>
                <c:pt idx="753">
                  <c:v>9</c:v>
                </c:pt>
                <c:pt idx="754">
                  <c:v>6.4</c:v>
                </c:pt>
                <c:pt idx="755">
                  <c:v>7.1</c:v>
                </c:pt>
                <c:pt idx="756">
                  <c:v>4.5999999999999996</c:v>
                </c:pt>
                <c:pt idx="757">
                  <c:v>7.3</c:v>
                </c:pt>
                <c:pt idx="758">
                  <c:v>9.5</c:v>
                </c:pt>
                <c:pt idx="759">
                  <c:v>9</c:v>
                </c:pt>
                <c:pt idx="760">
                  <c:v>5.4</c:v>
                </c:pt>
                <c:pt idx="761">
                  <c:v>7.9</c:v>
                </c:pt>
                <c:pt idx="762">
                  <c:v>6.9</c:v>
                </c:pt>
                <c:pt idx="763">
                  <c:v>5.7</c:v>
                </c:pt>
                <c:pt idx="764">
                  <c:v>9.9</c:v>
                </c:pt>
                <c:pt idx="765">
                  <c:v>6.7</c:v>
                </c:pt>
                <c:pt idx="766">
                  <c:v>8.3000000000000007</c:v>
                </c:pt>
                <c:pt idx="767">
                  <c:v>8.4</c:v>
                </c:pt>
                <c:pt idx="768">
                  <c:v>9.4</c:v>
                </c:pt>
                <c:pt idx="769">
                  <c:v>7.8</c:v>
                </c:pt>
                <c:pt idx="770">
                  <c:v>5.4</c:v>
                </c:pt>
                <c:pt idx="771">
                  <c:v>7</c:v>
                </c:pt>
                <c:pt idx="772">
                  <c:v>9.6999999999999993</c:v>
                </c:pt>
                <c:pt idx="773">
                  <c:v>4.9000000000000004</c:v>
                </c:pt>
                <c:pt idx="774">
                  <c:v>6.7</c:v>
                </c:pt>
                <c:pt idx="775">
                  <c:v>7.9</c:v>
                </c:pt>
                <c:pt idx="776">
                  <c:v>9.1</c:v>
                </c:pt>
                <c:pt idx="777">
                  <c:v>7.5</c:v>
                </c:pt>
                <c:pt idx="778">
                  <c:v>5.0999999999999996</c:v>
                </c:pt>
                <c:pt idx="779">
                  <c:v>6.4</c:v>
                </c:pt>
                <c:pt idx="780">
                  <c:v>5.7</c:v>
                </c:pt>
                <c:pt idx="781">
                  <c:v>5.5</c:v>
                </c:pt>
                <c:pt idx="782">
                  <c:v>7.8</c:v>
                </c:pt>
                <c:pt idx="783">
                  <c:v>7.6</c:v>
                </c:pt>
                <c:pt idx="784">
                  <c:v>6.5</c:v>
                </c:pt>
                <c:pt idx="785">
                  <c:v>9.6</c:v>
                </c:pt>
                <c:pt idx="786">
                  <c:v>8.9</c:v>
                </c:pt>
                <c:pt idx="787">
                  <c:v>9.9</c:v>
                </c:pt>
                <c:pt idx="788">
                  <c:v>4.3</c:v>
                </c:pt>
                <c:pt idx="789">
                  <c:v>4.8</c:v>
                </c:pt>
                <c:pt idx="790">
                  <c:v>6.1</c:v>
                </c:pt>
                <c:pt idx="791">
                  <c:v>8.8000000000000007</c:v>
                </c:pt>
                <c:pt idx="792">
                  <c:v>6.9</c:v>
                </c:pt>
                <c:pt idx="793">
                  <c:v>7.8</c:v>
                </c:pt>
                <c:pt idx="794">
                  <c:v>8.5</c:v>
                </c:pt>
                <c:pt idx="795">
                  <c:v>7</c:v>
                </c:pt>
                <c:pt idx="796">
                  <c:v>8.3000000000000007</c:v>
                </c:pt>
                <c:pt idx="797">
                  <c:v>9.1</c:v>
                </c:pt>
                <c:pt idx="798">
                  <c:v>8</c:v>
                </c:pt>
                <c:pt idx="799">
                  <c:v>5.7</c:v>
                </c:pt>
                <c:pt idx="800">
                  <c:v>8.1</c:v>
                </c:pt>
                <c:pt idx="801">
                  <c:v>7.5</c:v>
                </c:pt>
                <c:pt idx="802">
                  <c:v>5.8</c:v>
                </c:pt>
                <c:pt idx="803">
                  <c:v>5.9</c:v>
                </c:pt>
                <c:pt idx="804">
                  <c:v>9.6999999999999993</c:v>
                </c:pt>
                <c:pt idx="805">
                  <c:v>6.9</c:v>
                </c:pt>
                <c:pt idx="806">
                  <c:v>6.7</c:v>
                </c:pt>
                <c:pt idx="807">
                  <c:v>9.6</c:v>
                </c:pt>
                <c:pt idx="808">
                  <c:v>4.7</c:v>
                </c:pt>
                <c:pt idx="809">
                  <c:v>5</c:v>
                </c:pt>
                <c:pt idx="810">
                  <c:v>7.8</c:v>
                </c:pt>
                <c:pt idx="811">
                  <c:v>9.3000000000000007</c:v>
                </c:pt>
                <c:pt idx="812">
                  <c:v>7.9</c:v>
                </c:pt>
                <c:pt idx="813">
                  <c:v>7</c:v>
                </c:pt>
                <c:pt idx="814">
                  <c:v>5.4</c:v>
                </c:pt>
                <c:pt idx="815">
                  <c:v>7</c:v>
                </c:pt>
                <c:pt idx="816">
                  <c:v>8.3000000000000007</c:v>
                </c:pt>
                <c:pt idx="817">
                  <c:v>8.1</c:v>
                </c:pt>
                <c:pt idx="818">
                  <c:v>7.8</c:v>
                </c:pt>
                <c:pt idx="819">
                  <c:v>4.7</c:v>
                </c:pt>
                <c:pt idx="820">
                  <c:v>9.1999999999999993</c:v>
                </c:pt>
                <c:pt idx="821">
                  <c:v>9.5</c:v>
                </c:pt>
                <c:pt idx="822">
                  <c:v>6.9</c:v>
                </c:pt>
                <c:pt idx="823">
                  <c:v>8.8000000000000007</c:v>
                </c:pt>
                <c:pt idx="824">
                  <c:v>8.5</c:v>
                </c:pt>
                <c:pt idx="825">
                  <c:v>8.1999999999999993</c:v>
                </c:pt>
                <c:pt idx="826">
                  <c:v>6.7</c:v>
                </c:pt>
                <c:pt idx="827">
                  <c:v>5.6</c:v>
                </c:pt>
                <c:pt idx="828">
                  <c:v>4.9000000000000004</c:v>
                </c:pt>
                <c:pt idx="829">
                  <c:v>6.7</c:v>
                </c:pt>
                <c:pt idx="830">
                  <c:v>9</c:v>
                </c:pt>
                <c:pt idx="831">
                  <c:v>4.7</c:v>
                </c:pt>
                <c:pt idx="832">
                  <c:v>6.5</c:v>
                </c:pt>
                <c:pt idx="833">
                  <c:v>9.9</c:v>
                </c:pt>
                <c:pt idx="834">
                  <c:v>8.8000000000000007</c:v>
                </c:pt>
                <c:pt idx="835">
                  <c:v>7.2</c:v>
                </c:pt>
                <c:pt idx="836">
                  <c:v>6</c:v>
                </c:pt>
                <c:pt idx="837">
                  <c:v>4.4000000000000004</c:v>
                </c:pt>
                <c:pt idx="838">
                  <c:v>8.1</c:v>
                </c:pt>
                <c:pt idx="839">
                  <c:v>4.9000000000000004</c:v>
                </c:pt>
                <c:pt idx="840">
                  <c:v>4.3</c:v>
                </c:pt>
                <c:pt idx="841">
                  <c:v>6</c:v>
                </c:pt>
                <c:pt idx="842">
                  <c:v>7</c:v>
                </c:pt>
                <c:pt idx="843">
                  <c:v>10</c:v>
                </c:pt>
                <c:pt idx="844">
                  <c:v>8.3000000000000007</c:v>
                </c:pt>
                <c:pt idx="845">
                  <c:v>9.4</c:v>
                </c:pt>
                <c:pt idx="846">
                  <c:v>6.9</c:v>
                </c:pt>
                <c:pt idx="847">
                  <c:v>7.2</c:v>
                </c:pt>
                <c:pt idx="848">
                  <c:v>7.9</c:v>
                </c:pt>
                <c:pt idx="849">
                  <c:v>4.8</c:v>
                </c:pt>
                <c:pt idx="850">
                  <c:v>4.5999999999999996</c:v>
                </c:pt>
                <c:pt idx="851">
                  <c:v>9.1999999999999993</c:v>
                </c:pt>
                <c:pt idx="852">
                  <c:v>8.5</c:v>
                </c:pt>
                <c:pt idx="853">
                  <c:v>9.9</c:v>
                </c:pt>
                <c:pt idx="854">
                  <c:v>6.5</c:v>
                </c:pt>
                <c:pt idx="855">
                  <c:v>8.6999999999999993</c:v>
                </c:pt>
                <c:pt idx="856">
                  <c:v>6.8</c:v>
                </c:pt>
                <c:pt idx="857">
                  <c:v>7.3</c:v>
                </c:pt>
                <c:pt idx="858">
                  <c:v>7.6</c:v>
                </c:pt>
                <c:pt idx="859">
                  <c:v>8.8000000000000007</c:v>
                </c:pt>
                <c:pt idx="860">
                  <c:v>6.3</c:v>
                </c:pt>
                <c:pt idx="861">
                  <c:v>6.6</c:v>
                </c:pt>
                <c:pt idx="862">
                  <c:v>5.2</c:v>
                </c:pt>
                <c:pt idx="863">
                  <c:v>5.3</c:v>
                </c:pt>
                <c:pt idx="864">
                  <c:v>5.4</c:v>
                </c:pt>
                <c:pt idx="865">
                  <c:v>7.5</c:v>
                </c:pt>
                <c:pt idx="866">
                  <c:v>5.7</c:v>
                </c:pt>
                <c:pt idx="867">
                  <c:v>4.5</c:v>
                </c:pt>
                <c:pt idx="868">
                  <c:v>10</c:v>
                </c:pt>
                <c:pt idx="869">
                  <c:v>6.6</c:v>
                </c:pt>
                <c:pt idx="870">
                  <c:v>6.5</c:v>
                </c:pt>
                <c:pt idx="871">
                  <c:v>4.9000000000000004</c:v>
                </c:pt>
                <c:pt idx="872">
                  <c:v>5.6</c:v>
                </c:pt>
                <c:pt idx="873">
                  <c:v>5.5</c:v>
                </c:pt>
                <c:pt idx="874">
                  <c:v>4.0999999999999996</c:v>
                </c:pt>
                <c:pt idx="875">
                  <c:v>4.4000000000000004</c:v>
                </c:pt>
                <c:pt idx="876">
                  <c:v>9.3000000000000007</c:v>
                </c:pt>
                <c:pt idx="877">
                  <c:v>8.8000000000000007</c:v>
                </c:pt>
                <c:pt idx="878">
                  <c:v>8.8000000000000007</c:v>
                </c:pt>
                <c:pt idx="879">
                  <c:v>6.8</c:v>
                </c:pt>
                <c:pt idx="880">
                  <c:v>7.4</c:v>
                </c:pt>
                <c:pt idx="881">
                  <c:v>6.6</c:v>
                </c:pt>
                <c:pt idx="882">
                  <c:v>4.3</c:v>
                </c:pt>
                <c:pt idx="883">
                  <c:v>8.4</c:v>
                </c:pt>
                <c:pt idx="884">
                  <c:v>9.1999999999999993</c:v>
                </c:pt>
                <c:pt idx="885">
                  <c:v>7</c:v>
                </c:pt>
                <c:pt idx="886">
                  <c:v>8.8000000000000007</c:v>
                </c:pt>
                <c:pt idx="887">
                  <c:v>6.9</c:v>
                </c:pt>
                <c:pt idx="888">
                  <c:v>9.6999999999999993</c:v>
                </c:pt>
                <c:pt idx="889">
                  <c:v>6.5</c:v>
                </c:pt>
                <c:pt idx="890">
                  <c:v>9.3000000000000007</c:v>
                </c:pt>
                <c:pt idx="891">
                  <c:v>8.4</c:v>
                </c:pt>
                <c:pt idx="892">
                  <c:v>4.8</c:v>
                </c:pt>
                <c:pt idx="893">
                  <c:v>6.2</c:v>
                </c:pt>
                <c:pt idx="894">
                  <c:v>9.8000000000000007</c:v>
                </c:pt>
                <c:pt idx="895">
                  <c:v>5.6</c:v>
                </c:pt>
                <c:pt idx="896">
                  <c:v>4.4000000000000004</c:v>
                </c:pt>
                <c:pt idx="897">
                  <c:v>6</c:v>
                </c:pt>
                <c:pt idx="898">
                  <c:v>6.7</c:v>
                </c:pt>
                <c:pt idx="899">
                  <c:v>7.2</c:v>
                </c:pt>
                <c:pt idx="900">
                  <c:v>7.3</c:v>
                </c:pt>
                <c:pt idx="901">
                  <c:v>8.6</c:v>
                </c:pt>
                <c:pt idx="902">
                  <c:v>7.1</c:v>
                </c:pt>
                <c:pt idx="903">
                  <c:v>7.4</c:v>
                </c:pt>
                <c:pt idx="904">
                  <c:v>7.4</c:v>
                </c:pt>
                <c:pt idx="905">
                  <c:v>6.4</c:v>
                </c:pt>
                <c:pt idx="906">
                  <c:v>6.9</c:v>
                </c:pt>
                <c:pt idx="907">
                  <c:v>5.8</c:v>
                </c:pt>
                <c:pt idx="908">
                  <c:v>5.7</c:v>
                </c:pt>
                <c:pt idx="909">
                  <c:v>7.3</c:v>
                </c:pt>
                <c:pt idx="910">
                  <c:v>7.8</c:v>
                </c:pt>
                <c:pt idx="911">
                  <c:v>8.1999999999999993</c:v>
                </c:pt>
                <c:pt idx="912">
                  <c:v>8.6999999999999993</c:v>
                </c:pt>
                <c:pt idx="913">
                  <c:v>9.5</c:v>
                </c:pt>
                <c:pt idx="914">
                  <c:v>6.4</c:v>
                </c:pt>
                <c:pt idx="915">
                  <c:v>4.0999999999999996</c:v>
                </c:pt>
                <c:pt idx="916">
                  <c:v>6.3</c:v>
                </c:pt>
                <c:pt idx="917">
                  <c:v>4.4000000000000004</c:v>
                </c:pt>
                <c:pt idx="918">
                  <c:v>5.4</c:v>
                </c:pt>
                <c:pt idx="919">
                  <c:v>6.9</c:v>
                </c:pt>
                <c:pt idx="920">
                  <c:v>9.6999999999999993</c:v>
                </c:pt>
                <c:pt idx="921">
                  <c:v>5.3</c:v>
                </c:pt>
                <c:pt idx="922">
                  <c:v>4.9000000000000004</c:v>
                </c:pt>
                <c:pt idx="923">
                  <c:v>4.5999999999999996</c:v>
                </c:pt>
                <c:pt idx="924">
                  <c:v>5.2</c:v>
                </c:pt>
                <c:pt idx="925">
                  <c:v>8.4</c:v>
                </c:pt>
                <c:pt idx="926">
                  <c:v>9.6</c:v>
                </c:pt>
                <c:pt idx="927">
                  <c:v>7.5</c:v>
                </c:pt>
                <c:pt idx="928">
                  <c:v>6.8</c:v>
                </c:pt>
                <c:pt idx="929">
                  <c:v>9.3000000000000007</c:v>
                </c:pt>
                <c:pt idx="930">
                  <c:v>5.8</c:v>
                </c:pt>
                <c:pt idx="931">
                  <c:v>6.5</c:v>
                </c:pt>
                <c:pt idx="932">
                  <c:v>7.6</c:v>
                </c:pt>
                <c:pt idx="933">
                  <c:v>9.6</c:v>
                </c:pt>
                <c:pt idx="934">
                  <c:v>9.9</c:v>
                </c:pt>
                <c:pt idx="935">
                  <c:v>6.1</c:v>
                </c:pt>
                <c:pt idx="936">
                  <c:v>7.5</c:v>
                </c:pt>
                <c:pt idx="937">
                  <c:v>5.5</c:v>
                </c:pt>
                <c:pt idx="938">
                  <c:v>9.1999999999999993</c:v>
                </c:pt>
                <c:pt idx="939">
                  <c:v>7.4</c:v>
                </c:pt>
                <c:pt idx="940">
                  <c:v>7.3</c:v>
                </c:pt>
                <c:pt idx="941">
                  <c:v>6.7</c:v>
                </c:pt>
                <c:pt idx="942">
                  <c:v>5.7</c:v>
                </c:pt>
                <c:pt idx="943">
                  <c:v>5</c:v>
                </c:pt>
                <c:pt idx="944">
                  <c:v>4.8</c:v>
                </c:pt>
                <c:pt idx="945">
                  <c:v>8.1</c:v>
                </c:pt>
                <c:pt idx="946">
                  <c:v>9.5</c:v>
                </c:pt>
                <c:pt idx="947">
                  <c:v>5.9</c:v>
                </c:pt>
                <c:pt idx="948">
                  <c:v>7.2</c:v>
                </c:pt>
                <c:pt idx="949">
                  <c:v>8.9</c:v>
                </c:pt>
                <c:pt idx="950">
                  <c:v>9.6999999999999993</c:v>
                </c:pt>
                <c:pt idx="951">
                  <c:v>6.6</c:v>
                </c:pt>
                <c:pt idx="952">
                  <c:v>8.6</c:v>
                </c:pt>
                <c:pt idx="953">
                  <c:v>4</c:v>
                </c:pt>
                <c:pt idx="954">
                  <c:v>8.5</c:v>
                </c:pt>
                <c:pt idx="955">
                  <c:v>7.1</c:v>
                </c:pt>
                <c:pt idx="956">
                  <c:v>8.1</c:v>
                </c:pt>
                <c:pt idx="957">
                  <c:v>7.8</c:v>
                </c:pt>
                <c:pt idx="958">
                  <c:v>9.3000000000000007</c:v>
                </c:pt>
                <c:pt idx="959">
                  <c:v>6.1</c:v>
                </c:pt>
                <c:pt idx="960">
                  <c:v>7.3</c:v>
                </c:pt>
                <c:pt idx="961">
                  <c:v>9.3000000000000007</c:v>
                </c:pt>
                <c:pt idx="962">
                  <c:v>8</c:v>
                </c:pt>
                <c:pt idx="963">
                  <c:v>5.3</c:v>
                </c:pt>
                <c:pt idx="964">
                  <c:v>9.6</c:v>
                </c:pt>
                <c:pt idx="965">
                  <c:v>4.2</c:v>
                </c:pt>
                <c:pt idx="966">
                  <c:v>4.5999999999999996</c:v>
                </c:pt>
                <c:pt idx="967">
                  <c:v>7.3</c:v>
                </c:pt>
                <c:pt idx="968">
                  <c:v>8.4</c:v>
                </c:pt>
                <c:pt idx="969">
                  <c:v>6.7</c:v>
                </c:pt>
                <c:pt idx="970">
                  <c:v>6.1</c:v>
                </c:pt>
                <c:pt idx="971">
                  <c:v>4.9000000000000004</c:v>
                </c:pt>
                <c:pt idx="972">
                  <c:v>9.9</c:v>
                </c:pt>
                <c:pt idx="973">
                  <c:v>7.4</c:v>
                </c:pt>
                <c:pt idx="974">
                  <c:v>4.8</c:v>
                </c:pt>
                <c:pt idx="975">
                  <c:v>8.6</c:v>
                </c:pt>
                <c:pt idx="976">
                  <c:v>9.6</c:v>
                </c:pt>
                <c:pt idx="977">
                  <c:v>7.6</c:v>
                </c:pt>
                <c:pt idx="978">
                  <c:v>6.3</c:v>
                </c:pt>
                <c:pt idx="979">
                  <c:v>9.6</c:v>
                </c:pt>
                <c:pt idx="980">
                  <c:v>7.7</c:v>
                </c:pt>
                <c:pt idx="981">
                  <c:v>9.6999999999999993</c:v>
                </c:pt>
                <c:pt idx="982">
                  <c:v>7.5</c:v>
                </c:pt>
                <c:pt idx="983">
                  <c:v>8.3000000000000007</c:v>
                </c:pt>
                <c:pt idx="984">
                  <c:v>7.8</c:v>
                </c:pt>
                <c:pt idx="985">
                  <c:v>7.9</c:v>
                </c:pt>
                <c:pt idx="986">
                  <c:v>8.5</c:v>
                </c:pt>
                <c:pt idx="987">
                  <c:v>5.2</c:v>
                </c:pt>
                <c:pt idx="988">
                  <c:v>4.9000000000000004</c:v>
                </c:pt>
                <c:pt idx="989">
                  <c:v>6.5</c:v>
                </c:pt>
                <c:pt idx="990">
                  <c:v>4.0999999999999996</c:v>
                </c:pt>
                <c:pt idx="991">
                  <c:v>7</c:v>
                </c:pt>
                <c:pt idx="992">
                  <c:v>4.3</c:v>
                </c:pt>
                <c:pt idx="993">
                  <c:v>4.9000000000000004</c:v>
                </c:pt>
                <c:pt idx="994">
                  <c:v>4.4000000000000004</c:v>
                </c:pt>
                <c:pt idx="995">
                  <c:v>5</c:v>
                </c:pt>
                <c:pt idx="996">
                  <c:v>4.3</c:v>
                </c:pt>
                <c:pt idx="997">
                  <c:v>8</c:v>
                </c:pt>
                <c:pt idx="998">
                  <c:v>5.7</c:v>
                </c:pt>
                <c:pt idx="999">
                  <c:v>7</c:v>
                </c:pt>
                <c:pt idx="1000">
                  <c:v>9.6</c:v>
                </c:pt>
                <c:pt idx="1001">
                  <c:v>7.5</c:v>
                </c:pt>
                <c:pt idx="1002">
                  <c:v>4.9000000000000004</c:v>
                </c:pt>
                <c:pt idx="1003">
                  <c:v>5.8</c:v>
                </c:pt>
                <c:pt idx="1004">
                  <c:v>9.5</c:v>
                </c:pt>
                <c:pt idx="1005">
                  <c:v>4.5</c:v>
                </c:pt>
                <c:pt idx="1006">
                  <c:v>5.2</c:v>
                </c:pt>
                <c:pt idx="1007">
                  <c:v>5</c:v>
                </c:pt>
                <c:pt idx="1008">
                  <c:v>7.3</c:v>
                </c:pt>
                <c:pt idx="1009">
                  <c:v>8.6</c:v>
                </c:pt>
                <c:pt idx="1010">
                  <c:v>9.4</c:v>
                </c:pt>
                <c:pt idx="1011">
                  <c:v>6.7</c:v>
                </c:pt>
                <c:pt idx="1012">
                  <c:v>4.3</c:v>
                </c:pt>
                <c:pt idx="1013">
                  <c:v>6.8</c:v>
                </c:pt>
                <c:pt idx="1014">
                  <c:v>5.3</c:v>
                </c:pt>
                <c:pt idx="1015">
                  <c:v>5.5</c:v>
                </c:pt>
                <c:pt idx="1016">
                  <c:v>7.3</c:v>
                </c:pt>
                <c:pt idx="1017">
                  <c:v>8.3000000000000007</c:v>
                </c:pt>
                <c:pt idx="1018">
                  <c:v>4.9000000000000004</c:v>
                </c:pt>
                <c:pt idx="1019">
                  <c:v>6.3</c:v>
                </c:pt>
                <c:pt idx="1020">
                  <c:v>6.8</c:v>
                </c:pt>
                <c:pt idx="1021">
                  <c:v>7.4</c:v>
                </c:pt>
                <c:pt idx="1022">
                  <c:v>5.9</c:v>
                </c:pt>
                <c:pt idx="1023">
                  <c:v>9.4</c:v>
                </c:pt>
                <c:pt idx="1024">
                  <c:v>5.9</c:v>
                </c:pt>
                <c:pt idx="1025">
                  <c:v>5</c:v>
                </c:pt>
                <c:pt idx="1026">
                  <c:v>7.2</c:v>
                </c:pt>
                <c:pt idx="1027">
                  <c:v>6.9</c:v>
                </c:pt>
                <c:pt idx="1028">
                  <c:v>7.7</c:v>
                </c:pt>
                <c:pt idx="1029">
                  <c:v>9</c:v>
                </c:pt>
                <c:pt idx="1030">
                  <c:v>8.6</c:v>
                </c:pt>
                <c:pt idx="1031">
                  <c:v>4.2</c:v>
                </c:pt>
                <c:pt idx="1032">
                  <c:v>8.6</c:v>
                </c:pt>
                <c:pt idx="1033">
                  <c:v>6.8</c:v>
                </c:pt>
                <c:pt idx="1034">
                  <c:v>8.3000000000000007</c:v>
                </c:pt>
                <c:pt idx="1035">
                  <c:v>9.6</c:v>
                </c:pt>
                <c:pt idx="1036">
                  <c:v>7</c:v>
                </c:pt>
                <c:pt idx="1037">
                  <c:v>6.2</c:v>
                </c:pt>
                <c:pt idx="1038">
                  <c:v>7.2</c:v>
                </c:pt>
                <c:pt idx="1039">
                  <c:v>4</c:v>
                </c:pt>
                <c:pt idx="1040">
                  <c:v>9.4</c:v>
                </c:pt>
                <c:pt idx="1041">
                  <c:v>4.5999999999999996</c:v>
                </c:pt>
                <c:pt idx="1042">
                  <c:v>5.5</c:v>
                </c:pt>
                <c:pt idx="1043">
                  <c:v>8.6</c:v>
                </c:pt>
                <c:pt idx="1044">
                  <c:v>8.6</c:v>
                </c:pt>
                <c:pt idx="1045">
                  <c:v>8.9</c:v>
                </c:pt>
                <c:pt idx="1046">
                  <c:v>6.6</c:v>
                </c:pt>
                <c:pt idx="1047">
                  <c:v>6.2</c:v>
                </c:pt>
                <c:pt idx="1048">
                  <c:v>4.0999999999999996</c:v>
                </c:pt>
                <c:pt idx="1049">
                  <c:v>6.3</c:v>
                </c:pt>
                <c:pt idx="1050">
                  <c:v>5.5</c:v>
                </c:pt>
                <c:pt idx="1051">
                  <c:v>8.8000000000000007</c:v>
                </c:pt>
                <c:pt idx="1052">
                  <c:v>8.1</c:v>
                </c:pt>
                <c:pt idx="1053">
                  <c:v>6.5</c:v>
                </c:pt>
                <c:pt idx="1054">
                  <c:v>6</c:v>
                </c:pt>
                <c:pt idx="1055">
                  <c:v>7</c:v>
                </c:pt>
                <c:pt idx="1056">
                  <c:v>8.1999999999999993</c:v>
                </c:pt>
                <c:pt idx="1057">
                  <c:v>7.9</c:v>
                </c:pt>
                <c:pt idx="1058">
                  <c:v>7</c:v>
                </c:pt>
                <c:pt idx="1059">
                  <c:v>9.1999999999999993</c:v>
                </c:pt>
                <c:pt idx="1060">
                  <c:v>6.2</c:v>
                </c:pt>
                <c:pt idx="1061">
                  <c:v>7.7</c:v>
                </c:pt>
                <c:pt idx="1062">
                  <c:v>4.9000000000000004</c:v>
                </c:pt>
                <c:pt idx="1063">
                  <c:v>5.3</c:v>
                </c:pt>
                <c:pt idx="1064">
                  <c:v>6.2</c:v>
                </c:pt>
                <c:pt idx="1065">
                  <c:v>8.5</c:v>
                </c:pt>
                <c:pt idx="1066">
                  <c:v>9.4</c:v>
                </c:pt>
                <c:pt idx="1067">
                  <c:v>9.1</c:v>
                </c:pt>
                <c:pt idx="1068">
                  <c:v>8.4</c:v>
                </c:pt>
                <c:pt idx="1069">
                  <c:v>6.1</c:v>
                </c:pt>
                <c:pt idx="1070">
                  <c:v>6.5</c:v>
                </c:pt>
                <c:pt idx="1071">
                  <c:v>7.7</c:v>
                </c:pt>
                <c:pt idx="1072">
                  <c:v>7.4</c:v>
                </c:pt>
                <c:pt idx="1073">
                  <c:v>6.9</c:v>
                </c:pt>
                <c:pt idx="1074">
                  <c:v>8.9</c:v>
                </c:pt>
                <c:pt idx="1075">
                  <c:v>8.1999999999999993</c:v>
                </c:pt>
                <c:pt idx="1076">
                  <c:v>7</c:v>
                </c:pt>
                <c:pt idx="1077">
                  <c:v>9.1999999999999993</c:v>
                </c:pt>
                <c:pt idx="1078">
                  <c:v>5.8</c:v>
                </c:pt>
                <c:pt idx="1079">
                  <c:v>9.6</c:v>
                </c:pt>
                <c:pt idx="1080">
                  <c:v>8.9</c:v>
                </c:pt>
                <c:pt idx="1081">
                  <c:v>6.4</c:v>
                </c:pt>
                <c:pt idx="1082">
                  <c:v>10</c:v>
                </c:pt>
                <c:pt idx="1083">
                  <c:v>9.5</c:v>
                </c:pt>
                <c:pt idx="1084">
                  <c:v>6.5</c:v>
                </c:pt>
                <c:pt idx="1085">
                  <c:v>4.9000000000000004</c:v>
                </c:pt>
                <c:pt idx="1086">
                  <c:v>5</c:v>
                </c:pt>
                <c:pt idx="1087">
                  <c:v>6.4</c:v>
                </c:pt>
                <c:pt idx="1088">
                  <c:v>6.6</c:v>
                </c:pt>
                <c:pt idx="1089">
                  <c:v>9.5</c:v>
                </c:pt>
                <c:pt idx="1090">
                  <c:v>8.8000000000000007</c:v>
                </c:pt>
                <c:pt idx="1091">
                  <c:v>9.1</c:v>
                </c:pt>
                <c:pt idx="1092">
                  <c:v>6.2</c:v>
                </c:pt>
                <c:pt idx="1093">
                  <c:v>4.3</c:v>
                </c:pt>
                <c:pt idx="1094">
                  <c:v>8.9</c:v>
                </c:pt>
                <c:pt idx="1095">
                  <c:v>8.6</c:v>
                </c:pt>
                <c:pt idx="1096">
                  <c:v>9.5</c:v>
                </c:pt>
                <c:pt idx="1097">
                  <c:v>9.9</c:v>
                </c:pt>
                <c:pt idx="1098">
                  <c:v>6.9</c:v>
                </c:pt>
                <c:pt idx="1099">
                  <c:v>5.3</c:v>
                </c:pt>
                <c:pt idx="1100">
                  <c:v>8.4</c:v>
                </c:pt>
                <c:pt idx="1101">
                  <c:v>5.9</c:v>
                </c:pt>
                <c:pt idx="1102">
                  <c:v>6.5</c:v>
                </c:pt>
                <c:pt idx="1103">
                  <c:v>9.8000000000000007</c:v>
                </c:pt>
                <c:pt idx="1104">
                  <c:v>4.3</c:v>
                </c:pt>
                <c:pt idx="1105">
                  <c:v>9.1999999999999993</c:v>
                </c:pt>
                <c:pt idx="1106">
                  <c:v>4.0999999999999996</c:v>
                </c:pt>
                <c:pt idx="1107">
                  <c:v>8.9</c:v>
                </c:pt>
                <c:pt idx="1108">
                  <c:v>5.9</c:v>
                </c:pt>
                <c:pt idx="1109">
                  <c:v>7.8</c:v>
                </c:pt>
                <c:pt idx="1110">
                  <c:v>7.2</c:v>
                </c:pt>
                <c:pt idx="1111">
                  <c:v>6.1</c:v>
                </c:pt>
                <c:pt idx="1112">
                  <c:v>9.4</c:v>
                </c:pt>
                <c:pt idx="1113">
                  <c:v>7.1</c:v>
                </c:pt>
                <c:pt idx="1114">
                  <c:v>4.4000000000000004</c:v>
                </c:pt>
                <c:pt idx="1115">
                  <c:v>9.1</c:v>
                </c:pt>
                <c:pt idx="1116">
                  <c:v>8.9</c:v>
                </c:pt>
                <c:pt idx="1117">
                  <c:v>6.6</c:v>
                </c:pt>
                <c:pt idx="1118">
                  <c:v>6.1</c:v>
                </c:pt>
                <c:pt idx="1119">
                  <c:v>7.4</c:v>
                </c:pt>
                <c:pt idx="1120">
                  <c:v>9.1999999999999993</c:v>
                </c:pt>
                <c:pt idx="1121">
                  <c:v>8.1999999999999993</c:v>
                </c:pt>
                <c:pt idx="1122">
                  <c:v>5.6</c:v>
                </c:pt>
                <c:pt idx="1123">
                  <c:v>6.9</c:v>
                </c:pt>
                <c:pt idx="1124">
                  <c:v>8</c:v>
                </c:pt>
                <c:pt idx="1125">
                  <c:v>8.8000000000000007</c:v>
                </c:pt>
                <c:pt idx="1126">
                  <c:v>9.1999999999999993</c:v>
                </c:pt>
                <c:pt idx="1127">
                  <c:v>4.0999999999999996</c:v>
                </c:pt>
                <c:pt idx="1128">
                  <c:v>5.4</c:v>
                </c:pt>
                <c:pt idx="1129">
                  <c:v>8.6999999999999993</c:v>
                </c:pt>
                <c:pt idx="1130">
                  <c:v>6.8</c:v>
                </c:pt>
                <c:pt idx="1131">
                  <c:v>6.6</c:v>
                </c:pt>
                <c:pt idx="1132">
                  <c:v>9.3000000000000007</c:v>
                </c:pt>
                <c:pt idx="1133">
                  <c:v>8.3000000000000007</c:v>
                </c:pt>
                <c:pt idx="1134">
                  <c:v>4.4000000000000004</c:v>
                </c:pt>
                <c:pt idx="1135">
                  <c:v>7.2</c:v>
                </c:pt>
                <c:pt idx="1136">
                  <c:v>7.9</c:v>
                </c:pt>
                <c:pt idx="1137">
                  <c:v>7</c:v>
                </c:pt>
                <c:pt idx="1138">
                  <c:v>5.7</c:v>
                </c:pt>
                <c:pt idx="1139">
                  <c:v>4.8</c:v>
                </c:pt>
                <c:pt idx="1140">
                  <c:v>4.8</c:v>
                </c:pt>
                <c:pt idx="1141">
                  <c:v>6.2</c:v>
                </c:pt>
                <c:pt idx="1142">
                  <c:v>6.4</c:v>
                </c:pt>
                <c:pt idx="1143">
                  <c:v>6.2</c:v>
                </c:pt>
                <c:pt idx="1144">
                  <c:v>8.1</c:v>
                </c:pt>
                <c:pt idx="1145">
                  <c:v>6.9</c:v>
                </c:pt>
                <c:pt idx="1146">
                  <c:v>4.4000000000000004</c:v>
                </c:pt>
                <c:pt idx="1147">
                  <c:v>9.9</c:v>
                </c:pt>
                <c:pt idx="1148">
                  <c:v>8.6999999999999993</c:v>
                </c:pt>
                <c:pt idx="1149">
                  <c:v>5.7</c:v>
                </c:pt>
                <c:pt idx="1150">
                  <c:v>7.4</c:v>
                </c:pt>
                <c:pt idx="1151">
                  <c:v>4.5</c:v>
                </c:pt>
                <c:pt idx="1152">
                  <c:v>7.8</c:v>
                </c:pt>
                <c:pt idx="1153">
                  <c:v>8.5</c:v>
                </c:pt>
                <c:pt idx="1154">
                  <c:v>6.8</c:v>
                </c:pt>
                <c:pt idx="1155">
                  <c:v>9.8000000000000007</c:v>
                </c:pt>
                <c:pt idx="1156">
                  <c:v>6.1</c:v>
                </c:pt>
                <c:pt idx="1157">
                  <c:v>8.6999999999999993</c:v>
                </c:pt>
                <c:pt idx="1158">
                  <c:v>8</c:v>
                </c:pt>
                <c:pt idx="1159">
                  <c:v>8.6</c:v>
                </c:pt>
                <c:pt idx="1160">
                  <c:v>7.8</c:v>
                </c:pt>
                <c:pt idx="1161">
                  <c:v>7</c:v>
                </c:pt>
                <c:pt idx="1162">
                  <c:v>5.4</c:v>
                </c:pt>
                <c:pt idx="1163">
                  <c:v>8</c:v>
                </c:pt>
                <c:pt idx="1164">
                  <c:v>7.1</c:v>
                </c:pt>
                <c:pt idx="1165">
                  <c:v>8.1</c:v>
                </c:pt>
                <c:pt idx="1166">
                  <c:v>6.5</c:v>
                </c:pt>
                <c:pt idx="1167">
                  <c:v>9.1999999999999993</c:v>
                </c:pt>
                <c:pt idx="1168">
                  <c:v>4.4000000000000004</c:v>
                </c:pt>
                <c:pt idx="1169">
                  <c:v>8</c:v>
                </c:pt>
                <c:pt idx="1170">
                  <c:v>8.6</c:v>
                </c:pt>
                <c:pt idx="1171">
                  <c:v>7</c:v>
                </c:pt>
                <c:pt idx="1172">
                  <c:v>6.4</c:v>
                </c:pt>
                <c:pt idx="1173">
                  <c:v>6.3</c:v>
                </c:pt>
                <c:pt idx="1174">
                  <c:v>5.7</c:v>
                </c:pt>
                <c:pt idx="1175">
                  <c:v>4.9000000000000004</c:v>
                </c:pt>
                <c:pt idx="1176">
                  <c:v>7</c:v>
                </c:pt>
                <c:pt idx="1177">
                  <c:v>8.3000000000000007</c:v>
                </c:pt>
                <c:pt idx="1178">
                  <c:v>9.1999999999999993</c:v>
                </c:pt>
                <c:pt idx="1179">
                  <c:v>6.2</c:v>
                </c:pt>
                <c:pt idx="1180">
                  <c:v>7.8</c:v>
                </c:pt>
                <c:pt idx="1181">
                  <c:v>9.9</c:v>
                </c:pt>
                <c:pt idx="1182">
                  <c:v>7</c:v>
                </c:pt>
                <c:pt idx="1183">
                  <c:v>8.4</c:v>
                </c:pt>
                <c:pt idx="1184">
                  <c:v>8.9</c:v>
                </c:pt>
                <c:pt idx="1185">
                  <c:v>5.2</c:v>
                </c:pt>
                <c:pt idx="1186">
                  <c:v>7</c:v>
                </c:pt>
                <c:pt idx="1187">
                  <c:v>6.5</c:v>
                </c:pt>
                <c:pt idx="1188">
                  <c:v>8.5</c:v>
                </c:pt>
                <c:pt idx="1189">
                  <c:v>4.4000000000000004</c:v>
                </c:pt>
                <c:pt idx="1190">
                  <c:v>4.4000000000000004</c:v>
                </c:pt>
                <c:pt idx="1191">
                  <c:v>5.7</c:v>
                </c:pt>
                <c:pt idx="1192">
                  <c:v>6.1</c:v>
                </c:pt>
                <c:pt idx="1193">
                  <c:v>5.0999999999999996</c:v>
                </c:pt>
                <c:pt idx="1194">
                  <c:v>8.9</c:v>
                </c:pt>
                <c:pt idx="1195">
                  <c:v>6.7</c:v>
                </c:pt>
                <c:pt idx="1196">
                  <c:v>9.1</c:v>
                </c:pt>
                <c:pt idx="1197">
                  <c:v>9.6</c:v>
                </c:pt>
                <c:pt idx="1198">
                  <c:v>6.8</c:v>
                </c:pt>
                <c:pt idx="1199">
                  <c:v>4.7</c:v>
                </c:pt>
                <c:pt idx="1200">
                  <c:v>6.7</c:v>
                </c:pt>
                <c:pt idx="1201">
                  <c:v>4.5</c:v>
                </c:pt>
                <c:pt idx="1202">
                  <c:v>9.8000000000000007</c:v>
                </c:pt>
                <c:pt idx="1203">
                  <c:v>7.8</c:v>
                </c:pt>
                <c:pt idx="1204">
                  <c:v>9.3000000000000007</c:v>
                </c:pt>
                <c:pt idx="1205">
                  <c:v>7.4</c:v>
                </c:pt>
                <c:pt idx="1206">
                  <c:v>7.5</c:v>
                </c:pt>
                <c:pt idx="1207">
                  <c:v>9.6</c:v>
                </c:pt>
                <c:pt idx="1208">
                  <c:v>5.8</c:v>
                </c:pt>
                <c:pt idx="1209">
                  <c:v>5.7</c:v>
                </c:pt>
                <c:pt idx="1210">
                  <c:v>8.3000000000000007</c:v>
                </c:pt>
                <c:pt idx="1211">
                  <c:v>6.7</c:v>
                </c:pt>
                <c:pt idx="1212">
                  <c:v>7</c:v>
                </c:pt>
                <c:pt idx="1213">
                  <c:v>7</c:v>
                </c:pt>
                <c:pt idx="1214">
                  <c:v>5.0999999999999996</c:v>
                </c:pt>
                <c:pt idx="1215">
                  <c:v>7.9</c:v>
                </c:pt>
                <c:pt idx="1216">
                  <c:v>8.1999999999999993</c:v>
                </c:pt>
                <c:pt idx="1217">
                  <c:v>4.3</c:v>
                </c:pt>
                <c:pt idx="1218">
                  <c:v>9.8000000000000007</c:v>
                </c:pt>
                <c:pt idx="1219">
                  <c:v>5.3</c:v>
                </c:pt>
                <c:pt idx="1220">
                  <c:v>9.6999999999999993</c:v>
                </c:pt>
                <c:pt idx="1221">
                  <c:v>7.8</c:v>
                </c:pt>
                <c:pt idx="1222">
                  <c:v>9.4</c:v>
                </c:pt>
                <c:pt idx="1223">
                  <c:v>9.1</c:v>
                </c:pt>
                <c:pt idx="1224">
                  <c:v>5.4</c:v>
                </c:pt>
                <c:pt idx="1225">
                  <c:v>7.9</c:v>
                </c:pt>
                <c:pt idx="1226">
                  <c:v>4.4000000000000004</c:v>
                </c:pt>
                <c:pt idx="1227">
                  <c:v>6.3</c:v>
                </c:pt>
                <c:pt idx="1228">
                  <c:v>5.6</c:v>
                </c:pt>
                <c:pt idx="1229">
                  <c:v>4.4000000000000004</c:v>
                </c:pt>
                <c:pt idx="1230">
                  <c:v>4.7</c:v>
                </c:pt>
                <c:pt idx="1231">
                  <c:v>8.1</c:v>
                </c:pt>
                <c:pt idx="1232">
                  <c:v>7.2</c:v>
                </c:pt>
                <c:pt idx="1233">
                  <c:v>9.6</c:v>
                </c:pt>
                <c:pt idx="1234">
                  <c:v>7.6</c:v>
                </c:pt>
                <c:pt idx="1235">
                  <c:v>6.9</c:v>
                </c:pt>
                <c:pt idx="1236">
                  <c:v>5.6</c:v>
                </c:pt>
                <c:pt idx="1237">
                  <c:v>4.5</c:v>
                </c:pt>
                <c:pt idx="1238">
                  <c:v>6.9</c:v>
                </c:pt>
                <c:pt idx="1239">
                  <c:v>9.6999999999999993</c:v>
                </c:pt>
                <c:pt idx="1240">
                  <c:v>8.9</c:v>
                </c:pt>
                <c:pt idx="1241">
                  <c:v>9.1999999999999993</c:v>
                </c:pt>
                <c:pt idx="1242">
                  <c:v>8.1</c:v>
                </c:pt>
                <c:pt idx="1243">
                  <c:v>9.4</c:v>
                </c:pt>
                <c:pt idx="1244">
                  <c:v>7.5</c:v>
                </c:pt>
                <c:pt idx="1245">
                  <c:v>6.9</c:v>
                </c:pt>
                <c:pt idx="1246">
                  <c:v>7.5</c:v>
                </c:pt>
                <c:pt idx="1247">
                  <c:v>9.6999999999999993</c:v>
                </c:pt>
                <c:pt idx="1248">
                  <c:v>7.7</c:v>
                </c:pt>
                <c:pt idx="1249">
                  <c:v>9.9</c:v>
                </c:pt>
                <c:pt idx="1250">
                  <c:v>5.7</c:v>
                </c:pt>
                <c:pt idx="1251">
                  <c:v>7</c:v>
                </c:pt>
                <c:pt idx="1252">
                  <c:v>8.1999999999999993</c:v>
                </c:pt>
                <c:pt idx="1253">
                  <c:v>6.4</c:v>
                </c:pt>
                <c:pt idx="1254">
                  <c:v>9.6999999999999993</c:v>
                </c:pt>
                <c:pt idx="1255">
                  <c:v>8.1</c:v>
                </c:pt>
                <c:pt idx="1256">
                  <c:v>4.4000000000000004</c:v>
                </c:pt>
                <c:pt idx="1257">
                  <c:v>9.1999999999999993</c:v>
                </c:pt>
                <c:pt idx="1258">
                  <c:v>7.5</c:v>
                </c:pt>
                <c:pt idx="1259">
                  <c:v>4.9000000000000004</c:v>
                </c:pt>
                <c:pt idx="1260">
                  <c:v>6.7</c:v>
                </c:pt>
                <c:pt idx="1261">
                  <c:v>5.3</c:v>
                </c:pt>
                <c:pt idx="1262">
                  <c:v>9.6999999999999993</c:v>
                </c:pt>
                <c:pt idx="1263">
                  <c:v>4.3</c:v>
                </c:pt>
                <c:pt idx="1264">
                  <c:v>7</c:v>
                </c:pt>
                <c:pt idx="1265">
                  <c:v>6.8</c:v>
                </c:pt>
                <c:pt idx="1266">
                  <c:v>8.6</c:v>
                </c:pt>
                <c:pt idx="1267">
                  <c:v>9.5</c:v>
                </c:pt>
                <c:pt idx="1268">
                  <c:v>6</c:v>
                </c:pt>
                <c:pt idx="1269">
                  <c:v>6.1</c:v>
                </c:pt>
                <c:pt idx="1270">
                  <c:v>5.8</c:v>
                </c:pt>
                <c:pt idx="1271">
                  <c:v>9.4</c:v>
                </c:pt>
                <c:pt idx="1272">
                  <c:v>9.1</c:v>
                </c:pt>
                <c:pt idx="1273">
                  <c:v>5.4</c:v>
                </c:pt>
                <c:pt idx="1274">
                  <c:v>8.1</c:v>
                </c:pt>
                <c:pt idx="1275">
                  <c:v>6.1</c:v>
                </c:pt>
                <c:pt idx="1276">
                  <c:v>6.8</c:v>
                </c:pt>
                <c:pt idx="1277">
                  <c:v>5.7</c:v>
                </c:pt>
                <c:pt idx="1278">
                  <c:v>5.6</c:v>
                </c:pt>
                <c:pt idx="1279">
                  <c:v>4.5999999999999996</c:v>
                </c:pt>
                <c:pt idx="1280">
                  <c:v>4.2</c:v>
                </c:pt>
                <c:pt idx="1281">
                  <c:v>9.3000000000000007</c:v>
                </c:pt>
                <c:pt idx="1282">
                  <c:v>8.5</c:v>
                </c:pt>
                <c:pt idx="1283">
                  <c:v>5.0999999999999996</c:v>
                </c:pt>
                <c:pt idx="1284">
                  <c:v>4</c:v>
                </c:pt>
                <c:pt idx="1285">
                  <c:v>4.2</c:v>
                </c:pt>
                <c:pt idx="1286">
                  <c:v>6</c:v>
                </c:pt>
                <c:pt idx="1287">
                  <c:v>8.3000000000000007</c:v>
                </c:pt>
                <c:pt idx="1288">
                  <c:v>6.2</c:v>
                </c:pt>
                <c:pt idx="1289">
                  <c:v>4.9000000000000004</c:v>
                </c:pt>
                <c:pt idx="1290">
                  <c:v>6.8</c:v>
                </c:pt>
                <c:pt idx="1291">
                  <c:v>9.1</c:v>
                </c:pt>
                <c:pt idx="1292">
                  <c:v>8.3000000000000007</c:v>
                </c:pt>
                <c:pt idx="1293">
                  <c:v>6.8</c:v>
                </c:pt>
                <c:pt idx="1294">
                  <c:v>6.3</c:v>
                </c:pt>
                <c:pt idx="1295">
                  <c:v>9.3000000000000007</c:v>
                </c:pt>
                <c:pt idx="1296">
                  <c:v>6</c:v>
                </c:pt>
                <c:pt idx="1297">
                  <c:v>5.2</c:v>
                </c:pt>
                <c:pt idx="1298">
                  <c:v>5.2</c:v>
                </c:pt>
                <c:pt idx="1299">
                  <c:v>4.3</c:v>
                </c:pt>
                <c:pt idx="1300">
                  <c:v>9</c:v>
                </c:pt>
                <c:pt idx="1301">
                  <c:v>6.8</c:v>
                </c:pt>
                <c:pt idx="1302">
                  <c:v>9.9</c:v>
                </c:pt>
                <c:pt idx="1303">
                  <c:v>6.3</c:v>
                </c:pt>
                <c:pt idx="1304">
                  <c:v>8.1</c:v>
                </c:pt>
                <c:pt idx="1305">
                  <c:v>6.6</c:v>
                </c:pt>
                <c:pt idx="1306">
                  <c:v>6.5</c:v>
                </c:pt>
                <c:pt idx="1307">
                  <c:v>7.4</c:v>
                </c:pt>
                <c:pt idx="1308">
                  <c:v>4.9000000000000004</c:v>
                </c:pt>
                <c:pt idx="1309">
                  <c:v>8.9</c:v>
                </c:pt>
                <c:pt idx="1310">
                  <c:v>4.8</c:v>
                </c:pt>
                <c:pt idx="1311">
                  <c:v>9.1</c:v>
                </c:pt>
                <c:pt idx="1312">
                  <c:v>9.5</c:v>
                </c:pt>
                <c:pt idx="1313">
                  <c:v>7</c:v>
                </c:pt>
                <c:pt idx="1314">
                  <c:v>5.9</c:v>
                </c:pt>
                <c:pt idx="1315">
                  <c:v>8.6</c:v>
                </c:pt>
                <c:pt idx="1316">
                  <c:v>8.4</c:v>
                </c:pt>
                <c:pt idx="1317">
                  <c:v>8.8000000000000007</c:v>
                </c:pt>
                <c:pt idx="1318">
                  <c:v>7.9</c:v>
                </c:pt>
                <c:pt idx="1319">
                  <c:v>7.7</c:v>
                </c:pt>
                <c:pt idx="1320">
                  <c:v>5.9</c:v>
                </c:pt>
                <c:pt idx="1321">
                  <c:v>7.9</c:v>
                </c:pt>
                <c:pt idx="1322">
                  <c:v>6.6</c:v>
                </c:pt>
                <c:pt idx="1323">
                  <c:v>8.9</c:v>
                </c:pt>
                <c:pt idx="1324">
                  <c:v>9</c:v>
                </c:pt>
                <c:pt idx="1325">
                  <c:v>7.4</c:v>
                </c:pt>
                <c:pt idx="1326">
                  <c:v>7.7</c:v>
                </c:pt>
                <c:pt idx="1327">
                  <c:v>9</c:v>
                </c:pt>
                <c:pt idx="1328">
                  <c:v>5.4</c:v>
                </c:pt>
                <c:pt idx="1329">
                  <c:v>7.7</c:v>
                </c:pt>
                <c:pt idx="1330">
                  <c:v>8.1999999999999993</c:v>
                </c:pt>
                <c:pt idx="1331">
                  <c:v>7.3</c:v>
                </c:pt>
                <c:pt idx="1332">
                  <c:v>8.4</c:v>
                </c:pt>
                <c:pt idx="1333">
                  <c:v>9.6999999999999993</c:v>
                </c:pt>
                <c:pt idx="1334">
                  <c:v>6.2</c:v>
                </c:pt>
                <c:pt idx="1335">
                  <c:v>6.4</c:v>
                </c:pt>
                <c:pt idx="1336">
                  <c:v>8.6</c:v>
                </c:pt>
                <c:pt idx="1337">
                  <c:v>6.8</c:v>
                </c:pt>
                <c:pt idx="1338">
                  <c:v>7.5</c:v>
                </c:pt>
                <c:pt idx="1339">
                  <c:v>4.5999999999999996</c:v>
                </c:pt>
                <c:pt idx="1340">
                  <c:v>4.8</c:v>
                </c:pt>
                <c:pt idx="1341">
                  <c:v>9.5</c:v>
                </c:pt>
                <c:pt idx="1342">
                  <c:v>6.9</c:v>
                </c:pt>
                <c:pt idx="1343">
                  <c:v>6.2</c:v>
                </c:pt>
                <c:pt idx="1344">
                  <c:v>7.3</c:v>
                </c:pt>
                <c:pt idx="1345">
                  <c:v>7</c:v>
                </c:pt>
                <c:pt idx="1346">
                  <c:v>8.1</c:v>
                </c:pt>
                <c:pt idx="1347">
                  <c:v>9.6</c:v>
                </c:pt>
                <c:pt idx="1348">
                  <c:v>4.9000000000000004</c:v>
                </c:pt>
                <c:pt idx="1349">
                  <c:v>4.5999999999999996</c:v>
                </c:pt>
                <c:pt idx="1350">
                  <c:v>8.4</c:v>
                </c:pt>
                <c:pt idx="1351">
                  <c:v>5.0999999999999996</c:v>
                </c:pt>
                <c:pt idx="1352">
                  <c:v>8.4</c:v>
                </c:pt>
                <c:pt idx="1353">
                  <c:v>4.8</c:v>
                </c:pt>
                <c:pt idx="1354">
                  <c:v>7.3</c:v>
                </c:pt>
                <c:pt idx="1355">
                  <c:v>6.4</c:v>
                </c:pt>
                <c:pt idx="1356">
                  <c:v>5.3</c:v>
                </c:pt>
                <c:pt idx="1357">
                  <c:v>8.6999999999999993</c:v>
                </c:pt>
                <c:pt idx="1358">
                  <c:v>7.3</c:v>
                </c:pt>
                <c:pt idx="1359">
                  <c:v>6</c:v>
                </c:pt>
                <c:pt idx="1360">
                  <c:v>6.5</c:v>
                </c:pt>
                <c:pt idx="1361">
                  <c:v>5.2</c:v>
                </c:pt>
                <c:pt idx="1362">
                  <c:v>9.1999999999999993</c:v>
                </c:pt>
                <c:pt idx="1363">
                  <c:v>7.3</c:v>
                </c:pt>
                <c:pt idx="1364">
                  <c:v>7.1</c:v>
                </c:pt>
                <c:pt idx="1365">
                  <c:v>8</c:v>
                </c:pt>
                <c:pt idx="1366">
                  <c:v>6.3</c:v>
                </c:pt>
                <c:pt idx="1367">
                  <c:v>5.8</c:v>
                </c:pt>
                <c:pt idx="1368">
                  <c:v>7.5</c:v>
                </c:pt>
                <c:pt idx="1369">
                  <c:v>5</c:v>
                </c:pt>
                <c:pt idx="1370">
                  <c:v>4.5999999999999996</c:v>
                </c:pt>
                <c:pt idx="1371">
                  <c:v>4.8</c:v>
                </c:pt>
                <c:pt idx="1372">
                  <c:v>4.0999999999999996</c:v>
                </c:pt>
                <c:pt idx="1373">
                  <c:v>9.5</c:v>
                </c:pt>
                <c:pt idx="1374">
                  <c:v>7.5</c:v>
                </c:pt>
                <c:pt idx="1375">
                  <c:v>4.2</c:v>
                </c:pt>
                <c:pt idx="1376">
                  <c:v>8.6999999999999993</c:v>
                </c:pt>
                <c:pt idx="1377">
                  <c:v>5.3</c:v>
                </c:pt>
                <c:pt idx="1378">
                  <c:v>8.6999999999999993</c:v>
                </c:pt>
                <c:pt idx="1379">
                  <c:v>5.3</c:v>
                </c:pt>
                <c:pt idx="1380">
                  <c:v>4.4000000000000004</c:v>
                </c:pt>
                <c:pt idx="1381">
                  <c:v>5.0999999999999996</c:v>
                </c:pt>
                <c:pt idx="1382">
                  <c:v>7.5</c:v>
                </c:pt>
                <c:pt idx="1383">
                  <c:v>7.4</c:v>
                </c:pt>
                <c:pt idx="1384">
                  <c:v>9.5</c:v>
                </c:pt>
                <c:pt idx="1385">
                  <c:v>8.4</c:v>
                </c:pt>
                <c:pt idx="1386">
                  <c:v>8.8000000000000007</c:v>
                </c:pt>
                <c:pt idx="1387">
                  <c:v>5.6</c:v>
                </c:pt>
                <c:pt idx="1388">
                  <c:v>8.3000000000000007</c:v>
                </c:pt>
                <c:pt idx="1389">
                  <c:v>6</c:v>
                </c:pt>
                <c:pt idx="1390">
                  <c:v>4.7</c:v>
                </c:pt>
                <c:pt idx="1391">
                  <c:v>5.6</c:v>
                </c:pt>
                <c:pt idx="1392">
                  <c:v>8.1999999999999993</c:v>
                </c:pt>
                <c:pt idx="1393">
                  <c:v>9.9</c:v>
                </c:pt>
                <c:pt idx="1394">
                  <c:v>9.9</c:v>
                </c:pt>
                <c:pt idx="1395">
                  <c:v>8</c:v>
                </c:pt>
                <c:pt idx="1396">
                  <c:v>9.8000000000000007</c:v>
                </c:pt>
                <c:pt idx="1397">
                  <c:v>6.2</c:v>
                </c:pt>
                <c:pt idx="1398">
                  <c:v>5.9</c:v>
                </c:pt>
                <c:pt idx="1399">
                  <c:v>6.4</c:v>
                </c:pt>
                <c:pt idx="1400">
                  <c:v>8.8000000000000007</c:v>
                </c:pt>
                <c:pt idx="1401">
                  <c:v>9</c:v>
                </c:pt>
                <c:pt idx="1402">
                  <c:v>4.2</c:v>
                </c:pt>
                <c:pt idx="1403">
                  <c:v>4.2</c:v>
                </c:pt>
                <c:pt idx="1404">
                  <c:v>4.7</c:v>
                </c:pt>
                <c:pt idx="1405">
                  <c:v>8.4</c:v>
                </c:pt>
                <c:pt idx="1406">
                  <c:v>4.9000000000000004</c:v>
                </c:pt>
                <c:pt idx="1407">
                  <c:v>5.6</c:v>
                </c:pt>
                <c:pt idx="1408">
                  <c:v>5.3</c:v>
                </c:pt>
                <c:pt idx="1409">
                  <c:v>5</c:v>
                </c:pt>
                <c:pt idx="1410">
                  <c:v>5.5</c:v>
                </c:pt>
                <c:pt idx="1411">
                  <c:v>6.1</c:v>
                </c:pt>
                <c:pt idx="1412">
                  <c:v>5.8</c:v>
                </c:pt>
                <c:pt idx="1413">
                  <c:v>7.7</c:v>
                </c:pt>
                <c:pt idx="1414">
                  <c:v>9.8000000000000007</c:v>
                </c:pt>
                <c:pt idx="1415">
                  <c:v>4.7</c:v>
                </c:pt>
                <c:pt idx="1416">
                  <c:v>4.2</c:v>
                </c:pt>
                <c:pt idx="1417">
                  <c:v>6.5</c:v>
                </c:pt>
                <c:pt idx="1418">
                  <c:v>8.6999999999999993</c:v>
                </c:pt>
                <c:pt idx="1419">
                  <c:v>5.8</c:v>
                </c:pt>
                <c:pt idx="1420">
                  <c:v>8.8000000000000007</c:v>
                </c:pt>
                <c:pt idx="1421">
                  <c:v>9.1999999999999993</c:v>
                </c:pt>
                <c:pt idx="1422">
                  <c:v>7.5</c:v>
                </c:pt>
                <c:pt idx="1423">
                  <c:v>8.1</c:v>
                </c:pt>
                <c:pt idx="1424">
                  <c:v>4.5999999999999996</c:v>
                </c:pt>
                <c:pt idx="1425">
                  <c:v>4.5</c:v>
                </c:pt>
                <c:pt idx="1426">
                  <c:v>6</c:v>
                </c:pt>
                <c:pt idx="1427">
                  <c:v>6.7</c:v>
                </c:pt>
                <c:pt idx="1428">
                  <c:v>6.4</c:v>
                </c:pt>
                <c:pt idx="1429">
                  <c:v>4.7</c:v>
                </c:pt>
                <c:pt idx="1430">
                  <c:v>5.3</c:v>
                </c:pt>
                <c:pt idx="1431">
                  <c:v>5.4</c:v>
                </c:pt>
                <c:pt idx="1432">
                  <c:v>5.9</c:v>
                </c:pt>
                <c:pt idx="1433">
                  <c:v>10</c:v>
                </c:pt>
                <c:pt idx="1434">
                  <c:v>9.8000000000000007</c:v>
                </c:pt>
                <c:pt idx="1435">
                  <c:v>8.1</c:v>
                </c:pt>
                <c:pt idx="1436">
                  <c:v>8.1999999999999993</c:v>
                </c:pt>
                <c:pt idx="1437">
                  <c:v>5.6</c:v>
                </c:pt>
                <c:pt idx="1438">
                  <c:v>6.8</c:v>
                </c:pt>
                <c:pt idx="1439">
                  <c:v>6</c:v>
                </c:pt>
                <c:pt idx="1440">
                  <c:v>6</c:v>
                </c:pt>
                <c:pt idx="1441">
                  <c:v>9.3000000000000007</c:v>
                </c:pt>
                <c:pt idx="1442">
                  <c:v>9.1999999999999993</c:v>
                </c:pt>
                <c:pt idx="1443">
                  <c:v>8.5</c:v>
                </c:pt>
                <c:pt idx="1444">
                  <c:v>9.1</c:v>
                </c:pt>
                <c:pt idx="1445">
                  <c:v>4.8</c:v>
                </c:pt>
                <c:pt idx="1446">
                  <c:v>7.8</c:v>
                </c:pt>
                <c:pt idx="1447">
                  <c:v>5.9</c:v>
                </c:pt>
                <c:pt idx="1448">
                  <c:v>8.6</c:v>
                </c:pt>
                <c:pt idx="1449">
                  <c:v>8.1</c:v>
                </c:pt>
                <c:pt idx="1450">
                  <c:v>4.2</c:v>
                </c:pt>
                <c:pt idx="1451">
                  <c:v>8.8000000000000007</c:v>
                </c:pt>
                <c:pt idx="1452">
                  <c:v>8.9</c:v>
                </c:pt>
                <c:pt idx="1453">
                  <c:v>7.3</c:v>
                </c:pt>
                <c:pt idx="1454">
                  <c:v>6</c:v>
                </c:pt>
                <c:pt idx="1455">
                  <c:v>7.7</c:v>
                </c:pt>
                <c:pt idx="1456">
                  <c:v>5</c:v>
                </c:pt>
                <c:pt idx="1457">
                  <c:v>5.5</c:v>
                </c:pt>
                <c:pt idx="1458">
                  <c:v>4.8</c:v>
                </c:pt>
                <c:pt idx="1459">
                  <c:v>9.8000000000000007</c:v>
                </c:pt>
                <c:pt idx="1460">
                  <c:v>5.5</c:v>
                </c:pt>
                <c:pt idx="1461">
                  <c:v>7.9</c:v>
                </c:pt>
                <c:pt idx="1462">
                  <c:v>9.5</c:v>
                </c:pt>
                <c:pt idx="1463">
                  <c:v>6.1</c:v>
                </c:pt>
                <c:pt idx="1464">
                  <c:v>9.1999999999999993</c:v>
                </c:pt>
                <c:pt idx="1465">
                  <c:v>7.7</c:v>
                </c:pt>
                <c:pt idx="1466">
                  <c:v>5.0999999999999996</c:v>
                </c:pt>
                <c:pt idx="1467">
                  <c:v>8</c:v>
                </c:pt>
                <c:pt idx="1468">
                  <c:v>8.5</c:v>
                </c:pt>
                <c:pt idx="1469">
                  <c:v>4.7</c:v>
                </c:pt>
                <c:pt idx="1470">
                  <c:v>5.7</c:v>
                </c:pt>
                <c:pt idx="1471">
                  <c:v>5.6</c:v>
                </c:pt>
                <c:pt idx="1472">
                  <c:v>4.7</c:v>
                </c:pt>
                <c:pt idx="1473">
                  <c:v>9.9</c:v>
                </c:pt>
                <c:pt idx="1474">
                  <c:v>9.8000000000000007</c:v>
                </c:pt>
                <c:pt idx="1475">
                  <c:v>6.9</c:v>
                </c:pt>
                <c:pt idx="1476">
                  <c:v>6.8</c:v>
                </c:pt>
                <c:pt idx="1477">
                  <c:v>8.3000000000000007</c:v>
                </c:pt>
                <c:pt idx="1478">
                  <c:v>4.8</c:v>
                </c:pt>
                <c:pt idx="1479">
                  <c:v>7</c:v>
                </c:pt>
                <c:pt idx="1480">
                  <c:v>7.4</c:v>
                </c:pt>
                <c:pt idx="1481">
                  <c:v>7.4</c:v>
                </c:pt>
                <c:pt idx="1482">
                  <c:v>4.8</c:v>
                </c:pt>
                <c:pt idx="1483">
                  <c:v>4.9000000000000004</c:v>
                </c:pt>
                <c:pt idx="1484">
                  <c:v>8.6</c:v>
                </c:pt>
                <c:pt idx="1485">
                  <c:v>5.6</c:v>
                </c:pt>
                <c:pt idx="1486">
                  <c:v>7.6</c:v>
                </c:pt>
                <c:pt idx="1487">
                  <c:v>4.9000000000000004</c:v>
                </c:pt>
                <c:pt idx="1488">
                  <c:v>7.1</c:v>
                </c:pt>
                <c:pt idx="1489">
                  <c:v>5.8</c:v>
                </c:pt>
                <c:pt idx="1490">
                  <c:v>7.2</c:v>
                </c:pt>
                <c:pt idx="1491">
                  <c:v>8.5</c:v>
                </c:pt>
                <c:pt idx="1492">
                  <c:v>6.9</c:v>
                </c:pt>
                <c:pt idx="1493">
                  <c:v>9.5</c:v>
                </c:pt>
                <c:pt idx="1494">
                  <c:v>7.1</c:v>
                </c:pt>
                <c:pt idx="1495">
                  <c:v>6.9</c:v>
                </c:pt>
                <c:pt idx="1496">
                  <c:v>8.8000000000000007</c:v>
                </c:pt>
                <c:pt idx="1497">
                  <c:v>5.5</c:v>
                </c:pt>
                <c:pt idx="1498">
                  <c:v>4.2</c:v>
                </c:pt>
                <c:pt idx="1499">
                  <c:v>6.9</c:v>
                </c:pt>
                <c:pt idx="1500">
                  <c:v>9</c:v>
                </c:pt>
                <c:pt idx="1501">
                  <c:v>4.9000000000000004</c:v>
                </c:pt>
                <c:pt idx="1502">
                  <c:v>5.7</c:v>
                </c:pt>
                <c:pt idx="1503">
                  <c:v>6.1</c:v>
                </c:pt>
                <c:pt idx="1504">
                  <c:v>6.2</c:v>
                </c:pt>
                <c:pt idx="1505">
                  <c:v>5.2</c:v>
                </c:pt>
                <c:pt idx="1506">
                  <c:v>9.4</c:v>
                </c:pt>
                <c:pt idx="1507">
                  <c:v>6.9</c:v>
                </c:pt>
                <c:pt idx="1508">
                  <c:v>9.1</c:v>
                </c:pt>
                <c:pt idx="1509">
                  <c:v>7.3</c:v>
                </c:pt>
                <c:pt idx="1510">
                  <c:v>6.4</c:v>
                </c:pt>
                <c:pt idx="1511">
                  <c:v>5.3</c:v>
                </c:pt>
                <c:pt idx="1512">
                  <c:v>5.4</c:v>
                </c:pt>
                <c:pt idx="1513">
                  <c:v>6</c:v>
                </c:pt>
                <c:pt idx="1514">
                  <c:v>4.5999999999999996</c:v>
                </c:pt>
                <c:pt idx="1515">
                  <c:v>7.9</c:v>
                </c:pt>
                <c:pt idx="1516">
                  <c:v>9.5</c:v>
                </c:pt>
                <c:pt idx="1517">
                  <c:v>7.8</c:v>
                </c:pt>
                <c:pt idx="1518">
                  <c:v>5.7</c:v>
                </c:pt>
                <c:pt idx="1519">
                  <c:v>5.5</c:v>
                </c:pt>
                <c:pt idx="1520">
                  <c:v>7.8</c:v>
                </c:pt>
                <c:pt idx="1521">
                  <c:v>7.8</c:v>
                </c:pt>
                <c:pt idx="1522">
                  <c:v>8</c:v>
                </c:pt>
                <c:pt idx="1523">
                  <c:v>7.2</c:v>
                </c:pt>
                <c:pt idx="1524">
                  <c:v>6.8</c:v>
                </c:pt>
                <c:pt idx="1525">
                  <c:v>6.3</c:v>
                </c:pt>
                <c:pt idx="1526">
                  <c:v>4.2</c:v>
                </c:pt>
                <c:pt idx="1527">
                  <c:v>8.9</c:v>
                </c:pt>
                <c:pt idx="1528">
                  <c:v>5.7</c:v>
                </c:pt>
                <c:pt idx="1529">
                  <c:v>7.9</c:v>
                </c:pt>
                <c:pt idx="1530">
                  <c:v>7.9</c:v>
                </c:pt>
                <c:pt idx="1531">
                  <c:v>9.3000000000000007</c:v>
                </c:pt>
                <c:pt idx="1532">
                  <c:v>8.1</c:v>
                </c:pt>
                <c:pt idx="1533">
                  <c:v>8.8000000000000007</c:v>
                </c:pt>
                <c:pt idx="1534">
                  <c:v>8.9</c:v>
                </c:pt>
                <c:pt idx="1535">
                  <c:v>8.1</c:v>
                </c:pt>
                <c:pt idx="1536">
                  <c:v>6.1</c:v>
                </c:pt>
                <c:pt idx="1537">
                  <c:v>9.9</c:v>
                </c:pt>
                <c:pt idx="1538">
                  <c:v>8.1999999999999993</c:v>
                </c:pt>
                <c:pt idx="1539">
                  <c:v>9.6999999999999993</c:v>
                </c:pt>
                <c:pt idx="1540">
                  <c:v>7.1</c:v>
                </c:pt>
                <c:pt idx="1541">
                  <c:v>6.4</c:v>
                </c:pt>
                <c:pt idx="1542">
                  <c:v>8.4</c:v>
                </c:pt>
                <c:pt idx="1543">
                  <c:v>8.6999999999999993</c:v>
                </c:pt>
                <c:pt idx="1544">
                  <c:v>8.6</c:v>
                </c:pt>
                <c:pt idx="1545">
                  <c:v>9</c:v>
                </c:pt>
                <c:pt idx="1546">
                  <c:v>6.1</c:v>
                </c:pt>
                <c:pt idx="1547">
                  <c:v>6.6</c:v>
                </c:pt>
                <c:pt idx="1548">
                  <c:v>8.1</c:v>
                </c:pt>
                <c:pt idx="1549">
                  <c:v>4.2</c:v>
                </c:pt>
                <c:pt idx="1550">
                  <c:v>5.6</c:v>
                </c:pt>
                <c:pt idx="1551">
                  <c:v>8.3000000000000007</c:v>
                </c:pt>
                <c:pt idx="1552">
                  <c:v>4.9000000000000004</c:v>
                </c:pt>
                <c:pt idx="1553">
                  <c:v>8.6999999999999993</c:v>
                </c:pt>
                <c:pt idx="1554">
                  <c:v>6.2</c:v>
                </c:pt>
                <c:pt idx="1555">
                  <c:v>4.0999999999999996</c:v>
                </c:pt>
                <c:pt idx="1556">
                  <c:v>7.6</c:v>
                </c:pt>
                <c:pt idx="1557">
                  <c:v>8.9</c:v>
                </c:pt>
                <c:pt idx="1558">
                  <c:v>7.3</c:v>
                </c:pt>
                <c:pt idx="1559">
                  <c:v>9</c:v>
                </c:pt>
                <c:pt idx="1560">
                  <c:v>6.3</c:v>
                </c:pt>
                <c:pt idx="1561">
                  <c:v>8.6999999999999993</c:v>
                </c:pt>
                <c:pt idx="1562">
                  <c:v>5</c:v>
                </c:pt>
                <c:pt idx="1563">
                  <c:v>9.8000000000000007</c:v>
                </c:pt>
                <c:pt idx="1564">
                  <c:v>6.8</c:v>
                </c:pt>
                <c:pt idx="1565">
                  <c:v>5.9</c:v>
                </c:pt>
                <c:pt idx="1566">
                  <c:v>4.5</c:v>
                </c:pt>
                <c:pt idx="1567">
                  <c:v>4.0999999999999996</c:v>
                </c:pt>
                <c:pt idx="1568">
                  <c:v>6.7</c:v>
                </c:pt>
                <c:pt idx="1569">
                  <c:v>7.1</c:v>
                </c:pt>
                <c:pt idx="1570">
                  <c:v>6.3</c:v>
                </c:pt>
                <c:pt idx="1571">
                  <c:v>8.6</c:v>
                </c:pt>
                <c:pt idx="1572">
                  <c:v>8.1</c:v>
                </c:pt>
                <c:pt idx="1573">
                  <c:v>9.1999999999999993</c:v>
                </c:pt>
                <c:pt idx="1574">
                  <c:v>6.4</c:v>
                </c:pt>
                <c:pt idx="1575">
                  <c:v>7.8</c:v>
                </c:pt>
                <c:pt idx="1576">
                  <c:v>7.8</c:v>
                </c:pt>
                <c:pt idx="1577">
                  <c:v>9.5</c:v>
                </c:pt>
                <c:pt idx="1578">
                  <c:v>6.3</c:v>
                </c:pt>
                <c:pt idx="1579">
                  <c:v>10</c:v>
                </c:pt>
                <c:pt idx="1580">
                  <c:v>6.5</c:v>
                </c:pt>
                <c:pt idx="1581">
                  <c:v>7.4</c:v>
                </c:pt>
                <c:pt idx="1582">
                  <c:v>9.8000000000000007</c:v>
                </c:pt>
                <c:pt idx="1583">
                  <c:v>8.3000000000000007</c:v>
                </c:pt>
                <c:pt idx="1584">
                  <c:v>7.4</c:v>
                </c:pt>
                <c:pt idx="1585">
                  <c:v>8.3000000000000007</c:v>
                </c:pt>
                <c:pt idx="1586">
                  <c:v>8.4</c:v>
                </c:pt>
                <c:pt idx="1587">
                  <c:v>7.7</c:v>
                </c:pt>
                <c:pt idx="1588">
                  <c:v>7.8</c:v>
                </c:pt>
                <c:pt idx="1589">
                  <c:v>6.1</c:v>
                </c:pt>
                <c:pt idx="1590">
                  <c:v>7.1</c:v>
                </c:pt>
                <c:pt idx="1591">
                  <c:v>6.2</c:v>
                </c:pt>
                <c:pt idx="1592">
                  <c:v>9.3000000000000007</c:v>
                </c:pt>
                <c:pt idx="1593">
                  <c:v>8.1999999999999993</c:v>
                </c:pt>
                <c:pt idx="1594">
                  <c:v>6.5</c:v>
                </c:pt>
                <c:pt idx="1595">
                  <c:v>9.6999999999999993</c:v>
                </c:pt>
                <c:pt idx="1596">
                  <c:v>8.5</c:v>
                </c:pt>
                <c:pt idx="1597">
                  <c:v>5.2</c:v>
                </c:pt>
                <c:pt idx="1598">
                  <c:v>6.3</c:v>
                </c:pt>
                <c:pt idx="1599">
                  <c:v>9.1999999999999993</c:v>
                </c:pt>
                <c:pt idx="1600">
                  <c:v>4</c:v>
                </c:pt>
                <c:pt idx="1601">
                  <c:v>7.1</c:v>
                </c:pt>
                <c:pt idx="1602">
                  <c:v>5.3</c:v>
                </c:pt>
                <c:pt idx="1603">
                  <c:v>7.3</c:v>
                </c:pt>
                <c:pt idx="1604">
                  <c:v>8</c:v>
                </c:pt>
                <c:pt idx="1605">
                  <c:v>9.9</c:v>
                </c:pt>
                <c:pt idx="1606">
                  <c:v>8.6</c:v>
                </c:pt>
                <c:pt idx="1607">
                  <c:v>6.1</c:v>
                </c:pt>
                <c:pt idx="1608">
                  <c:v>5.8</c:v>
                </c:pt>
                <c:pt idx="1609">
                  <c:v>6.4</c:v>
                </c:pt>
                <c:pt idx="1610">
                  <c:v>9.8000000000000007</c:v>
                </c:pt>
                <c:pt idx="1611">
                  <c:v>6.5</c:v>
                </c:pt>
                <c:pt idx="1612">
                  <c:v>7.6</c:v>
                </c:pt>
                <c:pt idx="1613">
                  <c:v>8</c:v>
                </c:pt>
                <c:pt idx="1614">
                  <c:v>5.6</c:v>
                </c:pt>
                <c:pt idx="1615">
                  <c:v>8.1</c:v>
                </c:pt>
                <c:pt idx="1616">
                  <c:v>6</c:v>
                </c:pt>
                <c:pt idx="1617">
                  <c:v>6.6</c:v>
                </c:pt>
                <c:pt idx="1618">
                  <c:v>7.6</c:v>
                </c:pt>
                <c:pt idx="1619">
                  <c:v>6</c:v>
                </c:pt>
                <c:pt idx="1620">
                  <c:v>7.4</c:v>
                </c:pt>
                <c:pt idx="1621">
                  <c:v>7.6</c:v>
                </c:pt>
                <c:pt idx="1622">
                  <c:v>6</c:v>
                </c:pt>
                <c:pt idx="1623">
                  <c:v>6.9</c:v>
                </c:pt>
                <c:pt idx="1624">
                  <c:v>9.6999999999999993</c:v>
                </c:pt>
                <c:pt idx="1625">
                  <c:v>8.1999999999999993</c:v>
                </c:pt>
                <c:pt idx="1626">
                  <c:v>4.9000000000000004</c:v>
                </c:pt>
                <c:pt idx="1627">
                  <c:v>8.8000000000000007</c:v>
                </c:pt>
                <c:pt idx="1628">
                  <c:v>5.9</c:v>
                </c:pt>
                <c:pt idx="1629">
                  <c:v>5.7</c:v>
                </c:pt>
                <c:pt idx="1630">
                  <c:v>7</c:v>
                </c:pt>
                <c:pt idx="1631">
                  <c:v>4.3</c:v>
                </c:pt>
                <c:pt idx="1632">
                  <c:v>5.6</c:v>
                </c:pt>
                <c:pt idx="1633">
                  <c:v>4.2</c:v>
                </c:pt>
                <c:pt idx="1634">
                  <c:v>4.3</c:v>
                </c:pt>
                <c:pt idx="1635">
                  <c:v>4.5999999999999996</c:v>
                </c:pt>
                <c:pt idx="1636">
                  <c:v>6.2</c:v>
                </c:pt>
                <c:pt idx="1637">
                  <c:v>4.3</c:v>
                </c:pt>
                <c:pt idx="1638">
                  <c:v>6.4</c:v>
                </c:pt>
                <c:pt idx="1639">
                  <c:v>5.5</c:v>
                </c:pt>
                <c:pt idx="1640">
                  <c:v>7.4</c:v>
                </c:pt>
                <c:pt idx="1641">
                  <c:v>7.6</c:v>
                </c:pt>
                <c:pt idx="1642">
                  <c:v>7</c:v>
                </c:pt>
                <c:pt idx="1643">
                  <c:v>9.3000000000000007</c:v>
                </c:pt>
                <c:pt idx="1644">
                  <c:v>5.6</c:v>
                </c:pt>
                <c:pt idx="1645">
                  <c:v>4.7</c:v>
                </c:pt>
                <c:pt idx="1646">
                  <c:v>9.4</c:v>
                </c:pt>
                <c:pt idx="1647">
                  <c:v>8.5</c:v>
                </c:pt>
                <c:pt idx="1648">
                  <c:v>5</c:v>
                </c:pt>
                <c:pt idx="1649">
                  <c:v>9</c:v>
                </c:pt>
                <c:pt idx="1650">
                  <c:v>10</c:v>
                </c:pt>
                <c:pt idx="1651">
                  <c:v>6</c:v>
                </c:pt>
                <c:pt idx="1652">
                  <c:v>5.4</c:v>
                </c:pt>
                <c:pt idx="1653">
                  <c:v>9.8000000000000007</c:v>
                </c:pt>
                <c:pt idx="1654">
                  <c:v>7.9</c:v>
                </c:pt>
                <c:pt idx="1655">
                  <c:v>9.3000000000000007</c:v>
                </c:pt>
                <c:pt idx="1656">
                  <c:v>7.6</c:v>
                </c:pt>
                <c:pt idx="1657">
                  <c:v>6.8</c:v>
                </c:pt>
                <c:pt idx="1658">
                  <c:v>6.7</c:v>
                </c:pt>
                <c:pt idx="1659">
                  <c:v>4.9000000000000004</c:v>
                </c:pt>
                <c:pt idx="1660">
                  <c:v>6.3</c:v>
                </c:pt>
                <c:pt idx="1661">
                  <c:v>9.8000000000000007</c:v>
                </c:pt>
                <c:pt idx="1662">
                  <c:v>9</c:v>
                </c:pt>
                <c:pt idx="1663">
                  <c:v>8</c:v>
                </c:pt>
                <c:pt idx="1664">
                  <c:v>4.2</c:v>
                </c:pt>
                <c:pt idx="1665">
                  <c:v>8</c:v>
                </c:pt>
                <c:pt idx="1666">
                  <c:v>6.9</c:v>
                </c:pt>
                <c:pt idx="1667">
                  <c:v>7.8</c:v>
                </c:pt>
                <c:pt idx="1668">
                  <c:v>9.4</c:v>
                </c:pt>
                <c:pt idx="1669">
                  <c:v>8.1999999999999993</c:v>
                </c:pt>
                <c:pt idx="1670">
                  <c:v>5.8</c:v>
                </c:pt>
                <c:pt idx="1671">
                  <c:v>4.7</c:v>
                </c:pt>
                <c:pt idx="1672">
                  <c:v>7.9</c:v>
                </c:pt>
                <c:pt idx="1673">
                  <c:v>9.1999999999999993</c:v>
                </c:pt>
                <c:pt idx="1674">
                  <c:v>8</c:v>
                </c:pt>
                <c:pt idx="1675">
                  <c:v>9.8000000000000007</c:v>
                </c:pt>
                <c:pt idx="1676">
                  <c:v>7.6</c:v>
                </c:pt>
                <c:pt idx="1677">
                  <c:v>4.5</c:v>
                </c:pt>
                <c:pt idx="1678">
                  <c:v>6.9</c:v>
                </c:pt>
                <c:pt idx="1679">
                  <c:v>7.2</c:v>
                </c:pt>
                <c:pt idx="1680">
                  <c:v>6.7</c:v>
                </c:pt>
                <c:pt idx="1681">
                  <c:v>6.9</c:v>
                </c:pt>
                <c:pt idx="1682">
                  <c:v>6.9</c:v>
                </c:pt>
                <c:pt idx="1683">
                  <c:v>8.4</c:v>
                </c:pt>
                <c:pt idx="1684">
                  <c:v>6.4</c:v>
                </c:pt>
                <c:pt idx="1685">
                  <c:v>7.1</c:v>
                </c:pt>
                <c:pt idx="1686">
                  <c:v>5.3</c:v>
                </c:pt>
                <c:pt idx="1687">
                  <c:v>4.8</c:v>
                </c:pt>
                <c:pt idx="1688">
                  <c:v>6.5</c:v>
                </c:pt>
                <c:pt idx="1689">
                  <c:v>8.8000000000000007</c:v>
                </c:pt>
                <c:pt idx="1690">
                  <c:v>4.3</c:v>
                </c:pt>
                <c:pt idx="1691">
                  <c:v>4.5999999999999996</c:v>
                </c:pt>
                <c:pt idx="1692">
                  <c:v>7</c:v>
                </c:pt>
                <c:pt idx="1693">
                  <c:v>8.5</c:v>
                </c:pt>
                <c:pt idx="1694">
                  <c:v>9.8000000000000007</c:v>
                </c:pt>
                <c:pt idx="1695">
                  <c:v>6.7</c:v>
                </c:pt>
                <c:pt idx="1696">
                  <c:v>8</c:v>
                </c:pt>
                <c:pt idx="1697">
                  <c:v>4.2</c:v>
                </c:pt>
                <c:pt idx="1698">
                  <c:v>4.3</c:v>
                </c:pt>
                <c:pt idx="1699">
                  <c:v>7.4</c:v>
                </c:pt>
                <c:pt idx="1700">
                  <c:v>7</c:v>
                </c:pt>
                <c:pt idx="1701">
                  <c:v>5.6</c:v>
                </c:pt>
                <c:pt idx="1702">
                  <c:v>8.6999999999999993</c:v>
                </c:pt>
                <c:pt idx="1703">
                  <c:v>6.4</c:v>
                </c:pt>
                <c:pt idx="1704">
                  <c:v>7</c:v>
                </c:pt>
                <c:pt idx="1705">
                  <c:v>8.8000000000000007</c:v>
                </c:pt>
                <c:pt idx="1706">
                  <c:v>9</c:v>
                </c:pt>
                <c:pt idx="1707">
                  <c:v>9.1999999999999993</c:v>
                </c:pt>
                <c:pt idx="1708">
                  <c:v>8.4</c:v>
                </c:pt>
                <c:pt idx="1709">
                  <c:v>4.3</c:v>
                </c:pt>
                <c:pt idx="1710">
                  <c:v>6.6</c:v>
                </c:pt>
                <c:pt idx="1711">
                  <c:v>9.6</c:v>
                </c:pt>
                <c:pt idx="1712">
                  <c:v>4.0999999999999996</c:v>
                </c:pt>
                <c:pt idx="1713">
                  <c:v>9.1999999999999993</c:v>
                </c:pt>
                <c:pt idx="1714">
                  <c:v>9.6999999999999993</c:v>
                </c:pt>
                <c:pt idx="1715">
                  <c:v>7.8</c:v>
                </c:pt>
                <c:pt idx="1716">
                  <c:v>7.9</c:v>
                </c:pt>
                <c:pt idx="1717">
                  <c:v>9.1</c:v>
                </c:pt>
                <c:pt idx="1718">
                  <c:v>5.9</c:v>
                </c:pt>
                <c:pt idx="1719">
                  <c:v>8.3000000000000007</c:v>
                </c:pt>
                <c:pt idx="1720">
                  <c:v>9.5</c:v>
                </c:pt>
                <c:pt idx="1721">
                  <c:v>4.4000000000000004</c:v>
                </c:pt>
                <c:pt idx="1722">
                  <c:v>4.0999999999999996</c:v>
                </c:pt>
                <c:pt idx="1723">
                  <c:v>9</c:v>
                </c:pt>
                <c:pt idx="1724">
                  <c:v>5.2</c:v>
                </c:pt>
                <c:pt idx="1725">
                  <c:v>5.5</c:v>
                </c:pt>
                <c:pt idx="1726">
                  <c:v>9.4</c:v>
                </c:pt>
                <c:pt idx="1727">
                  <c:v>8.3000000000000007</c:v>
                </c:pt>
                <c:pt idx="1728">
                  <c:v>5.7</c:v>
                </c:pt>
                <c:pt idx="1729">
                  <c:v>8.5</c:v>
                </c:pt>
                <c:pt idx="1730">
                  <c:v>9.1</c:v>
                </c:pt>
                <c:pt idx="1731">
                  <c:v>4.8</c:v>
                </c:pt>
                <c:pt idx="1732">
                  <c:v>9.1</c:v>
                </c:pt>
                <c:pt idx="1733">
                  <c:v>10</c:v>
                </c:pt>
                <c:pt idx="1734">
                  <c:v>7.9</c:v>
                </c:pt>
                <c:pt idx="1735">
                  <c:v>8</c:v>
                </c:pt>
                <c:pt idx="1736">
                  <c:v>8.1</c:v>
                </c:pt>
                <c:pt idx="1737">
                  <c:v>4.0999999999999996</c:v>
                </c:pt>
                <c:pt idx="1738">
                  <c:v>4.5</c:v>
                </c:pt>
                <c:pt idx="1739">
                  <c:v>7.9</c:v>
                </c:pt>
                <c:pt idx="1740">
                  <c:v>6.6</c:v>
                </c:pt>
                <c:pt idx="1741">
                  <c:v>5.6</c:v>
                </c:pt>
                <c:pt idx="1742">
                  <c:v>5.6</c:v>
                </c:pt>
                <c:pt idx="1743">
                  <c:v>8</c:v>
                </c:pt>
                <c:pt idx="1744">
                  <c:v>5.8</c:v>
                </c:pt>
                <c:pt idx="1745">
                  <c:v>8.6999999999999993</c:v>
                </c:pt>
                <c:pt idx="1746">
                  <c:v>4.3</c:v>
                </c:pt>
                <c:pt idx="1747">
                  <c:v>4.8</c:v>
                </c:pt>
                <c:pt idx="1748">
                  <c:v>7.1</c:v>
                </c:pt>
                <c:pt idx="1749">
                  <c:v>5.2</c:v>
                </c:pt>
                <c:pt idx="1750">
                  <c:v>5.0999999999999996</c:v>
                </c:pt>
                <c:pt idx="1751">
                  <c:v>9.1999999999999993</c:v>
                </c:pt>
                <c:pt idx="1752">
                  <c:v>8.5</c:v>
                </c:pt>
                <c:pt idx="1753">
                  <c:v>7.2</c:v>
                </c:pt>
                <c:pt idx="1754">
                  <c:v>7.4</c:v>
                </c:pt>
                <c:pt idx="1755">
                  <c:v>7.2</c:v>
                </c:pt>
                <c:pt idx="1756">
                  <c:v>7.7</c:v>
                </c:pt>
                <c:pt idx="1757">
                  <c:v>5.4</c:v>
                </c:pt>
                <c:pt idx="1758">
                  <c:v>4.4000000000000004</c:v>
                </c:pt>
                <c:pt idx="1759">
                  <c:v>9.1</c:v>
                </c:pt>
                <c:pt idx="1760">
                  <c:v>6.4</c:v>
                </c:pt>
                <c:pt idx="1761">
                  <c:v>5.8</c:v>
                </c:pt>
                <c:pt idx="1762">
                  <c:v>9.4</c:v>
                </c:pt>
                <c:pt idx="1763">
                  <c:v>5.8</c:v>
                </c:pt>
                <c:pt idx="1764">
                  <c:v>4.4000000000000004</c:v>
                </c:pt>
                <c:pt idx="1765">
                  <c:v>6.1</c:v>
                </c:pt>
                <c:pt idx="1766">
                  <c:v>8.9</c:v>
                </c:pt>
                <c:pt idx="1767">
                  <c:v>6.1</c:v>
                </c:pt>
                <c:pt idx="1768">
                  <c:v>5.8</c:v>
                </c:pt>
                <c:pt idx="1769">
                  <c:v>9.3000000000000007</c:v>
                </c:pt>
                <c:pt idx="1770">
                  <c:v>7.1</c:v>
                </c:pt>
                <c:pt idx="1771">
                  <c:v>4.5999999999999996</c:v>
                </c:pt>
                <c:pt idx="1772">
                  <c:v>4.2</c:v>
                </c:pt>
                <c:pt idx="1773">
                  <c:v>5.9</c:v>
                </c:pt>
                <c:pt idx="1774">
                  <c:v>7.4</c:v>
                </c:pt>
                <c:pt idx="1775">
                  <c:v>4.2</c:v>
                </c:pt>
                <c:pt idx="1776">
                  <c:v>4.8</c:v>
                </c:pt>
                <c:pt idx="1777">
                  <c:v>5.2</c:v>
                </c:pt>
                <c:pt idx="1778">
                  <c:v>7.3</c:v>
                </c:pt>
                <c:pt idx="1779">
                  <c:v>6.9</c:v>
                </c:pt>
                <c:pt idx="1780">
                  <c:v>4.5999999999999996</c:v>
                </c:pt>
                <c:pt idx="1781">
                  <c:v>8.6</c:v>
                </c:pt>
                <c:pt idx="1782">
                  <c:v>4.9000000000000004</c:v>
                </c:pt>
                <c:pt idx="1783">
                  <c:v>7.2</c:v>
                </c:pt>
                <c:pt idx="1784">
                  <c:v>5.3</c:v>
                </c:pt>
                <c:pt idx="1785">
                  <c:v>7.7</c:v>
                </c:pt>
                <c:pt idx="1786">
                  <c:v>7.8</c:v>
                </c:pt>
                <c:pt idx="1787">
                  <c:v>6.3</c:v>
                </c:pt>
                <c:pt idx="1788">
                  <c:v>4.0999999999999996</c:v>
                </c:pt>
                <c:pt idx="1789">
                  <c:v>9.1999999999999993</c:v>
                </c:pt>
                <c:pt idx="1790">
                  <c:v>8.1</c:v>
                </c:pt>
                <c:pt idx="1791">
                  <c:v>8.6999999999999993</c:v>
                </c:pt>
                <c:pt idx="1792">
                  <c:v>8.4</c:v>
                </c:pt>
                <c:pt idx="1793">
                  <c:v>7.1</c:v>
                </c:pt>
                <c:pt idx="1794">
                  <c:v>5.5</c:v>
                </c:pt>
                <c:pt idx="1795">
                  <c:v>8.5</c:v>
                </c:pt>
                <c:pt idx="1796">
                  <c:v>4.9000000000000004</c:v>
                </c:pt>
                <c:pt idx="1797">
                  <c:v>7.6</c:v>
                </c:pt>
                <c:pt idx="1798">
                  <c:v>8.1999999999999993</c:v>
                </c:pt>
                <c:pt idx="1799">
                  <c:v>8.6999999999999993</c:v>
                </c:pt>
                <c:pt idx="1800">
                  <c:v>4.9000000000000004</c:v>
                </c:pt>
                <c:pt idx="1801">
                  <c:v>9</c:v>
                </c:pt>
                <c:pt idx="1802">
                  <c:v>7.5</c:v>
                </c:pt>
                <c:pt idx="1803">
                  <c:v>6.4</c:v>
                </c:pt>
                <c:pt idx="1804">
                  <c:v>9.1999999999999993</c:v>
                </c:pt>
                <c:pt idx="1805">
                  <c:v>6.2</c:v>
                </c:pt>
                <c:pt idx="1806">
                  <c:v>6.3</c:v>
                </c:pt>
                <c:pt idx="1807">
                  <c:v>4.7</c:v>
                </c:pt>
                <c:pt idx="1808">
                  <c:v>4.7</c:v>
                </c:pt>
                <c:pt idx="1809">
                  <c:v>8.4</c:v>
                </c:pt>
                <c:pt idx="1810">
                  <c:v>9.3000000000000007</c:v>
                </c:pt>
                <c:pt idx="1811">
                  <c:v>4.8</c:v>
                </c:pt>
                <c:pt idx="1812">
                  <c:v>8.1</c:v>
                </c:pt>
                <c:pt idx="1813">
                  <c:v>5.8</c:v>
                </c:pt>
                <c:pt idx="1814">
                  <c:v>8.3000000000000007</c:v>
                </c:pt>
                <c:pt idx="1815">
                  <c:v>6.1</c:v>
                </c:pt>
                <c:pt idx="1816">
                  <c:v>4.0999999999999996</c:v>
                </c:pt>
                <c:pt idx="1817">
                  <c:v>10</c:v>
                </c:pt>
                <c:pt idx="1818">
                  <c:v>6.4</c:v>
                </c:pt>
                <c:pt idx="1819">
                  <c:v>10</c:v>
                </c:pt>
                <c:pt idx="1820">
                  <c:v>6.7</c:v>
                </c:pt>
                <c:pt idx="1821">
                  <c:v>6.1</c:v>
                </c:pt>
                <c:pt idx="1822">
                  <c:v>4.5</c:v>
                </c:pt>
                <c:pt idx="1823">
                  <c:v>9.3000000000000007</c:v>
                </c:pt>
                <c:pt idx="1824">
                  <c:v>8.8000000000000007</c:v>
                </c:pt>
                <c:pt idx="1825">
                  <c:v>7.5</c:v>
                </c:pt>
                <c:pt idx="1826">
                  <c:v>8</c:v>
                </c:pt>
                <c:pt idx="1827">
                  <c:v>6.6</c:v>
                </c:pt>
                <c:pt idx="1828">
                  <c:v>4.0999999999999996</c:v>
                </c:pt>
                <c:pt idx="1829">
                  <c:v>6.7</c:v>
                </c:pt>
                <c:pt idx="1830">
                  <c:v>9.4</c:v>
                </c:pt>
                <c:pt idx="1831">
                  <c:v>9.9</c:v>
                </c:pt>
                <c:pt idx="1832">
                  <c:v>5.2</c:v>
                </c:pt>
                <c:pt idx="1833">
                  <c:v>9.1999999999999993</c:v>
                </c:pt>
                <c:pt idx="1834">
                  <c:v>7.8</c:v>
                </c:pt>
                <c:pt idx="1835">
                  <c:v>7</c:v>
                </c:pt>
                <c:pt idx="1836">
                  <c:v>9.6999999999999993</c:v>
                </c:pt>
                <c:pt idx="1837">
                  <c:v>9.1999999999999993</c:v>
                </c:pt>
                <c:pt idx="1838">
                  <c:v>6</c:v>
                </c:pt>
                <c:pt idx="1839">
                  <c:v>5.9</c:v>
                </c:pt>
                <c:pt idx="1840">
                  <c:v>5</c:v>
                </c:pt>
                <c:pt idx="1841">
                  <c:v>5.9</c:v>
                </c:pt>
                <c:pt idx="1842">
                  <c:v>6.7</c:v>
                </c:pt>
                <c:pt idx="1843">
                  <c:v>4.7</c:v>
                </c:pt>
                <c:pt idx="1844">
                  <c:v>5.7</c:v>
                </c:pt>
                <c:pt idx="1845">
                  <c:v>9</c:v>
                </c:pt>
                <c:pt idx="1846">
                  <c:v>8.9</c:v>
                </c:pt>
                <c:pt idx="1847">
                  <c:v>5.9</c:v>
                </c:pt>
                <c:pt idx="1848">
                  <c:v>8.1</c:v>
                </c:pt>
                <c:pt idx="1849">
                  <c:v>7.7</c:v>
                </c:pt>
                <c:pt idx="1850">
                  <c:v>8.6999999999999993</c:v>
                </c:pt>
                <c:pt idx="1851">
                  <c:v>9.6999999999999993</c:v>
                </c:pt>
                <c:pt idx="1852">
                  <c:v>6.9</c:v>
                </c:pt>
                <c:pt idx="1853">
                  <c:v>5.4</c:v>
                </c:pt>
                <c:pt idx="1854">
                  <c:v>4.5999999999999996</c:v>
                </c:pt>
                <c:pt idx="1855">
                  <c:v>7.9</c:v>
                </c:pt>
                <c:pt idx="1856">
                  <c:v>8.8000000000000007</c:v>
                </c:pt>
                <c:pt idx="1857">
                  <c:v>5.6</c:v>
                </c:pt>
                <c:pt idx="1858">
                  <c:v>9.9</c:v>
                </c:pt>
                <c:pt idx="1859">
                  <c:v>7.9</c:v>
                </c:pt>
                <c:pt idx="1860">
                  <c:v>8.6999999999999993</c:v>
                </c:pt>
                <c:pt idx="1861">
                  <c:v>9.5</c:v>
                </c:pt>
                <c:pt idx="1862">
                  <c:v>6.7</c:v>
                </c:pt>
                <c:pt idx="1863">
                  <c:v>8.6</c:v>
                </c:pt>
                <c:pt idx="1864">
                  <c:v>9.9</c:v>
                </c:pt>
                <c:pt idx="1865">
                  <c:v>7.3</c:v>
                </c:pt>
                <c:pt idx="1866">
                  <c:v>4.9000000000000004</c:v>
                </c:pt>
                <c:pt idx="1867">
                  <c:v>4.0999999999999996</c:v>
                </c:pt>
                <c:pt idx="1868">
                  <c:v>5.7</c:v>
                </c:pt>
                <c:pt idx="1869">
                  <c:v>8.4</c:v>
                </c:pt>
                <c:pt idx="1870">
                  <c:v>7.3</c:v>
                </c:pt>
                <c:pt idx="1871">
                  <c:v>7.1</c:v>
                </c:pt>
                <c:pt idx="1872">
                  <c:v>7.4</c:v>
                </c:pt>
                <c:pt idx="1873">
                  <c:v>8.8000000000000007</c:v>
                </c:pt>
                <c:pt idx="1874">
                  <c:v>8.8000000000000007</c:v>
                </c:pt>
                <c:pt idx="1875">
                  <c:v>4</c:v>
                </c:pt>
                <c:pt idx="1876">
                  <c:v>7.1</c:v>
                </c:pt>
                <c:pt idx="1877">
                  <c:v>8.3000000000000007</c:v>
                </c:pt>
                <c:pt idx="1878">
                  <c:v>8.8000000000000007</c:v>
                </c:pt>
                <c:pt idx="1879">
                  <c:v>4.0999999999999996</c:v>
                </c:pt>
                <c:pt idx="1880">
                  <c:v>6.1</c:v>
                </c:pt>
                <c:pt idx="1881">
                  <c:v>8.5</c:v>
                </c:pt>
                <c:pt idx="1882">
                  <c:v>6.3</c:v>
                </c:pt>
                <c:pt idx="1883">
                  <c:v>4.2</c:v>
                </c:pt>
                <c:pt idx="1884">
                  <c:v>7.6</c:v>
                </c:pt>
                <c:pt idx="1885">
                  <c:v>5.6</c:v>
                </c:pt>
                <c:pt idx="1886">
                  <c:v>5.9</c:v>
                </c:pt>
                <c:pt idx="1887">
                  <c:v>7</c:v>
                </c:pt>
                <c:pt idx="1888">
                  <c:v>9.3000000000000007</c:v>
                </c:pt>
                <c:pt idx="1889">
                  <c:v>10</c:v>
                </c:pt>
                <c:pt idx="1890">
                  <c:v>8.1</c:v>
                </c:pt>
                <c:pt idx="1891">
                  <c:v>6.1</c:v>
                </c:pt>
                <c:pt idx="1892">
                  <c:v>7.9</c:v>
                </c:pt>
                <c:pt idx="1893">
                  <c:v>7.4</c:v>
                </c:pt>
                <c:pt idx="1894">
                  <c:v>9.3000000000000007</c:v>
                </c:pt>
                <c:pt idx="1895">
                  <c:v>6.3</c:v>
                </c:pt>
                <c:pt idx="1896">
                  <c:v>7.8</c:v>
                </c:pt>
                <c:pt idx="1897">
                  <c:v>9.6999999999999993</c:v>
                </c:pt>
                <c:pt idx="1898">
                  <c:v>4.3</c:v>
                </c:pt>
                <c:pt idx="1899">
                  <c:v>5</c:v>
                </c:pt>
                <c:pt idx="1900">
                  <c:v>6.9</c:v>
                </c:pt>
                <c:pt idx="1901">
                  <c:v>5.5</c:v>
                </c:pt>
                <c:pt idx="1902">
                  <c:v>8.3000000000000007</c:v>
                </c:pt>
                <c:pt idx="1903">
                  <c:v>4.5999999999999996</c:v>
                </c:pt>
                <c:pt idx="1904">
                  <c:v>5.7</c:v>
                </c:pt>
                <c:pt idx="1905">
                  <c:v>4.8</c:v>
                </c:pt>
                <c:pt idx="1906">
                  <c:v>9.6</c:v>
                </c:pt>
                <c:pt idx="1907">
                  <c:v>9.6999999999999993</c:v>
                </c:pt>
                <c:pt idx="1908">
                  <c:v>4.7</c:v>
                </c:pt>
                <c:pt idx="1909">
                  <c:v>5.8</c:v>
                </c:pt>
                <c:pt idx="1910">
                  <c:v>4.9000000000000004</c:v>
                </c:pt>
                <c:pt idx="1911">
                  <c:v>8.1</c:v>
                </c:pt>
                <c:pt idx="1912">
                  <c:v>6.6</c:v>
                </c:pt>
                <c:pt idx="1913">
                  <c:v>4.3</c:v>
                </c:pt>
                <c:pt idx="1914">
                  <c:v>5.9</c:v>
                </c:pt>
                <c:pt idx="1915">
                  <c:v>6</c:v>
                </c:pt>
                <c:pt idx="1916">
                  <c:v>6.1</c:v>
                </c:pt>
                <c:pt idx="1917">
                  <c:v>7.6</c:v>
                </c:pt>
                <c:pt idx="1918">
                  <c:v>5.4</c:v>
                </c:pt>
                <c:pt idx="1919">
                  <c:v>7.7</c:v>
                </c:pt>
                <c:pt idx="1920">
                  <c:v>7.2</c:v>
                </c:pt>
                <c:pt idx="1921">
                  <c:v>7.8</c:v>
                </c:pt>
                <c:pt idx="1922">
                  <c:v>8</c:v>
                </c:pt>
                <c:pt idx="1923">
                  <c:v>5.3</c:v>
                </c:pt>
                <c:pt idx="1924">
                  <c:v>8.3000000000000007</c:v>
                </c:pt>
                <c:pt idx="1925">
                  <c:v>6.7</c:v>
                </c:pt>
                <c:pt idx="1926">
                  <c:v>5</c:v>
                </c:pt>
                <c:pt idx="1927">
                  <c:v>4.3</c:v>
                </c:pt>
                <c:pt idx="1928">
                  <c:v>4.0999999999999996</c:v>
                </c:pt>
                <c:pt idx="1929">
                  <c:v>5.6</c:v>
                </c:pt>
                <c:pt idx="1930">
                  <c:v>8</c:v>
                </c:pt>
                <c:pt idx="1931">
                  <c:v>8.9</c:v>
                </c:pt>
                <c:pt idx="1932">
                  <c:v>9.6999999999999993</c:v>
                </c:pt>
                <c:pt idx="1933">
                  <c:v>8.6999999999999993</c:v>
                </c:pt>
                <c:pt idx="1934">
                  <c:v>7.3</c:v>
                </c:pt>
                <c:pt idx="1935">
                  <c:v>8.1999999999999993</c:v>
                </c:pt>
                <c:pt idx="1936">
                  <c:v>5.6</c:v>
                </c:pt>
                <c:pt idx="1937">
                  <c:v>7.4</c:v>
                </c:pt>
                <c:pt idx="1938">
                  <c:v>4.3</c:v>
                </c:pt>
                <c:pt idx="1939">
                  <c:v>5.2</c:v>
                </c:pt>
                <c:pt idx="1940">
                  <c:v>4.5</c:v>
                </c:pt>
                <c:pt idx="1941">
                  <c:v>5</c:v>
                </c:pt>
                <c:pt idx="1942">
                  <c:v>6.9</c:v>
                </c:pt>
                <c:pt idx="1943">
                  <c:v>9.1999999999999993</c:v>
                </c:pt>
                <c:pt idx="1944">
                  <c:v>7.5</c:v>
                </c:pt>
                <c:pt idx="1945">
                  <c:v>8.3000000000000007</c:v>
                </c:pt>
                <c:pt idx="1946">
                  <c:v>4.8</c:v>
                </c:pt>
                <c:pt idx="1947">
                  <c:v>6.4</c:v>
                </c:pt>
                <c:pt idx="1948">
                  <c:v>5.6</c:v>
                </c:pt>
                <c:pt idx="1949">
                  <c:v>5.4</c:v>
                </c:pt>
                <c:pt idx="1950">
                  <c:v>5.3</c:v>
                </c:pt>
                <c:pt idx="1951">
                  <c:v>5.0999999999999996</c:v>
                </c:pt>
                <c:pt idx="1952">
                  <c:v>4.0999999999999996</c:v>
                </c:pt>
                <c:pt idx="1953">
                  <c:v>7.2</c:v>
                </c:pt>
                <c:pt idx="1954">
                  <c:v>8.1</c:v>
                </c:pt>
                <c:pt idx="1955">
                  <c:v>7.9</c:v>
                </c:pt>
                <c:pt idx="1956">
                  <c:v>9</c:v>
                </c:pt>
                <c:pt idx="1957">
                  <c:v>7.8</c:v>
                </c:pt>
                <c:pt idx="1958">
                  <c:v>6.8</c:v>
                </c:pt>
                <c:pt idx="1959">
                  <c:v>4.3</c:v>
                </c:pt>
                <c:pt idx="1960">
                  <c:v>8.1999999999999993</c:v>
                </c:pt>
                <c:pt idx="1961">
                  <c:v>4.0999999999999996</c:v>
                </c:pt>
                <c:pt idx="1962">
                  <c:v>5</c:v>
                </c:pt>
                <c:pt idx="1963">
                  <c:v>5.6</c:v>
                </c:pt>
                <c:pt idx="1964">
                  <c:v>9.9</c:v>
                </c:pt>
                <c:pt idx="1965">
                  <c:v>9.6</c:v>
                </c:pt>
                <c:pt idx="1966">
                  <c:v>8.8000000000000007</c:v>
                </c:pt>
                <c:pt idx="1967">
                  <c:v>6</c:v>
                </c:pt>
                <c:pt idx="1968">
                  <c:v>8</c:v>
                </c:pt>
                <c:pt idx="1969">
                  <c:v>8.6999999999999993</c:v>
                </c:pt>
                <c:pt idx="1970">
                  <c:v>5.8</c:v>
                </c:pt>
                <c:pt idx="1971">
                  <c:v>5.8</c:v>
                </c:pt>
                <c:pt idx="1972">
                  <c:v>7.1</c:v>
                </c:pt>
                <c:pt idx="1973">
                  <c:v>8.1999999999999993</c:v>
                </c:pt>
                <c:pt idx="1974">
                  <c:v>10</c:v>
                </c:pt>
                <c:pt idx="1975">
                  <c:v>7</c:v>
                </c:pt>
                <c:pt idx="1976">
                  <c:v>9.6</c:v>
                </c:pt>
                <c:pt idx="1977">
                  <c:v>5.8</c:v>
                </c:pt>
                <c:pt idx="1978">
                  <c:v>4.2</c:v>
                </c:pt>
                <c:pt idx="1979">
                  <c:v>8.1999999999999993</c:v>
                </c:pt>
                <c:pt idx="1980">
                  <c:v>8.4</c:v>
                </c:pt>
                <c:pt idx="1981">
                  <c:v>9.3000000000000007</c:v>
                </c:pt>
                <c:pt idx="1982">
                  <c:v>8</c:v>
                </c:pt>
                <c:pt idx="1983">
                  <c:v>9.4</c:v>
                </c:pt>
                <c:pt idx="1984">
                  <c:v>7.2</c:v>
                </c:pt>
                <c:pt idx="1985">
                  <c:v>4.5999999999999996</c:v>
                </c:pt>
                <c:pt idx="1986">
                  <c:v>4</c:v>
                </c:pt>
                <c:pt idx="1987">
                  <c:v>5.2</c:v>
                </c:pt>
                <c:pt idx="1988">
                  <c:v>5.7</c:v>
                </c:pt>
                <c:pt idx="1989">
                  <c:v>5.6</c:v>
                </c:pt>
                <c:pt idx="1990">
                  <c:v>9.4</c:v>
                </c:pt>
                <c:pt idx="1991">
                  <c:v>8</c:v>
                </c:pt>
                <c:pt idx="1992">
                  <c:v>9</c:v>
                </c:pt>
                <c:pt idx="1993">
                  <c:v>5.7</c:v>
                </c:pt>
                <c:pt idx="1994">
                  <c:v>6.3</c:v>
                </c:pt>
                <c:pt idx="1995">
                  <c:v>7.4</c:v>
                </c:pt>
                <c:pt idx="1996">
                  <c:v>8.6999999999999993</c:v>
                </c:pt>
                <c:pt idx="1997">
                  <c:v>9.6999999999999993</c:v>
                </c:pt>
                <c:pt idx="1998">
                  <c:v>9.5</c:v>
                </c:pt>
                <c:pt idx="1999">
                  <c:v>4.5999999999999996</c:v>
                </c:pt>
                <c:pt idx="2000">
                  <c:v>5.9</c:v>
                </c:pt>
                <c:pt idx="2001">
                  <c:v>6.4</c:v>
                </c:pt>
                <c:pt idx="2002">
                  <c:v>6.7</c:v>
                </c:pt>
                <c:pt idx="2003">
                  <c:v>9.1</c:v>
                </c:pt>
                <c:pt idx="2004">
                  <c:v>6.6</c:v>
                </c:pt>
                <c:pt idx="2005">
                  <c:v>5.8</c:v>
                </c:pt>
                <c:pt idx="2006">
                  <c:v>4.9000000000000004</c:v>
                </c:pt>
                <c:pt idx="2007">
                  <c:v>6.2</c:v>
                </c:pt>
                <c:pt idx="2008">
                  <c:v>8</c:v>
                </c:pt>
                <c:pt idx="2009">
                  <c:v>7.3</c:v>
                </c:pt>
                <c:pt idx="2010">
                  <c:v>5.8</c:v>
                </c:pt>
                <c:pt idx="2011">
                  <c:v>9.1</c:v>
                </c:pt>
                <c:pt idx="2012">
                  <c:v>4</c:v>
                </c:pt>
                <c:pt idx="2013">
                  <c:v>6</c:v>
                </c:pt>
                <c:pt idx="2014">
                  <c:v>8.6999999999999993</c:v>
                </c:pt>
                <c:pt idx="2015">
                  <c:v>7.4</c:v>
                </c:pt>
                <c:pt idx="2016">
                  <c:v>5.4</c:v>
                </c:pt>
                <c:pt idx="2017">
                  <c:v>4.4000000000000004</c:v>
                </c:pt>
                <c:pt idx="2018">
                  <c:v>4.5</c:v>
                </c:pt>
                <c:pt idx="2019">
                  <c:v>4.3</c:v>
                </c:pt>
                <c:pt idx="2020">
                  <c:v>9.9</c:v>
                </c:pt>
                <c:pt idx="2021">
                  <c:v>8.6999999999999993</c:v>
                </c:pt>
                <c:pt idx="2022">
                  <c:v>7.7</c:v>
                </c:pt>
                <c:pt idx="2023">
                  <c:v>6.3</c:v>
                </c:pt>
                <c:pt idx="2024">
                  <c:v>9.1999999999999993</c:v>
                </c:pt>
                <c:pt idx="2025">
                  <c:v>8.6</c:v>
                </c:pt>
                <c:pt idx="2026">
                  <c:v>9.4</c:v>
                </c:pt>
                <c:pt idx="2027">
                  <c:v>8.5</c:v>
                </c:pt>
                <c:pt idx="2028">
                  <c:v>9.4</c:v>
                </c:pt>
                <c:pt idx="2029">
                  <c:v>5.8</c:v>
                </c:pt>
                <c:pt idx="2030">
                  <c:v>4.5</c:v>
                </c:pt>
                <c:pt idx="2031">
                  <c:v>5</c:v>
                </c:pt>
                <c:pt idx="2032">
                  <c:v>7.6</c:v>
                </c:pt>
                <c:pt idx="2033">
                  <c:v>7.3</c:v>
                </c:pt>
                <c:pt idx="2034">
                  <c:v>6.6</c:v>
                </c:pt>
                <c:pt idx="2035">
                  <c:v>9.4</c:v>
                </c:pt>
                <c:pt idx="2036">
                  <c:v>7</c:v>
                </c:pt>
                <c:pt idx="2037">
                  <c:v>6.3</c:v>
                </c:pt>
                <c:pt idx="2038">
                  <c:v>5.6</c:v>
                </c:pt>
                <c:pt idx="2039">
                  <c:v>7.2</c:v>
                </c:pt>
                <c:pt idx="2040">
                  <c:v>8.5</c:v>
                </c:pt>
                <c:pt idx="2041">
                  <c:v>8.3000000000000007</c:v>
                </c:pt>
                <c:pt idx="2042">
                  <c:v>8.1999999999999993</c:v>
                </c:pt>
                <c:pt idx="2043">
                  <c:v>4.4000000000000004</c:v>
                </c:pt>
                <c:pt idx="2044">
                  <c:v>4.2</c:v>
                </c:pt>
                <c:pt idx="2045">
                  <c:v>9.1</c:v>
                </c:pt>
                <c:pt idx="2046">
                  <c:v>6.6</c:v>
                </c:pt>
                <c:pt idx="2047">
                  <c:v>6.9</c:v>
                </c:pt>
                <c:pt idx="2048">
                  <c:v>4.2</c:v>
                </c:pt>
                <c:pt idx="2049">
                  <c:v>6.5</c:v>
                </c:pt>
                <c:pt idx="2050">
                  <c:v>8.6999999999999993</c:v>
                </c:pt>
                <c:pt idx="2051">
                  <c:v>5.2</c:v>
                </c:pt>
                <c:pt idx="2052">
                  <c:v>9.3000000000000007</c:v>
                </c:pt>
                <c:pt idx="2053">
                  <c:v>8.6999999999999993</c:v>
                </c:pt>
                <c:pt idx="2054">
                  <c:v>5</c:v>
                </c:pt>
                <c:pt idx="2055">
                  <c:v>5.0999999999999996</c:v>
                </c:pt>
                <c:pt idx="2056">
                  <c:v>6.8</c:v>
                </c:pt>
                <c:pt idx="2057">
                  <c:v>7.9</c:v>
                </c:pt>
                <c:pt idx="2058">
                  <c:v>5.2</c:v>
                </c:pt>
                <c:pt idx="2059">
                  <c:v>8.8000000000000007</c:v>
                </c:pt>
                <c:pt idx="2060">
                  <c:v>5.8</c:v>
                </c:pt>
                <c:pt idx="2061">
                  <c:v>8.1</c:v>
                </c:pt>
                <c:pt idx="2062">
                  <c:v>6.4</c:v>
                </c:pt>
                <c:pt idx="2063">
                  <c:v>9.6999999999999993</c:v>
                </c:pt>
                <c:pt idx="2064">
                  <c:v>6.3</c:v>
                </c:pt>
                <c:pt idx="2065">
                  <c:v>8.8000000000000007</c:v>
                </c:pt>
                <c:pt idx="2066">
                  <c:v>7.4</c:v>
                </c:pt>
                <c:pt idx="2067">
                  <c:v>8.5</c:v>
                </c:pt>
                <c:pt idx="2068">
                  <c:v>7.2</c:v>
                </c:pt>
                <c:pt idx="2069">
                  <c:v>7</c:v>
                </c:pt>
                <c:pt idx="2070">
                  <c:v>5</c:v>
                </c:pt>
                <c:pt idx="2071">
                  <c:v>7.8</c:v>
                </c:pt>
                <c:pt idx="2072">
                  <c:v>6.7</c:v>
                </c:pt>
                <c:pt idx="2073">
                  <c:v>4.0999999999999996</c:v>
                </c:pt>
                <c:pt idx="2074">
                  <c:v>7.5</c:v>
                </c:pt>
                <c:pt idx="2075">
                  <c:v>9.9</c:v>
                </c:pt>
                <c:pt idx="2076">
                  <c:v>9.1</c:v>
                </c:pt>
                <c:pt idx="2077">
                  <c:v>4.4000000000000004</c:v>
                </c:pt>
                <c:pt idx="2078">
                  <c:v>8.5</c:v>
                </c:pt>
                <c:pt idx="2079">
                  <c:v>4.7</c:v>
                </c:pt>
                <c:pt idx="2080">
                  <c:v>6.7</c:v>
                </c:pt>
                <c:pt idx="2081">
                  <c:v>8.6</c:v>
                </c:pt>
                <c:pt idx="2082">
                  <c:v>5.6</c:v>
                </c:pt>
                <c:pt idx="2083">
                  <c:v>4.8</c:v>
                </c:pt>
                <c:pt idx="2084">
                  <c:v>9.5</c:v>
                </c:pt>
                <c:pt idx="2085">
                  <c:v>8.5</c:v>
                </c:pt>
                <c:pt idx="2086">
                  <c:v>5.0999999999999996</c:v>
                </c:pt>
                <c:pt idx="2087">
                  <c:v>6.9</c:v>
                </c:pt>
                <c:pt idx="2088">
                  <c:v>6</c:v>
                </c:pt>
                <c:pt idx="2089">
                  <c:v>5.0999999999999996</c:v>
                </c:pt>
                <c:pt idx="2090">
                  <c:v>10</c:v>
                </c:pt>
                <c:pt idx="2091">
                  <c:v>8.6</c:v>
                </c:pt>
                <c:pt idx="2092">
                  <c:v>5.7</c:v>
                </c:pt>
                <c:pt idx="2093">
                  <c:v>4.2</c:v>
                </c:pt>
                <c:pt idx="2094">
                  <c:v>5.2</c:v>
                </c:pt>
                <c:pt idx="2095">
                  <c:v>9.8000000000000007</c:v>
                </c:pt>
                <c:pt idx="2096">
                  <c:v>8.1</c:v>
                </c:pt>
                <c:pt idx="2097">
                  <c:v>9.9</c:v>
                </c:pt>
                <c:pt idx="2098">
                  <c:v>9</c:v>
                </c:pt>
                <c:pt idx="2099">
                  <c:v>7.2</c:v>
                </c:pt>
                <c:pt idx="2100">
                  <c:v>4.5</c:v>
                </c:pt>
                <c:pt idx="2101">
                  <c:v>8.1</c:v>
                </c:pt>
                <c:pt idx="2102">
                  <c:v>5.3</c:v>
                </c:pt>
                <c:pt idx="2103">
                  <c:v>7.9</c:v>
                </c:pt>
                <c:pt idx="2104">
                  <c:v>7.2</c:v>
                </c:pt>
                <c:pt idx="2105">
                  <c:v>8.4</c:v>
                </c:pt>
                <c:pt idx="2106">
                  <c:v>4.5</c:v>
                </c:pt>
                <c:pt idx="2107">
                  <c:v>6.3</c:v>
                </c:pt>
                <c:pt idx="2108">
                  <c:v>5.7</c:v>
                </c:pt>
                <c:pt idx="2109">
                  <c:v>7</c:v>
                </c:pt>
                <c:pt idx="2110">
                  <c:v>6.3</c:v>
                </c:pt>
                <c:pt idx="2111">
                  <c:v>7.4</c:v>
                </c:pt>
                <c:pt idx="2112">
                  <c:v>4</c:v>
                </c:pt>
                <c:pt idx="2113">
                  <c:v>9.3000000000000007</c:v>
                </c:pt>
                <c:pt idx="2114">
                  <c:v>6.5</c:v>
                </c:pt>
                <c:pt idx="2115">
                  <c:v>9.4</c:v>
                </c:pt>
                <c:pt idx="2116">
                  <c:v>6.7</c:v>
                </c:pt>
                <c:pt idx="2117">
                  <c:v>5.9</c:v>
                </c:pt>
                <c:pt idx="2118">
                  <c:v>8.6999999999999993</c:v>
                </c:pt>
                <c:pt idx="2119">
                  <c:v>8.6</c:v>
                </c:pt>
                <c:pt idx="2120">
                  <c:v>6.1</c:v>
                </c:pt>
                <c:pt idx="2121">
                  <c:v>7.8</c:v>
                </c:pt>
                <c:pt idx="2122">
                  <c:v>5.4</c:v>
                </c:pt>
                <c:pt idx="2123">
                  <c:v>7.8</c:v>
                </c:pt>
                <c:pt idx="2124">
                  <c:v>9.1999999999999993</c:v>
                </c:pt>
                <c:pt idx="2125">
                  <c:v>4.4000000000000004</c:v>
                </c:pt>
                <c:pt idx="2126">
                  <c:v>4.8</c:v>
                </c:pt>
                <c:pt idx="2127">
                  <c:v>6.8</c:v>
                </c:pt>
                <c:pt idx="2128">
                  <c:v>8.3000000000000007</c:v>
                </c:pt>
                <c:pt idx="2129">
                  <c:v>7.5</c:v>
                </c:pt>
                <c:pt idx="2130">
                  <c:v>5.5</c:v>
                </c:pt>
                <c:pt idx="2131">
                  <c:v>4.9000000000000004</c:v>
                </c:pt>
                <c:pt idx="2132">
                  <c:v>9.3000000000000007</c:v>
                </c:pt>
                <c:pt idx="2133">
                  <c:v>9.1</c:v>
                </c:pt>
                <c:pt idx="2134">
                  <c:v>4</c:v>
                </c:pt>
                <c:pt idx="2135">
                  <c:v>4.4000000000000004</c:v>
                </c:pt>
                <c:pt idx="2136">
                  <c:v>5.2</c:v>
                </c:pt>
                <c:pt idx="2137">
                  <c:v>8.4</c:v>
                </c:pt>
                <c:pt idx="2138">
                  <c:v>8</c:v>
                </c:pt>
                <c:pt idx="2139">
                  <c:v>7.5</c:v>
                </c:pt>
                <c:pt idx="2140">
                  <c:v>9.6</c:v>
                </c:pt>
                <c:pt idx="2141">
                  <c:v>9.1999999999999993</c:v>
                </c:pt>
                <c:pt idx="2142">
                  <c:v>7.6</c:v>
                </c:pt>
                <c:pt idx="2143">
                  <c:v>6.5</c:v>
                </c:pt>
                <c:pt idx="2144">
                  <c:v>8.1</c:v>
                </c:pt>
                <c:pt idx="2145">
                  <c:v>9.1999999999999993</c:v>
                </c:pt>
                <c:pt idx="2146">
                  <c:v>7.7</c:v>
                </c:pt>
                <c:pt idx="2147">
                  <c:v>9.6</c:v>
                </c:pt>
                <c:pt idx="2148">
                  <c:v>7.5</c:v>
                </c:pt>
                <c:pt idx="2149">
                  <c:v>8.1999999999999993</c:v>
                </c:pt>
                <c:pt idx="2150">
                  <c:v>4.5999999999999996</c:v>
                </c:pt>
                <c:pt idx="2151">
                  <c:v>6.3</c:v>
                </c:pt>
                <c:pt idx="2152">
                  <c:v>6.5</c:v>
                </c:pt>
                <c:pt idx="2153">
                  <c:v>6.5</c:v>
                </c:pt>
                <c:pt idx="2154">
                  <c:v>6.5</c:v>
                </c:pt>
                <c:pt idx="2155">
                  <c:v>7.2</c:v>
                </c:pt>
                <c:pt idx="2156">
                  <c:v>4.8</c:v>
                </c:pt>
                <c:pt idx="2157">
                  <c:v>4.0999999999999996</c:v>
                </c:pt>
                <c:pt idx="2158">
                  <c:v>8</c:v>
                </c:pt>
                <c:pt idx="2159">
                  <c:v>9.3000000000000007</c:v>
                </c:pt>
                <c:pt idx="2160">
                  <c:v>6.6</c:v>
                </c:pt>
                <c:pt idx="2161">
                  <c:v>9.5</c:v>
                </c:pt>
                <c:pt idx="2162">
                  <c:v>9.5</c:v>
                </c:pt>
                <c:pt idx="2163">
                  <c:v>4</c:v>
                </c:pt>
                <c:pt idx="2164">
                  <c:v>7.5</c:v>
                </c:pt>
                <c:pt idx="2165">
                  <c:v>9.4</c:v>
                </c:pt>
                <c:pt idx="2166">
                  <c:v>7</c:v>
                </c:pt>
                <c:pt idx="2167">
                  <c:v>5.8</c:v>
                </c:pt>
                <c:pt idx="2168">
                  <c:v>5.4</c:v>
                </c:pt>
                <c:pt idx="2169">
                  <c:v>6</c:v>
                </c:pt>
                <c:pt idx="2170">
                  <c:v>7.6</c:v>
                </c:pt>
                <c:pt idx="2171">
                  <c:v>5.6</c:v>
                </c:pt>
                <c:pt idx="2172">
                  <c:v>7.3</c:v>
                </c:pt>
                <c:pt idx="2173">
                  <c:v>7.2</c:v>
                </c:pt>
                <c:pt idx="2174">
                  <c:v>4.2</c:v>
                </c:pt>
                <c:pt idx="2175">
                  <c:v>6.4</c:v>
                </c:pt>
                <c:pt idx="2176">
                  <c:v>4.2</c:v>
                </c:pt>
                <c:pt idx="2177">
                  <c:v>7.3</c:v>
                </c:pt>
                <c:pt idx="2178">
                  <c:v>4.3</c:v>
                </c:pt>
                <c:pt idx="2179">
                  <c:v>8.3000000000000007</c:v>
                </c:pt>
                <c:pt idx="2180">
                  <c:v>8.1999999999999993</c:v>
                </c:pt>
                <c:pt idx="2181">
                  <c:v>6.4</c:v>
                </c:pt>
                <c:pt idx="2182">
                  <c:v>4.2</c:v>
                </c:pt>
                <c:pt idx="2183">
                  <c:v>8.3000000000000007</c:v>
                </c:pt>
                <c:pt idx="2184">
                  <c:v>7.4</c:v>
                </c:pt>
                <c:pt idx="2185">
                  <c:v>7.6</c:v>
                </c:pt>
                <c:pt idx="2186">
                  <c:v>4.5</c:v>
                </c:pt>
                <c:pt idx="2187">
                  <c:v>9.4</c:v>
                </c:pt>
                <c:pt idx="2188">
                  <c:v>6.3</c:v>
                </c:pt>
                <c:pt idx="2189">
                  <c:v>6.3</c:v>
                </c:pt>
                <c:pt idx="2190">
                  <c:v>8.6</c:v>
                </c:pt>
                <c:pt idx="2191">
                  <c:v>4.5</c:v>
                </c:pt>
                <c:pt idx="2192">
                  <c:v>6.2</c:v>
                </c:pt>
                <c:pt idx="2193">
                  <c:v>7.5</c:v>
                </c:pt>
                <c:pt idx="2194">
                  <c:v>9.9</c:v>
                </c:pt>
                <c:pt idx="2195">
                  <c:v>6.8</c:v>
                </c:pt>
                <c:pt idx="2196">
                  <c:v>4.8</c:v>
                </c:pt>
                <c:pt idx="2197">
                  <c:v>5.6</c:v>
                </c:pt>
                <c:pt idx="2198">
                  <c:v>5.7</c:v>
                </c:pt>
                <c:pt idx="2199">
                  <c:v>6.1</c:v>
                </c:pt>
                <c:pt idx="2200">
                  <c:v>7.6</c:v>
                </c:pt>
                <c:pt idx="2201">
                  <c:v>8.6999999999999993</c:v>
                </c:pt>
                <c:pt idx="2202">
                  <c:v>6</c:v>
                </c:pt>
                <c:pt idx="2203">
                  <c:v>5.0999999999999996</c:v>
                </c:pt>
                <c:pt idx="2204">
                  <c:v>9</c:v>
                </c:pt>
                <c:pt idx="2205">
                  <c:v>9.6999999999999993</c:v>
                </c:pt>
                <c:pt idx="2206">
                  <c:v>6.8</c:v>
                </c:pt>
                <c:pt idx="2207">
                  <c:v>9.6999999999999993</c:v>
                </c:pt>
                <c:pt idx="2208">
                  <c:v>9.4</c:v>
                </c:pt>
                <c:pt idx="2209">
                  <c:v>5.4</c:v>
                </c:pt>
                <c:pt idx="2210">
                  <c:v>5.6</c:v>
                </c:pt>
                <c:pt idx="2211">
                  <c:v>5.6</c:v>
                </c:pt>
                <c:pt idx="2212">
                  <c:v>6.8</c:v>
                </c:pt>
                <c:pt idx="2213">
                  <c:v>8.3000000000000007</c:v>
                </c:pt>
                <c:pt idx="2214">
                  <c:v>9</c:v>
                </c:pt>
                <c:pt idx="2215">
                  <c:v>4.0999999999999996</c:v>
                </c:pt>
                <c:pt idx="2216">
                  <c:v>5.9</c:v>
                </c:pt>
                <c:pt idx="2217">
                  <c:v>8.8000000000000007</c:v>
                </c:pt>
                <c:pt idx="2218">
                  <c:v>6.8</c:v>
                </c:pt>
                <c:pt idx="2219">
                  <c:v>6.6</c:v>
                </c:pt>
                <c:pt idx="2220">
                  <c:v>6.8</c:v>
                </c:pt>
                <c:pt idx="2221">
                  <c:v>6.9</c:v>
                </c:pt>
                <c:pt idx="2222">
                  <c:v>7.8</c:v>
                </c:pt>
                <c:pt idx="2223">
                  <c:v>6.4</c:v>
                </c:pt>
                <c:pt idx="2224">
                  <c:v>6.3</c:v>
                </c:pt>
                <c:pt idx="2225">
                  <c:v>4.8</c:v>
                </c:pt>
                <c:pt idx="2226">
                  <c:v>5.2</c:v>
                </c:pt>
                <c:pt idx="2227">
                  <c:v>6.1</c:v>
                </c:pt>
                <c:pt idx="2228">
                  <c:v>7.2</c:v>
                </c:pt>
                <c:pt idx="2229">
                  <c:v>6.6</c:v>
                </c:pt>
                <c:pt idx="2230">
                  <c:v>7.9</c:v>
                </c:pt>
                <c:pt idx="2231">
                  <c:v>9.3000000000000007</c:v>
                </c:pt>
                <c:pt idx="2232">
                  <c:v>4.2</c:v>
                </c:pt>
                <c:pt idx="2233">
                  <c:v>5.5</c:v>
                </c:pt>
                <c:pt idx="2234">
                  <c:v>7.6</c:v>
                </c:pt>
                <c:pt idx="2235">
                  <c:v>5.8</c:v>
                </c:pt>
                <c:pt idx="2236">
                  <c:v>4</c:v>
                </c:pt>
                <c:pt idx="2237">
                  <c:v>8.6999999999999993</c:v>
                </c:pt>
                <c:pt idx="2238">
                  <c:v>9.6999999999999993</c:v>
                </c:pt>
                <c:pt idx="2239">
                  <c:v>9.8000000000000007</c:v>
                </c:pt>
                <c:pt idx="2240">
                  <c:v>6.9</c:v>
                </c:pt>
                <c:pt idx="2241">
                  <c:v>5.2</c:v>
                </c:pt>
                <c:pt idx="2242">
                  <c:v>6</c:v>
                </c:pt>
                <c:pt idx="2243">
                  <c:v>8.9</c:v>
                </c:pt>
                <c:pt idx="2244">
                  <c:v>7.1</c:v>
                </c:pt>
                <c:pt idx="2245">
                  <c:v>6.3</c:v>
                </c:pt>
                <c:pt idx="2246">
                  <c:v>7.1</c:v>
                </c:pt>
                <c:pt idx="2247">
                  <c:v>6</c:v>
                </c:pt>
                <c:pt idx="2248">
                  <c:v>4.8</c:v>
                </c:pt>
                <c:pt idx="2249">
                  <c:v>7.2</c:v>
                </c:pt>
                <c:pt idx="2250">
                  <c:v>4.3</c:v>
                </c:pt>
                <c:pt idx="2251">
                  <c:v>7.3</c:v>
                </c:pt>
                <c:pt idx="2252">
                  <c:v>8.6999999999999993</c:v>
                </c:pt>
                <c:pt idx="2253">
                  <c:v>5.5</c:v>
                </c:pt>
                <c:pt idx="2254">
                  <c:v>5.0999999999999996</c:v>
                </c:pt>
                <c:pt idx="2255">
                  <c:v>8.3000000000000007</c:v>
                </c:pt>
                <c:pt idx="2256">
                  <c:v>6.4</c:v>
                </c:pt>
                <c:pt idx="2257">
                  <c:v>6.8</c:v>
                </c:pt>
                <c:pt idx="2258">
                  <c:v>7.8</c:v>
                </c:pt>
                <c:pt idx="2259">
                  <c:v>4.9000000000000004</c:v>
                </c:pt>
                <c:pt idx="2260">
                  <c:v>7.2</c:v>
                </c:pt>
                <c:pt idx="2261">
                  <c:v>6.8</c:v>
                </c:pt>
                <c:pt idx="2262">
                  <c:v>8.1</c:v>
                </c:pt>
                <c:pt idx="2263">
                  <c:v>8.6999999999999993</c:v>
                </c:pt>
                <c:pt idx="2264">
                  <c:v>9.5</c:v>
                </c:pt>
                <c:pt idx="2265">
                  <c:v>5.9</c:v>
                </c:pt>
                <c:pt idx="2266">
                  <c:v>6.7</c:v>
                </c:pt>
                <c:pt idx="2267">
                  <c:v>7.4</c:v>
                </c:pt>
                <c:pt idx="2268">
                  <c:v>9.6</c:v>
                </c:pt>
                <c:pt idx="2269">
                  <c:v>7.5</c:v>
                </c:pt>
                <c:pt idx="2270">
                  <c:v>4.9000000000000004</c:v>
                </c:pt>
                <c:pt idx="2271">
                  <c:v>9</c:v>
                </c:pt>
                <c:pt idx="2272">
                  <c:v>5.6</c:v>
                </c:pt>
                <c:pt idx="2273">
                  <c:v>8.6999999999999993</c:v>
                </c:pt>
                <c:pt idx="2274">
                  <c:v>5.5</c:v>
                </c:pt>
                <c:pt idx="2275">
                  <c:v>4.9000000000000004</c:v>
                </c:pt>
                <c:pt idx="2276">
                  <c:v>6.8</c:v>
                </c:pt>
                <c:pt idx="2277">
                  <c:v>5.8</c:v>
                </c:pt>
                <c:pt idx="2278">
                  <c:v>6.3</c:v>
                </c:pt>
                <c:pt idx="2279">
                  <c:v>9.5</c:v>
                </c:pt>
                <c:pt idx="2280">
                  <c:v>5.7</c:v>
                </c:pt>
                <c:pt idx="2281">
                  <c:v>8.6999999999999993</c:v>
                </c:pt>
                <c:pt idx="2282">
                  <c:v>6.9</c:v>
                </c:pt>
                <c:pt idx="2283">
                  <c:v>6.8</c:v>
                </c:pt>
                <c:pt idx="2284">
                  <c:v>8</c:v>
                </c:pt>
                <c:pt idx="2285">
                  <c:v>9.6</c:v>
                </c:pt>
                <c:pt idx="2286">
                  <c:v>5.2</c:v>
                </c:pt>
                <c:pt idx="2287">
                  <c:v>8.9</c:v>
                </c:pt>
                <c:pt idx="2288">
                  <c:v>4.3</c:v>
                </c:pt>
                <c:pt idx="2289">
                  <c:v>9.9</c:v>
                </c:pt>
                <c:pt idx="2290">
                  <c:v>4.0999999999999996</c:v>
                </c:pt>
                <c:pt idx="2291">
                  <c:v>9.5</c:v>
                </c:pt>
                <c:pt idx="2292">
                  <c:v>4.0999999999999996</c:v>
                </c:pt>
                <c:pt idx="2293">
                  <c:v>8.1</c:v>
                </c:pt>
                <c:pt idx="2294">
                  <c:v>7.2</c:v>
                </c:pt>
                <c:pt idx="2295">
                  <c:v>8.4</c:v>
                </c:pt>
                <c:pt idx="2296">
                  <c:v>8.6999999999999993</c:v>
                </c:pt>
                <c:pt idx="2297">
                  <c:v>4.2</c:v>
                </c:pt>
                <c:pt idx="2298">
                  <c:v>9.4</c:v>
                </c:pt>
                <c:pt idx="2299">
                  <c:v>4.2</c:v>
                </c:pt>
                <c:pt idx="2300">
                  <c:v>5.5</c:v>
                </c:pt>
                <c:pt idx="2301">
                  <c:v>8.9</c:v>
                </c:pt>
                <c:pt idx="2302">
                  <c:v>6</c:v>
                </c:pt>
                <c:pt idx="2303">
                  <c:v>5.0999999999999996</c:v>
                </c:pt>
                <c:pt idx="2304">
                  <c:v>7.1</c:v>
                </c:pt>
                <c:pt idx="2305">
                  <c:v>8.6</c:v>
                </c:pt>
                <c:pt idx="2306">
                  <c:v>8.9</c:v>
                </c:pt>
                <c:pt idx="2307">
                  <c:v>7.8</c:v>
                </c:pt>
                <c:pt idx="2308">
                  <c:v>7.4</c:v>
                </c:pt>
                <c:pt idx="2309">
                  <c:v>8.6999999999999993</c:v>
                </c:pt>
                <c:pt idx="2310">
                  <c:v>7.7</c:v>
                </c:pt>
                <c:pt idx="2311">
                  <c:v>8.6</c:v>
                </c:pt>
                <c:pt idx="2312">
                  <c:v>8.9</c:v>
                </c:pt>
                <c:pt idx="2313">
                  <c:v>8</c:v>
                </c:pt>
                <c:pt idx="2314">
                  <c:v>9.4</c:v>
                </c:pt>
                <c:pt idx="2315">
                  <c:v>4.4000000000000004</c:v>
                </c:pt>
                <c:pt idx="2316">
                  <c:v>7.2</c:v>
                </c:pt>
                <c:pt idx="2317">
                  <c:v>6.9</c:v>
                </c:pt>
                <c:pt idx="2318">
                  <c:v>4.5</c:v>
                </c:pt>
                <c:pt idx="2319">
                  <c:v>7.1</c:v>
                </c:pt>
                <c:pt idx="2320">
                  <c:v>6.8</c:v>
                </c:pt>
                <c:pt idx="2321">
                  <c:v>7.1</c:v>
                </c:pt>
                <c:pt idx="2322">
                  <c:v>5.5</c:v>
                </c:pt>
                <c:pt idx="2323">
                  <c:v>8.6</c:v>
                </c:pt>
                <c:pt idx="2324">
                  <c:v>8.1999999999999993</c:v>
                </c:pt>
                <c:pt idx="2325">
                  <c:v>7.1</c:v>
                </c:pt>
                <c:pt idx="2326">
                  <c:v>7.7</c:v>
                </c:pt>
                <c:pt idx="2327">
                  <c:v>6.5</c:v>
                </c:pt>
                <c:pt idx="2328">
                  <c:v>4.0999999999999996</c:v>
                </c:pt>
                <c:pt idx="2329">
                  <c:v>9.9</c:v>
                </c:pt>
                <c:pt idx="2330">
                  <c:v>4.3</c:v>
                </c:pt>
                <c:pt idx="2331">
                  <c:v>7.1</c:v>
                </c:pt>
                <c:pt idx="2332">
                  <c:v>5.0999999999999996</c:v>
                </c:pt>
                <c:pt idx="2333">
                  <c:v>4.8</c:v>
                </c:pt>
                <c:pt idx="2334">
                  <c:v>6.9</c:v>
                </c:pt>
                <c:pt idx="2335">
                  <c:v>6.3</c:v>
                </c:pt>
                <c:pt idx="2336">
                  <c:v>6.7</c:v>
                </c:pt>
                <c:pt idx="2337">
                  <c:v>6.3</c:v>
                </c:pt>
                <c:pt idx="2338">
                  <c:v>8.1999999999999993</c:v>
                </c:pt>
                <c:pt idx="2339">
                  <c:v>4.2</c:v>
                </c:pt>
                <c:pt idx="2340">
                  <c:v>8.4</c:v>
                </c:pt>
                <c:pt idx="2341">
                  <c:v>6.6</c:v>
                </c:pt>
                <c:pt idx="2342">
                  <c:v>5.7</c:v>
                </c:pt>
                <c:pt idx="2343">
                  <c:v>9.4</c:v>
                </c:pt>
                <c:pt idx="2344">
                  <c:v>8.1</c:v>
                </c:pt>
                <c:pt idx="2345">
                  <c:v>8.1999999999999993</c:v>
                </c:pt>
                <c:pt idx="2346">
                  <c:v>9.8000000000000007</c:v>
                </c:pt>
                <c:pt idx="2347">
                  <c:v>7.7</c:v>
                </c:pt>
                <c:pt idx="2348">
                  <c:v>4.8</c:v>
                </c:pt>
                <c:pt idx="2349">
                  <c:v>6.1</c:v>
                </c:pt>
                <c:pt idx="2350">
                  <c:v>7.4</c:v>
                </c:pt>
                <c:pt idx="2351">
                  <c:v>7</c:v>
                </c:pt>
                <c:pt idx="2352">
                  <c:v>8.5</c:v>
                </c:pt>
                <c:pt idx="2353">
                  <c:v>4.2</c:v>
                </c:pt>
                <c:pt idx="2354">
                  <c:v>9.6</c:v>
                </c:pt>
                <c:pt idx="2355">
                  <c:v>9.6</c:v>
                </c:pt>
                <c:pt idx="2356">
                  <c:v>5.5</c:v>
                </c:pt>
                <c:pt idx="2357">
                  <c:v>7.5</c:v>
                </c:pt>
                <c:pt idx="2358">
                  <c:v>9.1999999999999993</c:v>
                </c:pt>
                <c:pt idx="2359">
                  <c:v>7.1</c:v>
                </c:pt>
                <c:pt idx="2360">
                  <c:v>9.6999999999999993</c:v>
                </c:pt>
                <c:pt idx="2361">
                  <c:v>6</c:v>
                </c:pt>
                <c:pt idx="2362">
                  <c:v>7.5</c:v>
                </c:pt>
                <c:pt idx="2363">
                  <c:v>5.8</c:v>
                </c:pt>
                <c:pt idx="2364">
                  <c:v>5.8</c:v>
                </c:pt>
                <c:pt idx="2365">
                  <c:v>6.2</c:v>
                </c:pt>
                <c:pt idx="2366">
                  <c:v>4.3</c:v>
                </c:pt>
                <c:pt idx="2367">
                  <c:v>9</c:v>
                </c:pt>
                <c:pt idx="2368">
                  <c:v>8.6999999999999993</c:v>
                </c:pt>
                <c:pt idx="2369">
                  <c:v>4.9000000000000004</c:v>
                </c:pt>
                <c:pt idx="2370">
                  <c:v>6.4</c:v>
                </c:pt>
                <c:pt idx="2371">
                  <c:v>8.4</c:v>
                </c:pt>
                <c:pt idx="2372">
                  <c:v>6.1</c:v>
                </c:pt>
                <c:pt idx="2373">
                  <c:v>8.8000000000000007</c:v>
                </c:pt>
                <c:pt idx="2374">
                  <c:v>6.3</c:v>
                </c:pt>
                <c:pt idx="2375">
                  <c:v>9.8000000000000007</c:v>
                </c:pt>
                <c:pt idx="2376">
                  <c:v>5.6</c:v>
                </c:pt>
                <c:pt idx="2377">
                  <c:v>8.1999999999999993</c:v>
                </c:pt>
                <c:pt idx="2378">
                  <c:v>9</c:v>
                </c:pt>
                <c:pt idx="2379">
                  <c:v>8.3000000000000007</c:v>
                </c:pt>
                <c:pt idx="2380">
                  <c:v>4.7</c:v>
                </c:pt>
                <c:pt idx="2381">
                  <c:v>6.5</c:v>
                </c:pt>
                <c:pt idx="2382">
                  <c:v>6.6</c:v>
                </c:pt>
                <c:pt idx="2383">
                  <c:v>6.4</c:v>
                </c:pt>
                <c:pt idx="2384">
                  <c:v>5.3</c:v>
                </c:pt>
                <c:pt idx="2385">
                  <c:v>6.8</c:v>
                </c:pt>
                <c:pt idx="2386">
                  <c:v>5.8</c:v>
                </c:pt>
                <c:pt idx="2387">
                  <c:v>9</c:v>
                </c:pt>
                <c:pt idx="2388">
                  <c:v>4.9000000000000004</c:v>
                </c:pt>
                <c:pt idx="2389">
                  <c:v>6.4</c:v>
                </c:pt>
                <c:pt idx="2390">
                  <c:v>4.5</c:v>
                </c:pt>
                <c:pt idx="2391">
                  <c:v>5.4</c:v>
                </c:pt>
                <c:pt idx="2392">
                  <c:v>4.4000000000000004</c:v>
                </c:pt>
                <c:pt idx="2393">
                  <c:v>4.5999999999999996</c:v>
                </c:pt>
                <c:pt idx="2394">
                  <c:v>5.7</c:v>
                </c:pt>
                <c:pt idx="2395">
                  <c:v>6.9</c:v>
                </c:pt>
                <c:pt idx="2396">
                  <c:v>5.6</c:v>
                </c:pt>
                <c:pt idx="2397">
                  <c:v>9.9</c:v>
                </c:pt>
                <c:pt idx="2398">
                  <c:v>7</c:v>
                </c:pt>
                <c:pt idx="2399">
                  <c:v>6.3</c:v>
                </c:pt>
                <c:pt idx="2400">
                  <c:v>4.3</c:v>
                </c:pt>
                <c:pt idx="2401">
                  <c:v>9.3000000000000007</c:v>
                </c:pt>
                <c:pt idx="2402">
                  <c:v>8.1</c:v>
                </c:pt>
                <c:pt idx="2403">
                  <c:v>4.3</c:v>
                </c:pt>
                <c:pt idx="2404">
                  <c:v>4.5999999999999996</c:v>
                </c:pt>
                <c:pt idx="2405">
                  <c:v>7</c:v>
                </c:pt>
                <c:pt idx="2406">
                  <c:v>4.2</c:v>
                </c:pt>
                <c:pt idx="2407">
                  <c:v>4.2</c:v>
                </c:pt>
                <c:pt idx="2408">
                  <c:v>6.5</c:v>
                </c:pt>
                <c:pt idx="2409">
                  <c:v>9.6</c:v>
                </c:pt>
                <c:pt idx="2410">
                  <c:v>5.5</c:v>
                </c:pt>
                <c:pt idx="2411">
                  <c:v>8.1999999999999993</c:v>
                </c:pt>
                <c:pt idx="2412">
                  <c:v>8.4</c:v>
                </c:pt>
                <c:pt idx="2413">
                  <c:v>8.3000000000000007</c:v>
                </c:pt>
                <c:pt idx="2414">
                  <c:v>9.6</c:v>
                </c:pt>
                <c:pt idx="2415">
                  <c:v>6.5</c:v>
                </c:pt>
                <c:pt idx="2416">
                  <c:v>8.8000000000000007</c:v>
                </c:pt>
                <c:pt idx="2417">
                  <c:v>6</c:v>
                </c:pt>
                <c:pt idx="2418">
                  <c:v>8</c:v>
                </c:pt>
                <c:pt idx="2419">
                  <c:v>5.4</c:v>
                </c:pt>
                <c:pt idx="2420">
                  <c:v>4.0999999999999996</c:v>
                </c:pt>
                <c:pt idx="2421">
                  <c:v>9.1999999999999993</c:v>
                </c:pt>
                <c:pt idx="2422">
                  <c:v>6.2</c:v>
                </c:pt>
                <c:pt idx="2423">
                  <c:v>8.6</c:v>
                </c:pt>
                <c:pt idx="2424">
                  <c:v>8.3000000000000007</c:v>
                </c:pt>
                <c:pt idx="2425">
                  <c:v>5.4</c:v>
                </c:pt>
                <c:pt idx="2426">
                  <c:v>7.9</c:v>
                </c:pt>
                <c:pt idx="2427">
                  <c:v>8.5</c:v>
                </c:pt>
                <c:pt idx="2428">
                  <c:v>6.6</c:v>
                </c:pt>
                <c:pt idx="2429">
                  <c:v>9.4</c:v>
                </c:pt>
                <c:pt idx="2430">
                  <c:v>9.9</c:v>
                </c:pt>
                <c:pt idx="2431">
                  <c:v>7.3</c:v>
                </c:pt>
                <c:pt idx="2432">
                  <c:v>4.0999999999999996</c:v>
                </c:pt>
                <c:pt idx="2433">
                  <c:v>9.4</c:v>
                </c:pt>
                <c:pt idx="2434">
                  <c:v>5</c:v>
                </c:pt>
                <c:pt idx="2435">
                  <c:v>6.3</c:v>
                </c:pt>
                <c:pt idx="2436">
                  <c:v>4.8</c:v>
                </c:pt>
                <c:pt idx="2437">
                  <c:v>7.1</c:v>
                </c:pt>
                <c:pt idx="2438">
                  <c:v>6</c:v>
                </c:pt>
                <c:pt idx="2439">
                  <c:v>9.9</c:v>
                </c:pt>
                <c:pt idx="2440">
                  <c:v>8.4</c:v>
                </c:pt>
                <c:pt idx="2441">
                  <c:v>6.6</c:v>
                </c:pt>
                <c:pt idx="2442">
                  <c:v>8.9</c:v>
                </c:pt>
                <c:pt idx="2443">
                  <c:v>4.7</c:v>
                </c:pt>
                <c:pt idx="2444">
                  <c:v>6.2</c:v>
                </c:pt>
                <c:pt idx="2445">
                  <c:v>7.7</c:v>
                </c:pt>
                <c:pt idx="2446">
                  <c:v>9.6</c:v>
                </c:pt>
                <c:pt idx="2447">
                  <c:v>5</c:v>
                </c:pt>
                <c:pt idx="2448">
                  <c:v>4.4000000000000004</c:v>
                </c:pt>
                <c:pt idx="2449">
                  <c:v>4.7</c:v>
                </c:pt>
                <c:pt idx="2450">
                  <c:v>9.5</c:v>
                </c:pt>
                <c:pt idx="2451">
                  <c:v>7.1</c:v>
                </c:pt>
                <c:pt idx="2452">
                  <c:v>6.9</c:v>
                </c:pt>
                <c:pt idx="2453">
                  <c:v>5.3</c:v>
                </c:pt>
                <c:pt idx="2454">
                  <c:v>7.1</c:v>
                </c:pt>
                <c:pt idx="2455">
                  <c:v>7.1</c:v>
                </c:pt>
                <c:pt idx="2456">
                  <c:v>9</c:v>
                </c:pt>
                <c:pt idx="2457">
                  <c:v>8.1999999999999993</c:v>
                </c:pt>
                <c:pt idx="2458">
                  <c:v>6.9</c:v>
                </c:pt>
                <c:pt idx="2459">
                  <c:v>8.6</c:v>
                </c:pt>
                <c:pt idx="2460">
                  <c:v>5.7</c:v>
                </c:pt>
                <c:pt idx="2461">
                  <c:v>4.5999999999999996</c:v>
                </c:pt>
                <c:pt idx="2462">
                  <c:v>5.5</c:v>
                </c:pt>
                <c:pt idx="2463">
                  <c:v>7.3</c:v>
                </c:pt>
                <c:pt idx="2464">
                  <c:v>8.3000000000000007</c:v>
                </c:pt>
                <c:pt idx="2465">
                  <c:v>4.7</c:v>
                </c:pt>
                <c:pt idx="2466">
                  <c:v>6.5</c:v>
                </c:pt>
                <c:pt idx="2467">
                  <c:v>8.1</c:v>
                </c:pt>
                <c:pt idx="2468">
                  <c:v>9.5</c:v>
                </c:pt>
                <c:pt idx="2469">
                  <c:v>7.7</c:v>
                </c:pt>
                <c:pt idx="2470">
                  <c:v>4</c:v>
                </c:pt>
                <c:pt idx="2471">
                  <c:v>4.5</c:v>
                </c:pt>
                <c:pt idx="2472">
                  <c:v>8.8000000000000007</c:v>
                </c:pt>
                <c:pt idx="2473">
                  <c:v>7</c:v>
                </c:pt>
                <c:pt idx="2474">
                  <c:v>9</c:v>
                </c:pt>
                <c:pt idx="2475">
                  <c:v>5.3</c:v>
                </c:pt>
                <c:pt idx="2476">
                  <c:v>7.2</c:v>
                </c:pt>
                <c:pt idx="2477">
                  <c:v>4.2</c:v>
                </c:pt>
                <c:pt idx="2478">
                  <c:v>8.9</c:v>
                </c:pt>
                <c:pt idx="2479">
                  <c:v>9.1999999999999993</c:v>
                </c:pt>
                <c:pt idx="2480">
                  <c:v>8</c:v>
                </c:pt>
                <c:pt idx="2481">
                  <c:v>6.8</c:v>
                </c:pt>
                <c:pt idx="2482">
                  <c:v>9.5</c:v>
                </c:pt>
                <c:pt idx="2483">
                  <c:v>9</c:v>
                </c:pt>
                <c:pt idx="2484">
                  <c:v>7.8</c:v>
                </c:pt>
                <c:pt idx="2485">
                  <c:v>9.1</c:v>
                </c:pt>
                <c:pt idx="2486">
                  <c:v>5.5</c:v>
                </c:pt>
                <c:pt idx="2487">
                  <c:v>4.8</c:v>
                </c:pt>
                <c:pt idx="2488">
                  <c:v>6.8</c:v>
                </c:pt>
                <c:pt idx="2489">
                  <c:v>8.1</c:v>
                </c:pt>
                <c:pt idx="2490">
                  <c:v>9.6999999999999993</c:v>
                </c:pt>
                <c:pt idx="2491">
                  <c:v>8.1</c:v>
                </c:pt>
                <c:pt idx="2492">
                  <c:v>6.4</c:v>
                </c:pt>
                <c:pt idx="2493">
                  <c:v>9.8000000000000007</c:v>
                </c:pt>
                <c:pt idx="2494">
                  <c:v>7.3</c:v>
                </c:pt>
                <c:pt idx="2495">
                  <c:v>8</c:v>
                </c:pt>
                <c:pt idx="2496">
                  <c:v>4.7</c:v>
                </c:pt>
                <c:pt idx="2497">
                  <c:v>4.3</c:v>
                </c:pt>
                <c:pt idx="2498">
                  <c:v>6.3</c:v>
                </c:pt>
                <c:pt idx="2499">
                  <c:v>4.8</c:v>
                </c:pt>
                <c:pt idx="2500">
                  <c:v>6.1</c:v>
                </c:pt>
                <c:pt idx="2501">
                  <c:v>7.5</c:v>
                </c:pt>
                <c:pt idx="2502">
                  <c:v>6.5</c:v>
                </c:pt>
                <c:pt idx="2503">
                  <c:v>9.6</c:v>
                </c:pt>
                <c:pt idx="2504">
                  <c:v>7.8</c:v>
                </c:pt>
                <c:pt idx="2505">
                  <c:v>6.1</c:v>
                </c:pt>
                <c:pt idx="2506">
                  <c:v>4.2</c:v>
                </c:pt>
                <c:pt idx="2507">
                  <c:v>7.1</c:v>
                </c:pt>
                <c:pt idx="2508">
                  <c:v>9.4</c:v>
                </c:pt>
                <c:pt idx="2509">
                  <c:v>9.3000000000000007</c:v>
                </c:pt>
                <c:pt idx="2510">
                  <c:v>5.8</c:v>
                </c:pt>
                <c:pt idx="2511">
                  <c:v>7.1</c:v>
                </c:pt>
                <c:pt idx="2512">
                  <c:v>4.5999999999999996</c:v>
                </c:pt>
                <c:pt idx="2513">
                  <c:v>4</c:v>
                </c:pt>
                <c:pt idx="2514">
                  <c:v>4.5</c:v>
                </c:pt>
                <c:pt idx="2515">
                  <c:v>8.1999999999999993</c:v>
                </c:pt>
                <c:pt idx="2516">
                  <c:v>9.8000000000000007</c:v>
                </c:pt>
                <c:pt idx="2517">
                  <c:v>8.1</c:v>
                </c:pt>
                <c:pt idx="2518">
                  <c:v>8.1999999999999993</c:v>
                </c:pt>
                <c:pt idx="2519">
                  <c:v>7.6</c:v>
                </c:pt>
                <c:pt idx="2520">
                  <c:v>6.2</c:v>
                </c:pt>
                <c:pt idx="2521">
                  <c:v>7.5</c:v>
                </c:pt>
                <c:pt idx="2522">
                  <c:v>9.1999999999999993</c:v>
                </c:pt>
                <c:pt idx="2523">
                  <c:v>6.7</c:v>
                </c:pt>
                <c:pt idx="2524">
                  <c:v>7.9</c:v>
                </c:pt>
                <c:pt idx="2525">
                  <c:v>5.5</c:v>
                </c:pt>
                <c:pt idx="2526">
                  <c:v>5.6</c:v>
                </c:pt>
                <c:pt idx="2527">
                  <c:v>8.1</c:v>
                </c:pt>
                <c:pt idx="2528">
                  <c:v>9.5</c:v>
                </c:pt>
                <c:pt idx="2529">
                  <c:v>4.5999999999999996</c:v>
                </c:pt>
                <c:pt idx="2530">
                  <c:v>5.9</c:v>
                </c:pt>
                <c:pt idx="2531">
                  <c:v>5.2</c:v>
                </c:pt>
                <c:pt idx="2532">
                  <c:v>4.3</c:v>
                </c:pt>
                <c:pt idx="2533">
                  <c:v>8</c:v>
                </c:pt>
                <c:pt idx="2534">
                  <c:v>6.1</c:v>
                </c:pt>
                <c:pt idx="2535">
                  <c:v>5</c:v>
                </c:pt>
                <c:pt idx="2536">
                  <c:v>7.7</c:v>
                </c:pt>
                <c:pt idx="2537">
                  <c:v>8.6999999999999993</c:v>
                </c:pt>
                <c:pt idx="2538">
                  <c:v>4.4000000000000004</c:v>
                </c:pt>
                <c:pt idx="2539">
                  <c:v>8.1999999999999993</c:v>
                </c:pt>
                <c:pt idx="2540">
                  <c:v>4.2</c:v>
                </c:pt>
                <c:pt idx="2541">
                  <c:v>5.2</c:v>
                </c:pt>
                <c:pt idx="2542">
                  <c:v>5.5</c:v>
                </c:pt>
                <c:pt idx="2543">
                  <c:v>9</c:v>
                </c:pt>
                <c:pt idx="2544">
                  <c:v>4.3</c:v>
                </c:pt>
                <c:pt idx="2545">
                  <c:v>8.6</c:v>
                </c:pt>
                <c:pt idx="2546">
                  <c:v>9.3000000000000007</c:v>
                </c:pt>
                <c:pt idx="2547">
                  <c:v>4.5</c:v>
                </c:pt>
                <c:pt idx="2548">
                  <c:v>4.4000000000000004</c:v>
                </c:pt>
                <c:pt idx="2549">
                  <c:v>8.5</c:v>
                </c:pt>
                <c:pt idx="2550">
                  <c:v>9</c:v>
                </c:pt>
                <c:pt idx="2551">
                  <c:v>8.6</c:v>
                </c:pt>
                <c:pt idx="2552">
                  <c:v>8.3000000000000007</c:v>
                </c:pt>
                <c:pt idx="2553">
                  <c:v>10</c:v>
                </c:pt>
                <c:pt idx="2554">
                  <c:v>4.5999999999999996</c:v>
                </c:pt>
                <c:pt idx="2555">
                  <c:v>7.6</c:v>
                </c:pt>
                <c:pt idx="2556">
                  <c:v>5.4</c:v>
                </c:pt>
                <c:pt idx="2557">
                  <c:v>7.8</c:v>
                </c:pt>
                <c:pt idx="2558">
                  <c:v>8.3000000000000007</c:v>
                </c:pt>
                <c:pt idx="2559">
                  <c:v>7</c:v>
                </c:pt>
                <c:pt idx="2560">
                  <c:v>4.9000000000000004</c:v>
                </c:pt>
                <c:pt idx="2561">
                  <c:v>8</c:v>
                </c:pt>
                <c:pt idx="2562">
                  <c:v>6.7</c:v>
                </c:pt>
                <c:pt idx="2563">
                  <c:v>8.1</c:v>
                </c:pt>
                <c:pt idx="2564">
                  <c:v>6.6</c:v>
                </c:pt>
                <c:pt idx="2565">
                  <c:v>4.8</c:v>
                </c:pt>
                <c:pt idx="2566">
                  <c:v>6.8</c:v>
                </c:pt>
                <c:pt idx="2567">
                  <c:v>4</c:v>
                </c:pt>
                <c:pt idx="2568">
                  <c:v>4</c:v>
                </c:pt>
                <c:pt idx="2569">
                  <c:v>4.0999999999999996</c:v>
                </c:pt>
                <c:pt idx="2570">
                  <c:v>5</c:v>
                </c:pt>
                <c:pt idx="2571">
                  <c:v>5.2</c:v>
                </c:pt>
                <c:pt idx="2572">
                  <c:v>9.5</c:v>
                </c:pt>
                <c:pt idx="2573">
                  <c:v>4.3</c:v>
                </c:pt>
                <c:pt idx="2574">
                  <c:v>8</c:v>
                </c:pt>
                <c:pt idx="2575">
                  <c:v>6.8</c:v>
                </c:pt>
                <c:pt idx="2576">
                  <c:v>9.8000000000000007</c:v>
                </c:pt>
                <c:pt idx="2577">
                  <c:v>6</c:v>
                </c:pt>
                <c:pt idx="2578">
                  <c:v>7.9</c:v>
                </c:pt>
                <c:pt idx="2579">
                  <c:v>7.2</c:v>
                </c:pt>
                <c:pt idx="2580">
                  <c:v>4.5</c:v>
                </c:pt>
                <c:pt idx="2581">
                  <c:v>7.7</c:v>
                </c:pt>
                <c:pt idx="2582">
                  <c:v>5.8</c:v>
                </c:pt>
                <c:pt idx="2583">
                  <c:v>8.6999999999999993</c:v>
                </c:pt>
                <c:pt idx="2584">
                  <c:v>6.4</c:v>
                </c:pt>
                <c:pt idx="2585">
                  <c:v>6.9</c:v>
                </c:pt>
                <c:pt idx="2586">
                  <c:v>9.9</c:v>
                </c:pt>
                <c:pt idx="2587">
                  <c:v>9</c:v>
                </c:pt>
                <c:pt idx="2588">
                  <c:v>8.4</c:v>
                </c:pt>
                <c:pt idx="2589">
                  <c:v>7.3</c:v>
                </c:pt>
                <c:pt idx="2590">
                  <c:v>9.3000000000000007</c:v>
                </c:pt>
                <c:pt idx="2591">
                  <c:v>8.6</c:v>
                </c:pt>
                <c:pt idx="2592">
                  <c:v>8.6999999999999993</c:v>
                </c:pt>
                <c:pt idx="2593">
                  <c:v>4.4000000000000004</c:v>
                </c:pt>
                <c:pt idx="2594">
                  <c:v>8.6999999999999993</c:v>
                </c:pt>
                <c:pt idx="2595">
                  <c:v>6.3</c:v>
                </c:pt>
                <c:pt idx="2596">
                  <c:v>7.3</c:v>
                </c:pt>
                <c:pt idx="2597">
                  <c:v>7.5</c:v>
                </c:pt>
                <c:pt idx="2598">
                  <c:v>7.3</c:v>
                </c:pt>
                <c:pt idx="2599">
                  <c:v>6.8</c:v>
                </c:pt>
                <c:pt idx="2600">
                  <c:v>9</c:v>
                </c:pt>
                <c:pt idx="2601">
                  <c:v>6.8</c:v>
                </c:pt>
                <c:pt idx="2602">
                  <c:v>8.3000000000000007</c:v>
                </c:pt>
                <c:pt idx="2603">
                  <c:v>6.9</c:v>
                </c:pt>
                <c:pt idx="2604">
                  <c:v>8.9</c:v>
                </c:pt>
                <c:pt idx="2605">
                  <c:v>9.3000000000000007</c:v>
                </c:pt>
                <c:pt idx="2606">
                  <c:v>8.1999999999999993</c:v>
                </c:pt>
                <c:pt idx="2607">
                  <c:v>6.4</c:v>
                </c:pt>
                <c:pt idx="2608">
                  <c:v>4.9000000000000004</c:v>
                </c:pt>
                <c:pt idx="2609">
                  <c:v>8.6999999999999993</c:v>
                </c:pt>
                <c:pt idx="2610">
                  <c:v>8.6999999999999993</c:v>
                </c:pt>
                <c:pt idx="2611">
                  <c:v>6.8</c:v>
                </c:pt>
                <c:pt idx="2612">
                  <c:v>5</c:v>
                </c:pt>
                <c:pt idx="2613">
                  <c:v>8.3000000000000007</c:v>
                </c:pt>
                <c:pt idx="2614">
                  <c:v>5.3</c:v>
                </c:pt>
                <c:pt idx="2615">
                  <c:v>4.5999999999999996</c:v>
                </c:pt>
                <c:pt idx="2616">
                  <c:v>5.6</c:v>
                </c:pt>
                <c:pt idx="2617">
                  <c:v>6.7</c:v>
                </c:pt>
                <c:pt idx="2618">
                  <c:v>9.5</c:v>
                </c:pt>
                <c:pt idx="2619">
                  <c:v>8.4</c:v>
                </c:pt>
                <c:pt idx="2620">
                  <c:v>4.8</c:v>
                </c:pt>
                <c:pt idx="2621">
                  <c:v>4.2</c:v>
                </c:pt>
                <c:pt idx="2622">
                  <c:v>8</c:v>
                </c:pt>
                <c:pt idx="2623">
                  <c:v>6.2</c:v>
                </c:pt>
                <c:pt idx="2624">
                  <c:v>7.4</c:v>
                </c:pt>
                <c:pt idx="2625">
                  <c:v>8.3000000000000007</c:v>
                </c:pt>
                <c:pt idx="2626">
                  <c:v>4.5999999999999996</c:v>
                </c:pt>
                <c:pt idx="2627">
                  <c:v>5</c:v>
                </c:pt>
                <c:pt idx="2628">
                  <c:v>9.4</c:v>
                </c:pt>
                <c:pt idx="2629">
                  <c:v>5.8</c:v>
                </c:pt>
                <c:pt idx="2630">
                  <c:v>5.0999999999999996</c:v>
                </c:pt>
                <c:pt idx="2631">
                  <c:v>5.8</c:v>
                </c:pt>
                <c:pt idx="2632">
                  <c:v>8.6</c:v>
                </c:pt>
                <c:pt idx="2633">
                  <c:v>9.8000000000000007</c:v>
                </c:pt>
                <c:pt idx="2634">
                  <c:v>7.4</c:v>
                </c:pt>
                <c:pt idx="2635">
                  <c:v>6.2</c:v>
                </c:pt>
                <c:pt idx="2636">
                  <c:v>4.0999999999999996</c:v>
                </c:pt>
                <c:pt idx="2637">
                  <c:v>8.4</c:v>
                </c:pt>
                <c:pt idx="2638">
                  <c:v>5.7</c:v>
                </c:pt>
                <c:pt idx="2639">
                  <c:v>7.9</c:v>
                </c:pt>
                <c:pt idx="2640">
                  <c:v>7</c:v>
                </c:pt>
                <c:pt idx="2641">
                  <c:v>6.4</c:v>
                </c:pt>
                <c:pt idx="2642">
                  <c:v>6.8</c:v>
                </c:pt>
                <c:pt idx="2643">
                  <c:v>5.7</c:v>
                </c:pt>
                <c:pt idx="2644">
                  <c:v>8.5</c:v>
                </c:pt>
                <c:pt idx="2645">
                  <c:v>6.2</c:v>
                </c:pt>
                <c:pt idx="2646">
                  <c:v>5.8</c:v>
                </c:pt>
                <c:pt idx="2647">
                  <c:v>8</c:v>
                </c:pt>
                <c:pt idx="2648">
                  <c:v>4.9000000000000004</c:v>
                </c:pt>
                <c:pt idx="2649">
                  <c:v>9.9</c:v>
                </c:pt>
                <c:pt idx="2650">
                  <c:v>8.3000000000000007</c:v>
                </c:pt>
                <c:pt idx="2651">
                  <c:v>5.7</c:v>
                </c:pt>
                <c:pt idx="2652">
                  <c:v>4.2</c:v>
                </c:pt>
                <c:pt idx="2653">
                  <c:v>6.4</c:v>
                </c:pt>
                <c:pt idx="2654">
                  <c:v>8.1</c:v>
                </c:pt>
                <c:pt idx="2655">
                  <c:v>5.3</c:v>
                </c:pt>
                <c:pt idx="2656">
                  <c:v>9.6999999999999993</c:v>
                </c:pt>
                <c:pt idx="2657">
                  <c:v>8.8000000000000007</c:v>
                </c:pt>
                <c:pt idx="2658">
                  <c:v>5.3</c:v>
                </c:pt>
                <c:pt idx="2659">
                  <c:v>9.1999999999999993</c:v>
                </c:pt>
                <c:pt idx="2660">
                  <c:v>8.6999999999999993</c:v>
                </c:pt>
                <c:pt idx="2661">
                  <c:v>9</c:v>
                </c:pt>
                <c:pt idx="2662">
                  <c:v>9.6</c:v>
                </c:pt>
                <c:pt idx="2663">
                  <c:v>6.8</c:v>
                </c:pt>
                <c:pt idx="2664">
                  <c:v>7.4</c:v>
                </c:pt>
                <c:pt idx="2665">
                  <c:v>9.3000000000000007</c:v>
                </c:pt>
                <c:pt idx="2666">
                  <c:v>7.2</c:v>
                </c:pt>
                <c:pt idx="2667">
                  <c:v>6.9</c:v>
                </c:pt>
                <c:pt idx="2668">
                  <c:v>5.4</c:v>
                </c:pt>
                <c:pt idx="2669">
                  <c:v>4.2</c:v>
                </c:pt>
                <c:pt idx="2670">
                  <c:v>7</c:v>
                </c:pt>
                <c:pt idx="2671">
                  <c:v>4.5</c:v>
                </c:pt>
                <c:pt idx="2672">
                  <c:v>8.5</c:v>
                </c:pt>
                <c:pt idx="2673">
                  <c:v>7.1</c:v>
                </c:pt>
                <c:pt idx="2674">
                  <c:v>7.3</c:v>
                </c:pt>
                <c:pt idx="2675">
                  <c:v>7.6</c:v>
                </c:pt>
                <c:pt idx="2676">
                  <c:v>6.8</c:v>
                </c:pt>
                <c:pt idx="2677">
                  <c:v>7.9</c:v>
                </c:pt>
                <c:pt idx="2678">
                  <c:v>6.1</c:v>
                </c:pt>
                <c:pt idx="2679">
                  <c:v>9.6999999999999993</c:v>
                </c:pt>
                <c:pt idx="2680">
                  <c:v>8.6999999999999993</c:v>
                </c:pt>
                <c:pt idx="2681">
                  <c:v>6.6</c:v>
                </c:pt>
                <c:pt idx="2682">
                  <c:v>6.9</c:v>
                </c:pt>
                <c:pt idx="2683">
                  <c:v>4.3</c:v>
                </c:pt>
                <c:pt idx="2684">
                  <c:v>4.9000000000000004</c:v>
                </c:pt>
                <c:pt idx="2685">
                  <c:v>7.9</c:v>
                </c:pt>
                <c:pt idx="2686">
                  <c:v>8.1</c:v>
                </c:pt>
                <c:pt idx="2687">
                  <c:v>6.1</c:v>
                </c:pt>
                <c:pt idx="2688">
                  <c:v>5.9</c:v>
                </c:pt>
                <c:pt idx="2689">
                  <c:v>7.6</c:v>
                </c:pt>
                <c:pt idx="2690">
                  <c:v>8</c:v>
                </c:pt>
                <c:pt idx="2691">
                  <c:v>7.4</c:v>
                </c:pt>
                <c:pt idx="2692">
                  <c:v>10</c:v>
                </c:pt>
                <c:pt idx="2693">
                  <c:v>8.6</c:v>
                </c:pt>
                <c:pt idx="2694">
                  <c:v>6</c:v>
                </c:pt>
                <c:pt idx="2695">
                  <c:v>8.5</c:v>
                </c:pt>
                <c:pt idx="2696">
                  <c:v>7.1</c:v>
                </c:pt>
                <c:pt idx="2697">
                  <c:v>6.5</c:v>
                </c:pt>
                <c:pt idx="2698">
                  <c:v>6.4</c:v>
                </c:pt>
                <c:pt idx="2699">
                  <c:v>4.5</c:v>
                </c:pt>
                <c:pt idx="2700">
                  <c:v>8.1</c:v>
                </c:pt>
                <c:pt idx="2701">
                  <c:v>8.6999999999999993</c:v>
                </c:pt>
                <c:pt idx="2702">
                  <c:v>7.1</c:v>
                </c:pt>
                <c:pt idx="2703">
                  <c:v>6.5</c:v>
                </c:pt>
                <c:pt idx="2704">
                  <c:v>8.1999999999999993</c:v>
                </c:pt>
                <c:pt idx="2705">
                  <c:v>7.6</c:v>
                </c:pt>
                <c:pt idx="2706">
                  <c:v>9.4</c:v>
                </c:pt>
                <c:pt idx="2707">
                  <c:v>7.6</c:v>
                </c:pt>
                <c:pt idx="2708">
                  <c:v>9.5</c:v>
                </c:pt>
                <c:pt idx="2709">
                  <c:v>7.8</c:v>
                </c:pt>
                <c:pt idx="2710">
                  <c:v>4.7</c:v>
                </c:pt>
                <c:pt idx="2711">
                  <c:v>5.9</c:v>
                </c:pt>
                <c:pt idx="2712">
                  <c:v>9.8000000000000007</c:v>
                </c:pt>
                <c:pt idx="2713">
                  <c:v>9.8000000000000007</c:v>
                </c:pt>
                <c:pt idx="2714">
                  <c:v>5.5</c:v>
                </c:pt>
                <c:pt idx="2715">
                  <c:v>7.1</c:v>
                </c:pt>
                <c:pt idx="2716">
                  <c:v>6.5</c:v>
                </c:pt>
                <c:pt idx="2717">
                  <c:v>9.6</c:v>
                </c:pt>
                <c:pt idx="2718">
                  <c:v>8.8000000000000007</c:v>
                </c:pt>
                <c:pt idx="2719">
                  <c:v>8</c:v>
                </c:pt>
                <c:pt idx="2720">
                  <c:v>4.4000000000000004</c:v>
                </c:pt>
                <c:pt idx="2721">
                  <c:v>9.6999999999999993</c:v>
                </c:pt>
                <c:pt idx="2722">
                  <c:v>6.9</c:v>
                </c:pt>
                <c:pt idx="2723">
                  <c:v>7.3</c:v>
                </c:pt>
                <c:pt idx="2724">
                  <c:v>7</c:v>
                </c:pt>
                <c:pt idx="2725">
                  <c:v>6.6</c:v>
                </c:pt>
                <c:pt idx="2726">
                  <c:v>5.6</c:v>
                </c:pt>
                <c:pt idx="2727">
                  <c:v>4.7</c:v>
                </c:pt>
                <c:pt idx="2728">
                  <c:v>8.5</c:v>
                </c:pt>
                <c:pt idx="2729">
                  <c:v>8</c:v>
                </c:pt>
                <c:pt idx="2730">
                  <c:v>5.6</c:v>
                </c:pt>
                <c:pt idx="2731">
                  <c:v>9.9</c:v>
                </c:pt>
                <c:pt idx="2732">
                  <c:v>6.1</c:v>
                </c:pt>
                <c:pt idx="2733">
                  <c:v>5.6</c:v>
                </c:pt>
                <c:pt idx="2734">
                  <c:v>8.1999999999999993</c:v>
                </c:pt>
                <c:pt idx="2735">
                  <c:v>7.8</c:v>
                </c:pt>
                <c:pt idx="2736">
                  <c:v>8.5</c:v>
                </c:pt>
                <c:pt idx="2737">
                  <c:v>10</c:v>
                </c:pt>
                <c:pt idx="2738">
                  <c:v>4.5</c:v>
                </c:pt>
                <c:pt idx="2739">
                  <c:v>7.2</c:v>
                </c:pt>
                <c:pt idx="2740">
                  <c:v>9.1</c:v>
                </c:pt>
                <c:pt idx="2741">
                  <c:v>5.5</c:v>
                </c:pt>
                <c:pt idx="2742">
                  <c:v>8.1999999999999993</c:v>
                </c:pt>
                <c:pt idx="2743">
                  <c:v>9.6999999999999993</c:v>
                </c:pt>
                <c:pt idx="2744">
                  <c:v>6</c:v>
                </c:pt>
                <c:pt idx="2745">
                  <c:v>9.9</c:v>
                </c:pt>
                <c:pt idx="2746">
                  <c:v>7.9</c:v>
                </c:pt>
                <c:pt idx="2747">
                  <c:v>9.1</c:v>
                </c:pt>
                <c:pt idx="2748">
                  <c:v>9.4</c:v>
                </c:pt>
                <c:pt idx="2749">
                  <c:v>7.8</c:v>
                </c:pt>
                <c:pt idx="2750">
                  <c:v>5.2</c:v>
                </c:pt>
                <c:pt idx="2751">
                  <c:v>5.6</c:v>
                </c:pt>
                <c:pt idx="2752">
                  <c:v>7</c:v>
                </c:pt>
                <c:pt idx="2753">
                  <c:v>4.5</c:v>
                </c:pt>
                <c:pt idx="2754">
                  <c:v>7.7</c:v>
                </c:pt>
                <c:pt idx="2755">
                  <c:v>4</c:v>
                </c:pt>
                <c:pt idx="2756">
                  <c:v>9.6999999999999993</c:v>
                </c:pt>
                <c:pt idx="2757">
                  <c:v>7.2</c:v>
                </c:pt>
                <c:pt idx="2758">
                  <c:v>8.3000000000000007</c:v>
                </c:pt>
                <c:pt idx="2759">
                  <c:v>9.1999999999999993</c:v>
                </c:pt>
                <c:pt idx="2760">
                  <c:v>7.4</c:v>
                </c:pt>
                <c:pt idx="2761">
                  <c:v>8.4</c:v>
                </c:pt>
                <c:pt idx="2762">
                  <c:v>9.5</c:v>
                </c:pt>
                <c:pt idx="2763">
                  <c:v>8.8000000000000007</c:v>
                </c:pt>
                <c:pt idx="2764">
                  <c:v>8.3000000000000007</c:v>
                </c:pt>
                <c:pt idx="2765">
                  <c:v>9.9</c:v>
                </c:pt>
                <c:pt idx="2766">
                  <c:v>6</c:v>
                </c:pt>
                <c:pt idx="2767">
                  <c:v>8.9</c:v>
                </c:pt>
                <c:pt idx="2768">
                  <c:v>5.7</c:v>
                </c:pt>
                <c:pt idx="2769">
                  <c:v>4.2</c:v>
                </c:pt>
                <c:pt idx="2770">
                  <c:v>5.0999999999999996</c:v>
                </c:pt>
                <c:pt idx="2771">
                  <c:v>9.4</c:v>
                </c:pt>
                <c:pt idx="2772">
                  <c:v>7.8</c:v>
                </c:pt>
                <c:pt idx="2773">
                  <c:v>5.4</c:v>
                </c:pt>
                <c:pt idx="2774">
                  <c:v>7.4</c:v>
                </c:pt>
                <c:pt idx="2775">
                  <c:v>4.5999999999999996</c:v>
                </c:pt>
                <c:pt idx="2776">
                  <c:v>5.7</c:v>
                </c:pt>
                <c:pt idx="2777">
                  <c:v>6</c:v>
                </c:pt>
                <c:pt idx="2778">
                  <c:v>8.9</c:v>
                </c:pt>
                <c:pt idx="2779">
                  <c:v>9.9</c:v>
                </c:pt>
                <c:pt idx="2780">
                  <c:v>5.4</c:v>
                </c:pt>
                <c:pt idx="2781">
                  <c:v>5.4</c:v>
                </c:pt>
                <c:pt idx="2782">
                  <c:v>6.1</c:v>
                </c:pt>
                <c:pt idx="2783">
                  <c:v>5.0999999999999996</c:v>
                </c:pt>
                <c:pt idx="2784">
                  <c:v>6.1</c:v>
                </c:pt>
                <c:pt idx="2785">
                  <c:v>9.9</c:v>
                </c:pt>
                <c:pt idx="2786">
                  <c:v>4.5999999999999996</c:v>
                </c:pt>
                <c:pt idx="2787">
                  <c:v>6.2</c:v>
                </c:pt>
                <c:pt idx="2788">
                  <c:v>6.1</c:v>
                </c:pt>
                <c:pt idx="2789">
                  <c:v>6.5</c:v>
                </c:pt>
                <c:pt idx="2790">
                  <c:v>7.6</c:v>
                </c:pt>
                <c:pt idx="2791">
                  <c:v>6.9</c:v>
                </c:pt>
                <c:pt idx="2792">
                  <c:v>6</c:v>
                </c:pt>
                <c:pt idx="2793">
                  <c:v>7.7</c:v>
                </c:pt>
                <c:pt idx="2794">
                  <c:v>6.7</c:v>
                </c:pt>
                <c:pt idx="2795">
                  <c:v>7</c:v>
                </c:pt>
                <c:pt idx="2796">
                  <c:v>6</c:v>
                </c:pt>
                <c:pt idx="2797">
                  <c:v>9.1999999999999993</c:v>
                </c:pt>
                <c:pt idx="2798">
                  <c:v>8.6999999999999993</c:v>
                </c:pt>
                <c:pt idx="2799">
                  <c:v>6.9</c:v>
                </c:pt>
                <c:pt idx="2800">
                  <c:v>5.0999999999999996</c:v>
                </c:pt>
                <c:pt idx="2801">
                  <c:v>6</c:v>
                </c:pt>
                <c:pt idx="2802">
                  <c:v>4.3</c:v>
                </c:pt>
                <c:pt idx="2803">
                  <c:v>5.4</c:v>
                </c:pt>
                <c:pt idx="2804">
                  <c:v>6</c:v>
                </c:pt>
                <c:pt idx="2805">
                  <c:v>8.3000000000000007</c:v>
                </c:pt>
                <c:pt idx="2806">
                  <c:v>4.7</c:v>
                </c:pt>
                <c:pt idx="2807">
                  <c:v>8.9</c:v>
                </c:pt>
                <c:pt idx="2808">
                  <c:v>7.8</c:v>
                </c:pt>
                <c:pt idx="2809">
                  <c:v>5.2</c:v>
                </c:pt>
                <c:pt idx="2810">
                  <c:v>6.3</c:v>
                </c:pt>
                <c:pt idx="2811">
                  <c:v>8.4</c:v>
                </c:pt>
                <c:pt idx="2812">
                  <c:v>7.5</c:v>
                </c:pt>
                <c:pt idx="2813">
                  <c:v>6.3</c:v>
                </c:pt>
                <c:pt idx="2814">
                  <c:v>7.5</c:v>
                </c:pt>
                <c:pt idx="2815">
                  <c:v>7.1</c:v>
                </c:pt>
                <c:pt idx="2816">
                  <c:v>5.7</c:v>
                </c:pt>
                <c:pt idx="2817">
                  <c:v>6.8</c:v>
                </c:pt>
                <c:pt idx="2818">
                  <c:v>8.1999999999999993</c:v>
                </c:pt>
                <c:pt idx="2819">
                  <c:v>7</c:v>
                </c:pt>
                <c:pt idx="2820">
                  <c:v>7.6</c:v>
                </c:pt>
                <c:pt idx="2821">
                  <c:v>8.9</c:v>
                </c:pt>
                <c:pt idx="2822">
                  <c:v>7.9</c:v>
                </c:pt>
                <c:pt idx="2823">
                  <c:v>5.6</c:v>
                </c:pt>
                <c:pt idx="2824">
                  <c:v>6.9</c:v>
                </c:pt>
                <c:pt idx="2825">
                  <c:v>4</c:v>
                </c:pt>
                <c:pt idx="2826">
                  <c:v>4.8</c:v>
                </c:pt>
                <c:pt idx="2827">
                  <c:v>7.5</c:v>
                </c:pt>
                <c:pt idx="2828">
                  <c:v>5.0999999999999996</c:v>
                </c:pt>
                <c:pt idx="2829">
                  <c:v>4.0999999999999996</c:v>
                </c:pt>
                <c:pt idx="2830">
                  <c:v>8.6</c:v>
                </c:pt>
                <c:pt idx="2831">
                  <c:v>9.5</c:v>
                </c:pt>
                <c:pt idx="2832">
                  <c:v>4.4000000000000004</c:v>
                </c:pt>
                <c:pt idx="2833">
                  <c:v>6.9</c:v>
                </c:pt>
                <c:pt idx="2834">
                  <c:v>6.1</c:v>
                </c:pt>
                <c:pt idx="2835">
                  <c:v>4.5</c:v>
                </c:pt>
                <c:pt idx="2836">
                  <c:v>4.0999999999999996</c:v>
                </c:pt>
                <c:pt idx="2837">
                  <c:v>8.6999999999999993</c:v>
                </c:pt>
                <c:pt idx="2838">
                  <c:v>6</c:v>
                </c:pt>
                <c:pt idx="2839">
                  <c:v>8.9</c:v>
                </c:pt>
                <c:pt idx="2840">
                  <c:v>8.5</c:v>
                </c:pt>
                <c:pt idx="2841">
                  <c:v>4.4000000000000004</c:v>
                </c:pt>
                <c:pt idx="2842">
                  <c:v>7.2</c:v>
                </c:pt>
                <c:pt idx="2843">
                  <c:v>7.4</c:v>
                </c:pt>
                <c:pt idx="2844">
                  <c:v>5.3</c:v>
                </c:pt>
                <c:pt idx="2845">
                  <c:v>8.1999999999999993</c:v>
                </c:pt>
                <c:pt idx="2846">
                  <c:v>4.2</c:v>
                </c:pt>
                <c:pt idx="2847">
                  <c:v>6</c:v>
                </c:pt>
                <c:pt idx="2848">
                  <c:v>8.9</c:v>
                </c:pt>
                <c:pt idx="2849">
                  <c:v>4.4000000000000004</c:v>
                </c:pt>
                <c:pt idx="2850">
                  <c:v>9.1999999999999993</c:v>
                </c:pt>
                <c:pt idx="2851">
                  <c:v>4.5999999999999996</c:v>
                </c:pt>
                <c:pt idx="2852">
                  <c:v>9.9</c:v>
                </c:pt>
                <c:pt idx="2853">
                  <c:v>6.2</c:v>
                </c:pt>
                <c:pt idx="2854">
                  <c:v>8</c:v>
                </c:pt>
                <c:pt idx="2855">
                  <c:v>8</c:v>
                </c:pt>
                <c:pt idx="2856">
                  <c:v>6.7</c:v>
                </c:pt>
                <c:pt idx="2857">
                  <c:v>5.3</c:v>
                </c:pt>
                <c:pt idx="2858">
                  <c:v>9.6</c:v>
                </c:pt>
                <c:pt idx="2859">
                  <c:v>7.6</c:v>
                </c:pt>
                <c:pt idx="2860">
                  <c:v>8.5</c:v>
                </c:pt>
                <c:pt idx="2861">
                  <c:v>8.1</c:v>
                </c:pt>
                <c:pt idx="2862">
                  <c:v>4.3</c:v>
                </c:pt>
                <c:pt idx="2863">
                  <c:v>8.8000000000000007</c:v>
                </c:pt>
                <c:pt idx="2864">
                  <c:v>9.8000000000000007</c:v>
                </c:pt>
                <c:pt idx="2865">
                  <c:v>7.2</c:v>
                </c:pt>
                <c:pt idx="2866">
                  <c:v>8</c:v>
                </c:pt>
                <c:pt idx="2867">
                  <c:v>7</c:v>
                </c:pt>
                <c:pt idx="2868">
                  <c:v>7.2</c:v>
                </c:pt>
                <c:pt idx="2869">
                  <c:v>7.5</c:v>
                </c:pt>
                <c:pt idx="2870">
                  <c:v>8.9</c:v>
                </c:pt>
                <c:pt idx="2871">
                  <c:v>8.8000000000000007</c:v>
                </c:pt>
                <c:pt idx="2872">
                  <c:v>7.5</c:v>
                </c:pt>
                <c:pt idx="2873">
                  <c:v>8.4</c:v>
                </c:pt>
                <c:pt idx="2874">
                  <c:v>8.3000000000000007</c:v>
                </c:pt>
                <c:pt idx="2875">
                  <c:v>9.6</c:v>
                </c:pt>
                <c:pt idx="2876">
                  <c:v>7.4</c:v>
                </c:pt>
                <c:pt idx="2877">
                  <c:v>6.2</c:v>
                </c:pt>
                <c:pt idx="2878">
                  <c:v>8.6999999999999993</c:v>
                </c:pt>
                <c:pt idx="2879">
                  <c:v>9.6</c:v>
                </c:pt>
                <c:pt idx="2880">
                  <c:v>8.5</c:v>
                </c:pt>
                <c:pt idx="2881">
                  <c:v>5.6</c:v>
                </c:pt>
                <c:pt idx="2882">
                  <c:v>8.1</c:v>
                </c:pt>
                <c:pt idx="2883">
                  <c:v>7.8</c:v>
                </c:pt>
                <c:pt idx="2884">
                  <c:v>8.1999999999999993</c:v>
                </c:pt>
                <c:pt idx="2885">
                  <c:v>8</c:v>
                </c:pt>
                <c:pt idx="2886">
                  <c:v>7.3</c:v>
                </c:pt>
                <c:pt idx="2887">
                  <c:v>6.2</c:v>
                </c:pt>
                <c:pt idx="2888">
                  <c:v>7.8</c:v>
                </c:pt>
                <c:pt idx="2889">
                  <c:v>6.6</c:v>
                </c:pt>
                <c:pt idx="2890">
                  <c:v>8.1</c:v>
                </c:pt>
                <c:pt idx="2891">
                  <c:v>6</c:v>
                </c:pt>
                <c:pt idx="2892">
                  <c:v>6</c:v>
                </c:pt>
                <c:pt idx="2893">
                  <c:v>9.4</c:v>
                </c:pt>
                <c:pt idx="2894">
                  <c:v>7.7</c:v>
                </c:pt>
                <c:pt idx="2895">
                  <c:v>5.2</c:v>
                </c:pt>
                <c:pt idx="2896">
                  <c:v>7.3</c:v>
                </c:pt>
                <c:pt idx="2897">
                  <c:v>5.7</c:v>
                </c:pt>
                <c:pt idx="2898">
                  <c:v>7.8</c:v>
                </c:pt>
                <c:pt idx="2899">
                  <c:v>6.4</c:v>
                </c:pt>
                <c:pt idx="2900">
                  <c:v>6.6</c:v>
                </c:pt>
                <c:pt idx="2901">
                  <c:v>6.9</c:v>
                </c:pt>
                <c:pt idx="2902">
                  <c:v>7.6</c:v>
                </c:pt>
                <c:pt idx="2903">
                  <c:v>7.5</c:v>
                </c:pt>
                <c:pt idx="2904">
                  <c:v>4.0999999999999996</c:v>
                </c:pt>
                <c:pt idx="2905">
                  <c:v>4.0999999999999996</c:v>
                </c:pt>
                <c:pt idx="2906">
                  <c:v>8</c:v>
                </c:pt>
                <c:pt idx="2907">
                  <c:v>9.4</c:v>
                </c:pt>
                <c:pt idx="2908">
                  <c:v>9.9</c:v>
                </c:pt>
                <c:pt idx="2909">
                  <c:v>8.3000000000000007</c:v>
                </c:pt>
                <c:pt idx="2910">
                  <c:v>5</c:v>
                </c:pt>
                <c:pt idx="2911">
                  <c:v>5.4</c:v>
                </c:pt>
                <c:pt idx="2912">
                  <c:v>9.6999999999999993</c:v>
                </c:pt>
                <c:pt idx="2913">
                  <c:v>4.2</c:v>
                </c:pt>
                <c:pt idx="2914">
                  <c:v>9.1</c:v>
                </c:pt>
                <c:pt idx="2915">
                  <c:v>5.3</c:v>
                </c:pt>
                <c:pt idx="2916">
                  <c:v>6.6</c:v>
                </c:pt>
                <c:pt idx="2917">
                  <c:v>6.3</c:v>
                </c:pt>
                <c:pt idx="2918">
                  <c:v>8.1</c:v>
                </c:pt>
                <c:pt idx="2919">
                  <c:v>4.5999999999999996</c:v>
                </c:pt>
                <c:pt idx="2920">
                  <c:v>6.1</c:v>
                </c:pt>
                <c:pt idx="2921">
                  <c:v>4</c:v>
                </c:pt>
                <c:pt idx="2922">
                  <c:v>4.5</c:v>
                </c:pt>
                <c:pt idx="2923">
                  <c:v>9.9</c:v>
                </c:pt>
                <c:pt idx="2924">
                  <c:v>5.4</c:v>
                </c:pt>
                <c:pt idx="2925">
                  <c:v>9.1</c:v>
                </c:pt>
                <c:pt idx="2926">
                  <c:v>8.4</c:v>
                </c:pt>
                <c:pt idx="2927">
                  <c:v>6.8</c:v>
                </c:pt>
                <c:pt idx="2928">
                  <c:v>9.1999999999999993</c:v>
                </c:pt>
                <c:pt idx="2929">
                  <c:v>5.6</c:v>
                </c:pt>
                <c:pt idx="2930">
                  <c:v>8.4</c:v>
                </c:pt>
                <c:pt idx="2931">
                  <c:v>6.6</c:v>
                </c:pt>
                <c:pt idx="2932">
                  <c:v>9.9</c:v>
                </c:pt>
                <c:pt idx="2933">
                  <c:v>6</c:v>
                </c:pt>
                <c:pt idx="2934">
                  <c:v>7.3</c:v>
                </c:pt>
                <c:pt idx="2935">
                  <c:v>7.7</c:v>
                </c:pt>
                <c:pt idx="2936">
                  <c:v>5.6</c:v>
                </c:pt>
                <c:pt idx="2937">
                  <c:v>5</c:v>
                </c:pt>
                <c:pt idx="2938">
                  <c:v>6.7</c:v>
                </c:pt>
                <c:pt idx="2939">
                  <c:v>9.6999999999999993</c:v>
                </c:pt>
                <c:pt idx="2940">
                  <c:v>7</c:v>
                </c:pt>
                <c:pt idx="2941">
                  <c:v>8.8000000000000007</c:v>
                </c:pt>
                <c:pt idx="2942">
                  <c:v>5.5</c:v>
                </c:pt>
                <c:pt idx="2943">
                  <c:v>9.6</c:v>
                </c:pt>
                <c:pt idx="2944">
                  <c:v>9.9</c:v>
                </c:pt>
                <c:pt idx="2945">
                  <c:v>5.9</c:v>
                </c:pt>
                <c:pt idx="2946">
                  <c:v>6.9</c:v>
                </c:pt>
                <c:pt idx="2947">
                  <c:v>6.2</c:v>
                </c:pt>
                <c:pt idx="2948">
                  <c:v>4.5999999999999996</c:v>
                </c:pt>
                <c:pt idx="2949">
                  <c:v>9.1999999999999993</c:v>
                </c:pt>
                <c:pt idx="2950">
                  <c:v>8.5</c:v>
                </c:pt>
                <c:pt idx="2951">
                  <c:v>5.4</c:v>
                </c:pt>
                <c:pt idx="2952">
                  <c:v>8.6999999999999993</c:v>
                </c:pt>
                <c:pt idx="2953">
                  <c:v>4.3</c:v>
                </c:pt>
                <c:pt idx="2954">
                  <c:v>4.3</c:v>
                </c:pt>
                <c:pt idx="2955">
                  <c:v>9.6999999999999993</c:v>
                </c:pt>
                <c:pt idx="2956">
                  <c:v>6.8</c:v>
                </c:pt>
                <c:pt idx="2957">
                  <c:v>4.4000000000000004</c:v>
                </c:pt>
                <c:pt idx="2958">
                  <c:v>4.9000000000000004</c:v>
                </c:pt>
                <c:pt idx="2959">
                  <c:v>4.0999999999999996</c:v>
                </c:pt>
                <c:pt idx="2960">
                  <c:v>8.4</c:v>
                </c:pt>
                <c:pt idx="2961">
                  <c:v>7.3</c:v>
                </c:pt>
                <c:pt idx="2962">
                  <c:v>8.5</c:v>
                </c:pt>
                <c:pt idx="2963">
                  <c:v>7.6</c:v>
                </c:pt>
                <c:pt idx="2964">
                  <c:v>6.9</c:v>
                </c:pt>
                <c:pt idx="2965">
                  <c:v>9.9</c:v>
                </c:pt>
                <c:pt idx="2966">
                  <c:v>5.8</c:v>
                </c:pt>
                <c:pt idx="2967">
                  <c:v>6.1</c:v>
                </c:pt>
                <c:pt idx="2968">
                  <c:v>6.5</c:v>
                </c:pt>
                <c:pt idx="2969">
                  <c:v>6.8</c:v>
                </c:pt>
                <c:pt idx="2970">
                  <c:v>10</c:v>
                </c:pt>
                <c:pt idx="2971">
                  <c:v>4.5</c:v>
                </c:pt>
                <c:pt idx="2972">
                  <c:v>6.8</c:v>
                </c:pt>
                <c:pt idx="2973">
                  <c:v>4.7</c:v>
                </c:pt>
                <c:pt idx="2974">
                  <c:v>4</c:v>
                </c:pt>
                <c:pt idx="2975">
                  <c:v>7.4</c:v>
                </c:pt>
                <c:pt idx="2976">
                  <c:v>6.4</c:v>
                </c:pt>
                <c:pt idx="2977">
                  <c:v>5.6</c:v>
                </c:pt>
                <c:pt idx="2978">
                  <c:v>4.8</c:v>
                </c:pt>
                <c:pt idx="2979">
                  <c:v>9.6</c:v>
                </c:pt>
                <c:pt idx="2980">
                  <c:v>6.5</c:v>
                </c:pt>
                <c:pt idx="2981">
                  <c:v>6.4</c:v>
                </c:pt>
                <c:pt idx="2982">
                  <c:v>7.3</c:v>
                </c:pt>
                <c:pt idx="2983">
                  <c:v>4.5999999999999996</c:v>
                </c:pt>
                <c:pt idx="2984">
                  <c:v>9.1999999999999993</c:v>
                </c:pt>
                <c:pt idx="2985">
                  <c:v>9.3000000000000007</c:v>
                </c:pt>
                <c:pt idx="2986">
                  <c:v>7</c:v>
                </c:pt>
                <c:pt idx="2987">
                  <c:v>5.3</c:v>
                </c:pt>
                <c:pt idx="2988">
                  <c:v>7.8</c:v>
                </c:pt>
                <c:pt idx="2989">
                  <c:v>4</c:v>
                </c:pt>
                <c:pt idx="2990">
                  <c:v>9.3000000000000007</c:v>
                </c:pt>
                <c:pt idx="2991">
                  <c:v>5.8</c:v>
                </c:pt>
                <c:pt idx="2992">
                  <c:v>9.1</c:v>
                </c:pt>
                <c:pt idx="2993">
                  <c:v>4.9000000000000004</c:v>
                </c:pt>
                <c:pt idx="2994">
                  <c:v>9.3000000000000007</c:v>
                </c:pt>
                <c:pt idx="2995">
                  <c:v>9.4</c:v>
                </c:pt>
                <c:pt idx="2996">
                  <c:v>6.1</c:v>
                </c:pt>
                <c:pt idx="2997">
                  <c:v>4.5999999999999996</c:v>
                </c:pt>
                <c:pt idx="2998">
                  <c:v>9.1</c:v>
                </c:pt>
                <c:pt idx="2999">
                  <c:v>7.5</c:v>
                </c:pt>
                <c:pt idx="3000">
                  <c:v>4.5999999999999996</c:v>
                </c:pt>
                <c:pt idx="3001">
                  <c:v>6.8</c:v>
                </c:pt>
                <c:pt idx="3002">
                  <c:v>5.2</c:v>
                </c:pt>
                <c:pt idx="3003">
                  <c:v>4.7</c:v>
                </c:pt>
                <c:pt idx="3004">
                  <c:v>5.6</c:v>
                </c:pt>
                <c:pt idx="3005">
                  <c:v>6.9</c:v>
                </c:pt>
                <c:pt idx="3006">
                  <c:v>9.8000000000000007</c:v>
                </c:pt>
                <c:pt idx="3007">
                  <c:v>6.7</c:v>
                </c:pt>
                <c:pt idx="3008">
                  <c:v>5.2</c:v>
                </c:pt>
                <c:pt idx="3009">
                  <c:v>6.8</c:v>
                </c:pt>
                <c:pt idx="3010">
                  <c:v>4.5999999999999996</c:v>
                </c:pt>
                <c:pt idx="3011">
                  <c:v>5.0999999999999996</c:v>
                </c:pt>
                <c:pt idx="3012">
                  <c:v>8.9</c:v>
                </c:pt>
                <c:pt idx="3013">
                  <c:v>9.8000000000000007</c:v>
                </c:pt>
                <c:pt idx="3014">
                  <c:v>9.1</c:v>
                </c:pt>
                <c:pt idx="3015">
                  <c:v>4.3</c:v>
                </c:pt>
                <c:pt idx="3016">
                  <c:v>7.6</c:v>
                </c:pt>
                <c:pt idx="3017">
                  <c:v>5.0999999999999996</c:v>
                </c:pt>
                <c:pt idx="3018">
                  <c:v>9.1</c:v>
                </c:pt>
                <c:pt idx="3019">
                  <c:v>4.5</c:v>
                </c:pt>
                <c:pt idx="3020">
                  <c:v>6</c:v>
                </c:pt>
                <c:pt idx="3021">
                  <c:v>5</c:v>
                </c:pt>
                <c:pt idx="3022">
                  <c:v>9.8000000000000007</c:v>
                </c:pt>
                <c:pt idx="3023">
                  <c:v>9.6999999999999993</c:v>
                </c:pt>
                <c:pt idx="3024">
                  <c:v>6.5</c:v>
                </c:pt>
                <c:pt idx="3025">
                  <c:v>8.6999999999999993</c:v>
                </c:pt>
                <c:pt idx="3026">
                  <c:v>7.3</c:v>
                </c:pt>
                <c:pt idx="3027">
                  <c:v>8.6999999999999993</c:v>
                </c:pt>
                <c:pt idx="3028">
                  <c:v>8.3000000000000007</c:v>
                </c:pt>
                <c:pt idx="3029">
                  <c:v>8.5</c:v>
                </c:pt>
                <c:pt idx="3030">
                  <c:v>9.1999999999999993</c:v>
                </c:pt>
                <c:pt idx="3031">
                  <c:v>6.6</c:v>
                </c:pt>
                <c:pt idx="3032">
                  <c:v>6.5</c:v>
                </c:pt>
                <c:pt idx="3033">
                  <c:v>9.4</c:v>
                </c:pt>
                <c:pt idx="3034">
                  <c:v>6.9</c:v>
                </c:pt>
                <c:pt idx="3035">
                  <c:v>5</c:v>
                </c:pt>
                <c:pt idx="3036">
                  <c:v>5.5</c:v>
                </c:pt>
                <c:pt idx="3037">
                  <c:v>5.7</c:v>
                </c:pt>
                <c:pt idx="3038">
                  <c:v>7.4</c:v>
                </c:pt>
                <c:pt idx="3039">
                  <c:v>9.6999999999999993</c:v>
                </c:pt>
                <c:pt idx="3040">
                  <c:v>4.4000000000000004</c:v>
                </c:pt>
                <c:pt idx="3041">
                  <c:v>8.6999999999999993</c:v>
                </c:pt>
                <c:pt idx="3042">
                  <c:v>4.8</c:v>
                </c:pt>
                <c:pt idx="3043">
                  <c:v>5.8</c:v>
                </c:pt>
                <c:pt idx="3044">
                  <c:v>5.3</c:v>
                </c:pt>
                <c:pt idx="3045">
                  <c:v>5.7</c:v>
                </c:pt>
                <c:pt idx="3046">
                  <c:v>7.7</c:v>
                </c:pt>
                <c:pt idx="3047">
                  <c:v>4.2</c:v>
                </c:pt>
                <c:pt idx="3048">
                  <c:v>9.3000000000000007</c:v>
                </c:pt>
                <c:pt idx="3049">
                  <c:v>5.9</c:v>
                </c:pt>
                <c:pt idx="3050">
                  <c:v>8.5</c:v>
                </c:pt>
                <c:pt idx="3051">
                  <c:v>9.8000000000000007</c:v>
                </c:pt>
                <c:pt idx="3052">
                  <c:v>5.0999999999999996</c:v>
                </c:pt>
                <c:pt idx="3053">
                  <c:v>4.8</c:v>
                </c:pt>
                <c:pt idx="3054">
                  <c:v>9.9</c:v>
                </c:pt>
                <c:pt idx="3055">
                  <c:v>4.5</c:v>
                </c:pt>
                <c:pt idx="3056">
                  <c:v>5.3</c:v>
                </c:pt>
                <c:pt idx="3057">
                  <c:v>6.2</c:v>
                </c:pt>
                <c:pt idx="3058">
                  <c:v>7.2</c:v>
                </c:pt>
                <c:pt idx="3059">
                  <c:v>7.5</c:v>
                </c:pt>
                <c:pt idx="3060">
                  <c:v>7.8</c:v>
                </c:pt>
                <c:pt idx="3061">
                  <c:v>5.3</c:v>
                </c:pt>
                <c:pt idx="3062">
                  <c:v>4.2</c:v>
                </c:pt>
                <c:pt idx="3063">
                  <c:v>7</c:v>
                </c:pt>
                <c:pt idx="3064">
                  <c:v>7</c:v>
                </c:pt>
                <c:pt idx="3065">
                  <c:v>6</c:v>
                </c:pt>
                <c:pt idx="3066">
                  <c:v>7.1</c:v>
                </c:pt>
                <c:pt idx="3067">
                  <c:v>7</c:v>
                </c:pt>
                <c:pt idx="3068">
                  <c:v>5.9</c:v>
                </c:pt>
                <c:pt idx="3069">
                  <c:v>8</c:v>
                </c:pt>
                <c:pt idx="3070">
                  <c:v>9.3000000000000007</c:v>
                </c:pt>
                <c:pt idx="3071">
                  <c:v>8.1</c:v>
                </c:pt>
                <c:pt idx="3072">
                  <c:v>5.0999999999999996</c:v>
                </c:pt>
                <c:pt idx="3073">
                  <c:v>7.1</c:v>
                </c:pt>
                <c:pt idx="3074">
                  <c:v>6.6</c:v>
                </c:pt>
                <c:pt idx="3075">
                  <c:v>4.9000000000000004</c:v>
                </c:pt>
                <c:pt idx="3076">
                  <c:v>4.9000000000000004</c:v>
                </c:pt>
                <c:pt idx="3077">
                  <c:v>9.6</c:v>
                </c:pt>
                <c:pt idx="3078">
                  <c:v>10</c:v>
                </c:pt>
                <c:pt idx="3079">
                  <c:v>8.4</c:v>
                </c:pt>
                <c:pt idx="3080">
                  <c:v>8.9</c:v>
                </c:pt>
                <c:pt idx="3081">
                  <c:v>10</c:v>
                </c:pt>
                <c:pt idx="3082">
                  <c:v>10</c:v>
                </c:pt>
                <c:pt idx="3083">
                  <c:v>8.5</c:v>
                </c:pt>
                <c:pt idx="3084">
                  <c:v>9.6999999999999993</c:v>
                </c:pt>
                <c:pt idx="3085">
                  <c:v>6.3</c:v>
                </c:pt>
                <c:pt idx="3086">
                  <c:v>5.6</c:v>
                </c:pt>
                <c:pt idx="3087">
                  <c:v>4.4000000000000004</c:v>
                </c:pt>
                <c:pt idx="3088">
                  <c:v>8.4</c:v>
                </c:pt>
                <c:pt idx="3089">
                  <c:v>8.4</c:v>
                </c:pt>
                <c:pt idx="3090">
                  <c:v>8.8000000000000007</c:v>
                </c:pt>
                <c:pt idx="3091">
                  <c:v>8.1</c:v>
                </c:pt>
                <c:pt idx="3092">
                  <c:v>5.8</c:v>
                </c:pt>
                <c:pt idx="3093">
                  <c:v>6.1</c:v>
                </c:pt>
                <c:pt idx="3094">
                  <c:v>7.8</c:v>
                </c:pt>
                <c:pt idx="3095">
                  <c:v>7.8</c:v>
                </c:pt>
                <c:pt idx="3096">
                  <c:v>9.5</c:v>
                </c:pt>
                <c:pt idx="3097">
                  <c:v>8.8000000000000007</c:v>
                </c:pt>
                <c:pt idx="3098">
                  <c:v>6.3</c:v>
                </c:pt>
                <c:pt idx="3099">
                  <c:v>6.1</c:v>
                </c:pt>
                <c:pt idx="3100">
                  <c:v>4.0999999999999996</c:v>
                </c:pt>
                <c:pt idx="3101">
                  <c:v>8.3000000000000007</c:v>
                </c:pt>
                <c:pt idx="3102">
                  <c:v>9.1</c:v>
                </c:pt>
                <c:pt idx="3103">
                  <c:v>8.5</c:v>
                </c:pt>
                <c:pt idx="3104">
                  <c:v>5.3</c:v>
                </c:pt>
                <c:pt idx="3105">
                  <c:v>5.8</c:v>
                </c:pt>
                <c:pt idx="3106">
                  <c:v>9.8000000000000007</c:v>
                </c:pt>
                <c:pt idx="3107">
                  <c:v>6</c:v>
                </c:pt>
                <c:pt idx="3108">
                  <c:v>4.2</c:v>
                </c:pt>
                <c:pt idx="3109">
                  <c:v>7.4</c:v>
                </c:pt>
                <c:pt idx="3110">
                  <c:v>7.8</c:v>
                </c:pt>
                <c:pt idx="3111">
                  <c:v>9.3000000000000007</c:v>
                </c:pt>
                <c:pt idx="3112">
                  <c:v>5.2</c:v>
                </c:pt>
                <c:pt idx="3113">
                  <c:v>7</c:v>
                </c:pt>
                <c:pt idx="3114">
                  <c:v>8.1999999999999993</c:v>
                </c:pt>
                <c:pt idx="3115">
                  <c:v>7.9</c:v>
                </c:pt>
                <c:pt idx="3116">
                  <c:v>6.2</c:v>
                </c:pt>
                <c:pt idx="3117">
                  <c:v>9.6</c:v>
                </c:pt>
                <c:pt idx="3118">
                  <c:v>4.9000000000000004</c:v>
                </c:pt>
                <c:pt idx="3119">
                  <c:v>7.6</c:v>
                </c:pt>
                <c:pt idx="3120">
                  <c:v>9.4</c:v>
                </c:pt>
                <c:pt idx="3121">
                  <c:v>5.0999999999999996</c:v>
                </c:pt>
                <c:pt idx="3122">
                  <c:v>9.9</c:v>
                </c:pt>
                <c:pt idx="3123">
                  <c:v>7</c:v>
                </c:pt>
                <c:pt idx="3124">
                  <c:v>5.7</c:v>
                </c:pt>
                <c:pt idx="3125">
                  <c:v>4.7</c:v>
                </c:pt>
                <c:pt idx="3126">
                  <c:v>9.6</c:v>
                </c:pt>
                <c:pt idx="3127">
                  <c:v>7.3</c:v>
                </c:pt>
                <c:pt idx="3128">
                  <c:v>7.4</c:v>
                </c:pt>
                <c:pt idx="3129">
                  <c:v>9.4</c:v>
                </c:pt>
                <c:pt idx="3130">
                  <c:v>9.5</c:v>
                </c:pt>
                <c:pt idx="3131">
                  <c:v>6.2</c:v>
                </c:pt>
                <c:pt idx="3132">
                  <c:v>8.5</c:v>
                </c:pt>
                <c:pt idx="3133">
                  <c:v>9.6</c:v>
                </c:pt>
                <c:pt idx="3134">
                  <c:v>6.9</c:v>
                </c:pt>
                <c:pt idx="3135">
                  <c:v>6.3</c:v>
                </c:pt>
                <c:pt idx="3136">
                  <c:v>9.3000000000000007</c:v>
                </c:pt>
                <c:pt idx="3137">
                  <c:v>7.1</c:v>
                </c:pt>
                <c:pt idx="3138">
                  <c:v>6.8</c:v>
                </c:pt>
                <c:pt idx="3139">
                  <c:v>7.2</c:v>
                </c:pt>
                <c:pt idx="3140">
                  <c:v>4</c:v>
                </c:pt>
                <c:pt idx="3141">
                  <c:v>8.3000000000000007</c:v>
                </c:pt>
                <c:pt idx="3142">
                  <c:v>7.5</c:v>
                </c:pt>
                <c:pt idx="3143">
                  <c:v>7.8</c:v>
                </c:pt>
                <c:pt idx="3144">
                  <c:v>4.9000000000000004</c:v>
                </c:pt>
                <c:pt idx="3145">
                  <c:v>8.1999999999999993</c:v>
                </c:pt>
                <c:pt idx="3146">
                  <c:v>9.9</c:v>
                </c:pt>
                <c:pt idx="3147">
                  <c:v>8.1</c:v>
                </c:pt>
                <c:pt idx="3148">
                  <c:v>8.6</c:v>
                </c:pt>
                <c:pt idx="3149">
                  <c:v>5.5</c:v>
                </c:pt>
                <c:pt idx="3150">
                  <c:v>8.6</c:v>
                </c:pt>
                <c:pt idx="3151">
                  <c:v>5.5</c:v>
                </c:pt>
                <c:pt idx="3152">
                  <c:v>8.1999999999999993</c:v>
                </c:pt>
                <c:pt idx="3153">
                  <c:v>6.6</c:v>
                </c:pt>
                <c:pt idx="3154">
                  <c:v>7.6</c:v>
                </c:pt>
                <c:pt idx="3155">
                  <c:v>8.4</c:v>
                </c:pt>
                <c:pt idx="3156">
                  <c:v>6.9</c:v>
                </c:pt>
                <c:pt idx="3157">
                  <c:v>9.5</c:v>
                </c:pt>
                <c:pt idx="3158">
                  <c:v>7.9</c:v>
                </c:pt>
                <c:pt idx="3159">
                  <c:v>7.1</c:v>
                </c:pt>
                <c:pt idx="3160">
                  <c:v>9.1999999999999993</c:v>
                </c:pt>
                <c:pt idx="3161">
                  <c:v>4</c:v>
                </c:pt>
                <c:pt idx="3162">
                  <c:v>7</c:v>
                </c:pt>
                <c:pt idx="3163">
                  <c:v>7.1</c:v>
                </c:pt>
                <c:pt idx="3164">
                  <c:v>7</c:v>
                </c:pt>
                <c:pt idx="3165">
                  <c:v>4.9000000000000004</c:v>
                </c:pt>
                <c:pt idx="3166">
                  <c:v>4.3</c:v>
                </c:pt>
                <c:pt idx="3167">
                  <c:v>5</c:v>
                </c:pt>
                <c:pt idx="3168">
                  <c:v>5.9</c:v>
                </c:pt>
                <c:pt idx="3169">
                  <c:v>4.5999999999999996</c:v>
                </c:pt>
                <c:pt idx="3170">
                  <c:v>4.5999999999999996</c:v>
                </c:pt>
                <c:pt idx="3171">
                  <c:v>9.4</c:v>
                </c:pt>
                <c:pt idx="3172">
                  <c:v>7.7</c:v>
                </c:pt>
                <c:pt idx="3173">
                  <c:v>5.7</c:v>
                </c:pt>
                <c:pt idx="3174">
                  <c:v>6.9</c:v>
                </c:pt>
                <c:pt idx="3175">
                  <c:v>4.7</c:v>
                </c:pt>
                <c:pt idx="3176">
                  <c:v>5.3</c:v>
                </c:pt>
                <c:pt idx="3177">
                  <c:v>7.9</c:v>
                </c:pt>
                <c:pt idx="3178">
                  <c:v>5.7</c:v>
                </c:pt>
                <c:pt idx="3179">
                  <c:v>5.5</c:v>
                </c:pt>
                <c:pt idx="3180">
                  <c:v>7.1</c:v>
                </c:pt>
                <c:pt idx="3181">
                  <c:v>7.5</c:v>
                </c:pt>
                <c:pt idx="3182">
                  <c:v>5.2</c:v>
                </c:pt>
                <c:pt idx="3183">
                  <c:v>7.8</c:v>
                </c:pt>
                <c:pt idx="3184">
                  <c:v>4.0999999999999996</c:v>
                </c:pt>
                <c:pt idx="3185">
                  <c:v>8.6999999999999993</c:v>
                </c:pt>
                <c:pt idx="3186">
                  <c:v>8.6999999999999993</c:v>
                </c:pt>
                <c:pt idx="3187">
                  <c:v>8.9</c:v>
                </c:pt>
                <c:pt idx="3188">
                  <c:v>7.4</c:v>
                </c:pt>
                <c:pt idx="3189">
                  <c:v>4.3</c:v>
                </c:pt>
                <c:pt idx="3190">
                  <c:v>8.6</c:v>
                </c:pt>
                <c:pt idx="3191">
                  <c:v>8.6</c:v>
                </c:pt>
                <c:pt idx="3192">
                  <c:v>7</c:v>
                </c:pt>
                <c:pt idx="3193">
                  <c:v>6.2</c:v>
                </c:pt>
                <c:pt idx="3194">
                  <c:v>5.7</c:v>
                </c:pt>
                <c:pt idx="3195">
                  <c:v>4</c:v>
                </c:pt>
                <c:pt idx="3196">
                  <c:v>7.4</c:v>
                </c:pt>
                <c:pt idx="3197">
                  <c:v>4.5</c:v>
                </c:pt>
                <c:pt idx="3198">
                  <c:v>6.1</c:v>
                </c:pt>
                <c:pt idx="3199">
                  <c:v>8.6</c:v>
                </c:pt>
                <c:pt idx="3200">
                  <c:v>9.4</c:v>
                </c:pt>
                <c:pt idx="3201">
                  <c:v>5.8</c:v>
                </c:pt>
                <c:pt idx="3202">
                  <c:v>4.5</c:v>
                </c:pt>
                <c:pt idx="3203">
                  <c:v>9.5</c:v>
                </c:pt>
                <c:pt idx="3204">
                  <c:v>9.8000000000000007</c:v>
                </c:pt>
                <c:pt idx="3205">
                  <c:v>7.3</c:v>
                </c:pt>
                <c:pt idx="3206">
                  <c:v>4</c:v>
                </c:pt>
                <c:pt idx="3207">
                  <c:v>8.8000000000000007</c:v>
                </c:pt>
                <c:pt idx="3208">
                  <c:v>6</c:v>
                </c:pt>
                <c:pt idx="3209">
                  <c:v>8.9</c:v>
                </c:pt>
                <c:pt idx="3210">
                  <c:v>6.2</c:v>
                </c:pt>
                <c:pt idx="3211">
                  <c:v>7.7</c:v>
                </c:pt>
                <c:pt idx="3212">
                  <c:v>8.1</c:v>
                </c:pt>
                <c:pt idx="3213">
                  <c:v>4</c:v>
                </c:pt>
                <c:pt idx="3214">
                  <c:v>4.2</c:v>
                </c:pt>
                <c:pt idx="3215">
                  <c:v>4.3</c:v>
                </c:pt>
                <c:pt idx="3216">
                  <c:v>9.6</c:v>
                </c:pt>
                <c:pt idx="3217">
                  <c:v>7.9</c:v>
                </c:pt>
                <c:pt idx="3218">
                  <c:v>8.9</c:v>
                </c:pt>
                <c:pt idx="3219">
                  <c:v>5</c:v>
                </c:pt>
                <c:pt idx="3220">
                  <c:v>7.8</c:v>
                </c:pt>
                <c:pt idx="3221">
                  <c:v>9.3000000000000007</c:v>
                </c:pt>
                <c:pt idx="3222">
                  <c:v>9.5</c:v>
                </c:pt>
                <c:pt idx="3223">
                  <c:v>9.6999999999999993</c:v>
                </c:pt>
                <c:pt idx="3224">
                  <c:v>8.3000000000000007</c:v>
                </c:pt>
                <c:pt idx="3225">
                  <c:v>5.6</c:v>
                </c:pt>
                <c:pt idx="3226">
                  <c:v>4</c:v>
                </c:pt>
                <c:pt idx="3227">
                  <c:v>5.9</c:v>
                </c:pt>
                <c:pt idx="3228">
                  <c:v>5.8</c:v>
                </c:pt>
                <c:pt idx="3229">
                  <c:v>8.6999999999999993</c:v>
                </c:pt>
                <c:pt idx="3230">
                  <c:v>9.4</c:v>
                </c:pt>
                <c:pt idx="3231">
                  <c:v>5</c:v>
                </c:pt>
                <c:pt idx="3232">
                  <c:v>9</c:v>
                </c:pt>
                <c:pt idx="3233">
                  <c:v>8.9</c:v>
                </c:pt>
                <c:pt idx="3234">
                  <c:v>9.1999999999999993</c:v>
                </c:pt>
                <c:pt idx="3235">
                  <c:v>4.5</c:v>
                </c:pt>
                <c:pt idx="3236">
                  <c:v>7.9</c:v>
                </c:pt>
                <c:pt idx="3237">
                  <c:v>6.9</c:v>
                </c:pt>
                <c:pt idx="3238">
                  <c:v>9.9</c:v>
                </c:pt>
                <c:pt idx="3239">
                  <c:v>10</c:v>
                </c:pt>
                <c:pt idx="3240">
                  <c:v>9</c:v>
                </c:pt>
                <c:pt idx="3241">
                  <c:v>4.0999999999999996</c:v>
                </c:pt>
                <c:pt idx="3242">
                  <c:v>5.0999999999999996</c:v>
                </c:pt>
                <c:pt idx="3243">
                  <c:v>10</c:v>
                </c:pt>
                <c:pt idx="3244">
                  <c:v>8</c:v>
                </c:pt>
                <c:pt idx="3245">
                  <c:v>9.9</c:v>
                </c:pt>
                <c:pt idx="3246">
                  <c:v>9</c:v>
                </c:pt>
                <c:pt idx="3247">
                  <c:v>6.2</c:v>
                </c:pt>
                <c:pt idx="3248">
                  <c:v>5.3</c:v>
                </c:pt>
                <c:pt idx="3249">
                  <c:v>5.3</c:v>
                </c:pt>
                <c:pt idx="3250">
                  <c:v>6.5</c:v>
                </c:pt>
                <c:pt idx="3251">
                  <c:v>5.7</c:v>
                </c:pt>
                <c:pt idx="3252">
                  <c:v>4.4000000000000004</c:v>
                </c:pt>
                <c:pt idx="3253">
                  <c:v>6.6</c:v>
                </c:pt>
                <c:pt idx="3254">
                  <c:v>5.0999999999999996</c:v>
                </c:pt>
                <c:pt idx="3255">
                  <c:v>8.1999999999999993</c:v>
                </c:pt>
                <c:pt idx="3256">
                  <c:v>8.6999999999999993</c:v>
                </c:pt>
                <c:pt idx="3257">
                  <c:v>7.4</c:v>
                </c:pt>
                <c:pt idx="3258">
                  <c:v>7.4</c:v>
                </c:pt>
                <c:pt idx="3259">
                  <c:v>5.8</c:v>
                </c:pt>
                <c:pt idx="3260">
                  <c:v>9.4</c:v>
                </c:pt>
                <c:pt idx="3261">
                  <c:v>8.8000000000000007</c:v>
                </c:pt>
                <c:pt idx="3262">
                  <c:v>8.8000000000000007</c:v>
                </c:pt>
                <c:pt idx="3263">
                  <c:v>7.9</c:v>
                </c:pt>
                <c:pt idx="3264">
                  <c:v>7.6</c:v>
                </c:pt>
                <c:pt idx="3265">
                  <c:v>7.7</c:v>
                </c:pt>
                <c:pt idx="3266">
                  <c:v>9.3000000000000007</c:v>
                </c:pt>
                <c:pt idx="3267">
                  <c:v>8.5</c:v>
                </c:pt>
                <c:pt idx="3268">
                  <c:v>5.5</c:v>
                </c:pt>
                <c:pt idx="3269">
                  <c:v>8.9</c:v>
                </c:pt>
                <c:pt idx="3270">
                  <c:v>8.4</c:v>
                </c:pt>
                <c:pt idx="3271">
                  <c:v>4.4000000000000004</c:v>
                </c:pt>
                <c:pt idx="3272">
                  <c:v>4.7</c:v>
                </c:pt>
                <c:pt idx="3273">
                  <c:v>7.5</c:v>
                </c:pt>
                <c:pt idx="3274">
                  <c:v>9.1</c:v>
                </c:pt>
                <c:pt idx="3275">
                  <c:v>6.9</c:v>
                </c:pt>
                <c:pt idx="3276">
                  <c:v>8</c:v>
                </c:pt>
                <c:pt idx="3277">
                  <c:v>6.4</c:v>
                </c:pt>
                <c:pt idx="3278">
                  <c:v>6</c:v>
                </c:pt>
                <c:pt idx="3279">
                  <c:v>5</c:v>
                </c:pt>
                <c:pt idx="3280">
                  <c:v>8.6999999999999993</c:v>
                </c:pt>
                <c:pt idx="3281">
                  <c:v>7.9</c:v>
                </c:pt>
                <c:pt idx="3282">
                  <c:v>7.8</c:v>
                </c:pt>
                <c:pt idx="3283">
                  <c:v>10</c:v>
                </c:pt>
                <c:pt idx="3284">
                  <c:v>6</c:v>
                </c:pt>
                <c:pt idx="3285">
                  <c:v>5.6</c:v>
                </c:pt>
                <c:pt idx="3286">
                  <c:v>5.5</c:v>
                </c:pt>
                <c:pt idx="3287">
                  <c:v>10</c:v>
                </c:pt>
                <c:pt idx="3288">
                  <c:v>5.0999999999999996</c:v>
                </c:pt>
                <c:pt idx="3289">
                  <c:v>6.6</c:v>
                </c:pt>
                <c:pt idx="3290">
                  <c:v>7</c:v>
                </c:pt>
                <c:pt idx="3291">
                  <c:v>5</c:v>
                </c:pt>
                <c:pt idx="3292">
                  <c:v>4.3</c:v>
                </c:pt>
                <c:pt idx="3293">
                  <c:v>6.3</c:v>
                </c:pt>
                <c:pt idx="3294">
                  <c:v>5.2</c:v>
                </c:pt>
                <c:pt idx="3295">
                  <c:v>4.3</c:v>
                </c:pt>
                <c:pt idx="3296">
                  <c:v>7.3</c:v>
                </c:pt>
                <c:pt idx="3297">
                  <c:v>8.4</c:v>
                </c:pt>
                <c:pt idx="3298">
                  <c:v>7.1</c:v>
                </c:pt>
                <c:pt idx="3299">
                  <c:v>8.6</c:v>
                </c:pt>
                <c:pt idx="3300">
                  <c:v>7.3</c:v>
                </c:pt>
                <c:pt idx="3301">
                  <c:v>5.9</c:v>
                </c:pt>
                <c:pt idx="3302">
                  <c:v>9.5</c:v>
                </c:pt>
                <c:pt idx="3303">
                  <c:v>4.0999999999999996</c:v>
                </c:pt>
                <c:pt idx="3304">
                  <c:v>4.7</c:v>
                </c:pt>
                <c:pt idx="3305">
                  <c:v>7.2</c:v>
                </c:pt>
                <c:pt idx="3306">
                  <c:v>7.4</c:v>
                </c:pt>
                <c:pt idx="3307">
                  <c:v>6.1</c:v>
                </c:pt>
                <c:pt idx="3308">
                  <c:v>9.1</c:v>
                </c:pt>
                <c:pt idx="3309">
                  <c:v>4.2</c:v>
                </c:pt>
                <c:pt idx="3310">
                  <c:v>9.3000000000000007</c:v>
                </c:pt>
                <c:pt idx="3311">
                  <c:v>7.2</c:v>
                </c:pt>
                <c:pt idx="3312">
                  <c:v>4.4000000000000004</c:v>
                </c:pt>
                <c:pt idx="3313">
                  <c:v>5.0999999999999996</c:v>
                </c:pt>
                <c:pt idx="3314">
                  <c:v>9.1999999999999993</c:v>
                </c:pt>
                <c:pt idx="3315">
                  <c:v>6.3</c:v>
                </c:pt>
                <c:pt idx="3316">
                  <c:v>5</c:v>
                </c:pt>
                <c:pt idx="3317">
                  <c:v>6.2</c:v>
                </c:pt>
                <c:pt idx="3318">
                  <c:v>5.3</c:v>
                </c:pt>
                <c:pt idx="3319">
                  <c:v>9.1</c:v>
                </c:pt>
                <c:pt idx="3320">
                  <c:v>7.1</c:v>
                </c:pt>
                <c:pt idx="3321">
                  <c:v>5.3</c:v>
                </c:pt>
                <c:pt idx="3322">
                  <c:v>6.3</c:v>
                </c:pt>
                <c:pt idx="3323">
                  <c:v>4.5</c:v>
                </c:pt>
                <c:pt idx="3324">
                  <c:v>6.5</c:v>
                </c:pt>
                <c:pt idx="3325">
                  <c:v>6.2</c:v>
                </c:pt>
                <c:pt idx="3326">
                  <c:v>7</c:v>
                </c:pt>
                <c:pt idx="3327">
                  <c:v>6.8</c:v>
                </c:pt>
                <c:pt idx="3328">
                  <c:v>7</c:v>
                </c:pt>
                <c:pt idx="3329">
                  <c:v>7.1</c:v>
                </c:pt>
                <c:pt idx="3330">
                  <c:v>8.6</c:v>
                </c:pt>
                <c:pt idx="3331">
                  <c:v>9.6999999999999993</c:v>
                </c:pt>
                <c:pt idx="3332">
                  <c:v>8.9</c:v>
                </c:pt>
                <c:pt idx="3333">
                  <c:v>8</c:v>
                </c:pt>
                <c:pt idx="3334">
                  <c:v>8.3000000000000007</c:v>
                </c:pt>
                <c:pt idx="3335">
                  <c:v>6.3</c:v>
                </c:pt>
                <c:pt idx="3336">
                  <c:v>8.6999999999999993</c:v>
                </c:pt>
                <c:pt idx="3337">
                  <c:v>9</c:v>
                </c:pt>
                <c:pt idx="3338">
                  <c:v>7.6</c:v>
                </c:pt>
                <c:pt idx="3339">
                  <c:v>7.9</c:v>
                </c:pt>
                <c:pt idx="3340">
                  <c:v>6.5</c:v>
                </c:pt>
                <c:pt idx="3341">
                  <c:v>5.0999999999999996</c:v>
                </c:pt>
                <c:pt idx="3342">
                  <c:v>6.8</c:v>
                </c:pt>
                <c:pt idx="3343">
                  <c:v>8</c:v>
                </c:pt>
                <c:pt idx="3344">
                  <c:v>9.6999999999999993</c:v>
                </c:pt>
                <c:pt idx="3345">
                  <c:v>7.3</c:v>
                </c:pt>
                <c:pt idx="3346">
                  <c:v>4.8</c:v>
                </c:pt>
                <c:pt idx="3347">
                  <c:v>9.3000000000000007</c:v>
                </c:pt>
                <c:pt idx="3348">
                  <c:v>9.1</c:v>
                </c:pt>
                <c:pt idx="3349">
                  <c:v>5.7</c:v>
                </c:pt>
                <c:pt idx="3350">
                  <c:v>4.3</c:v>
                </c:pt>
                <c:pt idx="3351">
                  <c:v>6.1</c:v>
                </c:pt>
                <c:pt idx="3352">
                  <c:v>4.5999999999999996</c:v>
                </c:pt>
                <c:pt idx="3353">
                  <c:v>8.9</c:v>
                </c:pt>
                <c:pt idx="3354">
                  <c:v>5.7</c:v>
                </c:pt>
                <c:pt idx="3355">
                  <c:v>7.5</c:v>
                </c:pt>
                <c:pt idx="3356">
                  <c:v>5.7</c:v>
                </c:pt>
                <c:pt idx="3357">
                  <c:v>5.0999999999999996</c:v>
                </c:pt>
                <c:pt idx="3358">
                  <c:v>7.1</c:v>
                </c:pt>
                <c:pt idx="3359">
                  <c:v>6</c:v>
                </c:pt>
                <c:pt idx="3360">
                  <c:v>6.7</c:v>
                </c:pt>
                <c:pt idx="3361">
                  <c:v>9</c:v>
                </c:pt>
                <c:pt idx="3362">
                  <c:v>7.9</c:v>
                </c:pt>
                <c:pt idx="3363">
                  <c:v>7.7</c:v>
                </c:pt>
                <c:pt idx="3364">
                  <c:v>4.3</c:v>
                </c:pt>
                <c:pt idx="3365">
                  <c:v>6.1</c:v>
                </c:pt>
                <c:pt idx="3366">
                  <c:v>7.3</c:v>
                </c:pt>
                <c:pt idx="3367">
                  <c:v>5.2</c:v>
                </c:pt>
                <c:pt idx="3368">
                  <c:v>4.2</c:v>
                </c:pt>
                <c:pt idx="3369">
                  <c:v>4.3</c:v>
                </c:pt>
                <c:pt idx="3370">
                  <c:v>8.9</c:v>
                </c:pt>
                <c:pt idx="3371">
                  <c:v>5.6</c:v>
                </c:pt>
                <c:pt idx="3372">
                  <c:v>4.5999999999999996</c:v>
                </c:pt>
                <c:pt idx="3373">
                  <c:v>9.6999999999999993</c:v>
                </c:pt>
                <c:pt idx="3374">
                  <c:v>6.8</c:v>
                </c:pt>
                <c:pt idx="3375">
                  <c:v>9.4</c:v>
                </c:pt>
                <c:pt idx="3376">
                  <c:v>8.5</c:v>
                </c:pt>
                <c:pt idx="3377">
                  <c:v>4.2</c:v>
                </c:pt>
                <c:pt idx="3378">
                  <c:v>7.7</c:v>
                </c:pt>
                <c:pt idx="3379">
                  <c:v>6.1</c:v>
                </c:pt>
                <c:pt idx="3380">
                  <c:v>4.2</c:v>
                </c:pt>
                <c:pt idx="3381">
                  <c:v>8.6999999999999993</c:v>
                </c:pt>
                <c:pt idx="3382">
                  <c:v>6.6</c:v>
                </c:pt>
                <c:pt idx="3383">
                  <c:v>5.5</c:v>
                </c:pt>
                <c:pt idx="3384">
                  <c:v>6.2</c:v>
                </c:pt>
                <c:pt idx="3385">
                  <c:v>9.1</c:v>
                </c:pt>
                <c:pt idx="3386">
                  <c:v>4.7</c:v>
                </c:pt>
                <c:pt idx="3387">
                  <c:v>9.1</c:v>
                </c:pt>
                <c:pt idx="3388">
                  <c:v>4.7</c:v>
                </c:pt>
                <c:pt idx="3389">
                  <c:v>7.1</c:v>
                </c:pt>
                <c:pt idx="3390">
                  <c:v>6.6</c:v>
                </c:pt>
                <c:pt idx="3391">
                  <c:v>4.7</c:v>
                </c:pt>
                <c:pt idx="3392">
                  <c:v>5.8</c:v>
                </c:pt>
                <c:pt idx="3393">
                  <c:v>6.6</c:v>
                </c:pt>
                <c:pt idx="3394">
                  <c:v>8.5</c:v>
                </c:pt>
                <c:pt idx="3395">
                  <c:v>8.5</c:v>
                </c:pt>
                <c:pt idx="3396">
                  <c:v>6.2</c:v>
                </c:pt>
                <c:pt idx="3397">
                  <c:v>9.6</c:v>
                </c:pt>
                <c:pt idx="3398">
                  <c:v>9.3000000000000007</c:v>
                </c:pt>
                <c:pt idx="3399">
                  <c:v>6.5</c:v>
                </c:pt>
                <c:pt idx="3400">
                  <c:v>8</c:v>
                </c:pt>
                <c:pt idx="3401">
                  <c:v>8.6</c:v>
                </c:pt>
                <c:pt idx="3402">
                  <c:v>8.5</c:v>
                </c:pt>
                <c:pt idx="3403">
                  <c:v>9.1999999999999993</c:v>
                </c:pt>
                <c:pt idx="3404">
                  <c:v>5.6</c:v>
                </c:pt>
                <c:pt idx="3405">
                  <c:v>6.6</c:v>
                </c:pt>
                <c:pt idx="3406">
                  <c:v>9.4</c:v>
                </c:pt>
                <c:pt idx="3407">
                  <c:v>5.3</c:v>
                </c:pt>
                <c:pt idx="3408">
                  <c:v>6.6</c:v>
                </c:pt>
                <c:pt idx="3409">
                  <c:v>6.3</c:v>
                </c:pt>
                <c:pt idx="3410">
                  <c:v>5.4</c:v>
                </c:pt>
                <c:pt idx="3411">
                  <c:v>8.6</c:v>
                </c:pt>
                <c:pt idx="3412">
                  <c:v>6.9</c:v>
                </c:pt>
                <c:pt idx="3413">
                  <c:v>5.7</c:v>
                </c:pt>
                <c:pt idx="3414">
                  <c:v>4.5999999999999996</c:v>
                </c:pt>
                <c:pt idx="3415">
                  <c:v>4.7</c:v>
                </c:pt>
                <c:pt idx="3416">
                  <c:v>5.2</c:v>
                </c:pt>
                <c:pt idx="3417">
                  <c:v>8.6999999999999993</c:v>
                </c:pt>
                <c:pt idx="3418">
                  <c:v>9</c:v>
                </c:pt>
                <c:pt idx="3419">
                  <c:v>6.1</c:v>
                </c:pt>
                <c:pt idx="3420">
                  <c:v>6.3</c:v>
                </c:pt>
                <c:pt idx="3421">
                  <c:v>9.8000000000000007</c:v>
                </c:pt>
                <c:pt idx="3422">
                  <c:v>7.4</c:v>
                </c:pt>
                <c:pt idx="3423">
                  <c:v>8.1999999999999993</c:v>
                </c:pt>
                <c:pt idx="3424">
                  <c:v>6.8</c:v>
                </c:pt>
                <c:pt idx="3425">
                  <c:v>9.4</c:v>
                </c:pt>
                <c:pt idx="3426">
                  <c:v>7.1</c:v>
                </c:pt>
                <c:pt idx="3427">
                  <c:v>7.4</c:v>
                </c:pt>
                <c:pt idx="3428">
                  <c:v>8.1</c:v>
                </c:pt>
                <c:pt idx="3429">
                  <c:v>8</c:v>
                </c:pt>
                <c:pt idx="3430">
                  <c:v>6.6</c:v>
                </c:pt>
                <c:pt idx="3431">
                  <c:v>4.0999999999999996</c:v>
                </c:pt>
                <c:pt idx="3432">
                  <c:v>6.6</c:v>
                </c:pt>
                <c:pt idx="3433">
                  <c:v>8.5</c:v>
                </c:pt>
                <c:pt idx="3434">
                  <c:v>5</c:v>
                </c:pt>
                <c:pt idx="3435">
                  <c:v>9.4</c:v>
                </c:pt>
                <c:pt idx="3436">
                  <c:v>6.1</c:v>
                </c:pt>
                <c:pt idx="3437">
                  <c:v>4.3</c:v>
                </c:pt>
                <c:pt idx="3438">
                  <c:v>8.1999999999999993</c:v>
                </c:pt>
                <c:pt idx="3439">
                  <c:v>9.1</c:v>
                </c:pt>
                <c:pt idx="3440">
                  <c:v>8.1</c:v>
                </c:pt>
                <c:pt idx="3441">
                  <c:v>7.9</c:v>
                </c:pt>
                <c:pt idx="3442">
                  <c:v>5.7</c:v>
                </c:pt>
                <c:pt idx="3443">
                  <c:v>9.1</c:v>
                </c:pt>
                <c:pt idx="3444">
                  <c:v>5.9</c:v>
                </c:pt>
                <c:pt idx="3445">
                  <c:v>8.1</c:v>
                </c:pt>
                <c:pt idx="3446">
                  <c:v>5.4</c:v>
                </c:pt>
                <c:pt idx="3447">
                  <c:v>7.5</c:v>
                </c:pt>
                <c:pt idx="3448">
                  <c:v>5.2</c:v>
                </c:pt>
                <c:pt idx="3449">
                  <c:v>7.5</c:v>
                </c:pt>
                <c:pt idx="3450">
                  <c:v>5.3</c:v>
                </c:pt>
                <c:pt idx="3451">
                  <c:v>8.6999999999999993</c:v>
                </c:pt>
                <c:pt idx="3452">
                  <c:v>8.4</c:v>
                </c:pt>
                <c:pt idx="3453">
                  <c:v>9.6999999999999993</c:v>
                </c:pt>
                <c:pt idx="3454">
                  <c:v>7.7</c:v>
                </c:pt>
                <c:pt idx="3455">
                  <c:v>4</c:v>
                </c:pt>
                <c:pt idx="3456">
                  <c:v>10</c:v>
                </c:pt>
                <c:pt idx="3457">
                  <c:v>8.8000000000000007</c:v>
                </c:pt>
                <c:pt idx="3458">
                  <c:v>6.5</c:v>
                </c:pt>
                <c:pt idx="3459">
                  <c:v>5.2</c:v>
                </c:pt>
                <c:pt idx="3460">
                  <c:v>6.2</c:v>
                </c:pt>
                <c:pt idx="3461">
                  <c:v>7.8</c:v>
                </c:pt>
                <c:pt idx="3462">
                  <c:v>6.9</c:v>
                </c:pt>
                <c:pt idx="3463">
                  <c:v>7.4</c:v>
                </c:pt>
                <c:pt idx="3464">
                  <c:v>8.5</c:v>
                </c:pt>
                <c:pt idx="3465">
                  <c:v>6.9</c:v>
                </c:pt>
                <c:pt idx="3466">
                  <c:v>4.2</c:v>
                </c:pt>
                <c:pt idx="3467">
                  <c:v>9</c:v>
                </c:pt>
                <c:pt idx="3468">
                  <c:v>4.7</c:v>
                </c:pt>
                <c:pt idx="3469">
                  <c:v>8.1999999999999993</c:v>
                </c:pt>
                <c:pt idx="3470">
                  <c:v>8.6999999999999993</c:v>
                </c:pt>
                <c:pt idx="3471">
                  <c:v>7.3</c:v>
                </c:pt>
                <c:pt idx="3472">
                  <c:v>9.1</c:v>
                </c:pt>
                <c:pt idx="3473">
                  <c:v>5.0999999999999996</c:v>
                </c:pt>
                <c:pt idx="3474">
                  <c:v>6.4</c:v>
                </c:pt>
                <c:pt idx="3475">
                  <c:v>4.2</c:v>
                </c:pt>
                <c:pt idx="3476">
                  <c:v>8.9</c:v>
                </c:pt>
                <c:pt idx="3477">
                  <c:v>7.5</c:v>
                </c:pt>
                <c:pt idx="3478">
                  <c:v>9.1</c:v>
                </c:pt>
                <c:pt idx="3479">
                  <c:v>10</c:v>
                </c:pt>
                <c:pt idx="3480">
                  <c:v>4.2</c:v>
                </c:pt>
                <c:pt idx="3481">
                  <c:v>8.6</c:v>
                </c:pt>
                <c:pt idx="3482">
                  <c:v>4.7</c:v>
                </c:pt>
                <c:pt idx="3483">
                  <c:v>6.8</c:v>
                </c:pt>
                <c:pt idx="3484">
                  <c:v>9</c:v>
                </c:pt>
                <c:pt idx="3485">
                  <c:v>6.1</c:v>
                </c:pt>
                <c:pt idx="3486">
                  <c:v>8</c:v>
                </c:pt>
                <c:pt idx="3487">
                  <c:v>8.1999999999999993</c:v>
                </c:pt>
                <c:pt idx="3488">
                  <c:v>4.2</c:v>
                </c:pt>
                <c:pt idx="3489">
                  <c:v>4.3</c:v>
                </c:pt>
                <c:pt idx="3490">
                  <c:v>5.6</c:v>
                </c:pt>
                <c:pt idx="3491">
                  <c:v>9.6</c:v>
                </c:pt>
                <c:pt idx="3492">
                  <c:v>7.5</c:v>
                </c:pt>
                <c:pt idx="3493">
                  <c:v>8.8000000000000007</c:v>
                </c:pt>
                <c:pt idx="3494">
                  <c:v>4.7</c:v>
                </c:pt>
                <c:pt idx="3495">
                  <c:v>8.8000000000000007</c:v>
                </c:pt>
                <c:pt idx="3496">
                  <c:v>9.6999999999999993</c:v>
                </c:pt>
                <c:pt idx="3497">
                  <c:v>6.5</c:v>
                </c:pt>
                <c:pt idx="3498">
                  <c:v>5.4</c:v>
                </c:pt>
                <c:pt idx="3499">
                  <c:v>5.2</c:v>
                </c:pt>
                <c:pt idx="3500">
                  <c:v>8.5</c:v>
                </c:pt>
                <c:pt idx="3501">
                  <c:v>9.6999999999999993</c:v>
                </c:pt>
                <c:pt idx="3502">
                  <c:v>9.1999999999999993</c:v>
                </c:pt>
                <c:pt idx="3503">
                  <c:v>8.5</c:v>
                </c:pt>
                <c:pt idx="3504">
                  <c:v>9.1999999999999993</c:v>
                </c:pt>
                <c:pt idx="3505">
                  <c:v>8.4</c:v>
                </c:pt>
                <c:pt idx="3506">
                  <c:v>8.6</c:v>
                </c:pt>
                <c:pt idx="3507">
                  <c:v>7.3</c:v>
                </c:pt>
                <c:pt idx="3508">
                  <c:v>4.5</c:v>
                </c:pt>
                <c:pt idx="3509">
                  <c:v>7.2</c:v>
                </c:pt>
                <c:pt idx="3510">
                  <c:v>8.6</c:v>
                </c:pt>
                <c:pt idx="3511">
                  <c:v>6.8</c:v>
                </c:pt>
                <c:pt idx="3512">
                  <c:v>4.2</c:v>
                </c:pt>
                <c:pt idx="3513">
                  <c:v>7</c:v>
                </c:pt>
                <c:pt idx="3514">
                  <c:v>6.9</c:v>
                </c:pt>
                <c:pt idx="3515">
                  <c:v>4.4000000000000004</c:v>
                </c:pt>
                <c:pt idx="3516">
                  <c:v>5.6</c:v>
                </c:pt>
                <c:pt idx="3517">
                  <c:v>8.5</c:v>
                </c:pt>
                <c:pt idx="3518">
                  <c:v>5.0999999999999996</c:v>
                </c:pt>
                <c:pt idx="3519">
                  <c:v>6.4</c:v>
                </c:pt>
                <c:pt idx="3520">
                  <c:v>7.9</c:v>
                </c:pt>
                <c:pt idx="3521">
                  <c:v>9.6</c:v>
                </c:pt>
                <c:pt idx="3522">
                  <c:v>9.6</c:v>
                </c:pt>
                <c:pt idx="3523">
                  <c:v>5.3</c:v>
                </c:pt>
                <c:pt idx="3524">
                  <c:v>6.3</c:v>
                </c:pt>
                <c:pt idx="3525">
                  <c:v>4.9000000000000004</c:v>
                </c:pt>
                <c:pt idx="3526">
                  <c:v>6.8</c:v>
                </c:pt>
                <c:pt idx="3527">
                  <c:v>5.8</c:v>
                </c:pt>
                <c:pt idx="3528">
                  <c:v>5.0999999999999996</c:v>
                </c:pt>
                <c:pt idx="3529">
                  <c:v>6.9</c:v>
                </c:pt>
                <c:pt idx="3530">
                  <c:v>5.9</c:v>
                </c:pt>
                <c:pt idx="3531">
                  <c:v>8</c:v>
                </c:pt>
                <c:pt idx="3532">
                  <c:v>8.3000000000000007</c:v>
                </c:pt>
                <c:pt idx="3533">
                  <c:v>5.2</c:v>
                </c:pt>
                <c:pt idx="3534">
                  <c:v>6.1</c:v>
                </c:pt>
                <c:pt idx="3535">
                  <c:v>6.7</c:v>
                </c:pt>
                <c:pt idx="3536">
                  <c:v>8.9</c:v>
                </c:pt>
                <c:pt idx="3537">
                  <c:v>6.7</c:v>
                </c:pt>
                <c:pt idx="3538">
                  <c:v>7.6</c:v>
                </c:pt>
                <c:pt idx="3539">
                  <c:v>4</c:v>
                </c:pt>
                <c:pt idx="3540">
                  <c:v>5.3</c:v>
                </c:pt>
                <c:pt idx="3541">
                  <c:v>6.7</c:v>
                </c:pt>
                <c:pt idx="3542">
                  <c:v>8.6</c:v>
                </c:pt>
                <c:pt idx="3543">
                  <c:v>5.8</c:v>
                </c:pt>
                <c:pt idx="3544">
                  <c:v>9.6999999999999993</c:v>
                </c:pt>
                <c:pt idx="3545">
                  <c:v>9.1</c:v>
                </c:pt>
                <c:pt idx="3546">
                  <c:v>9.6999999999999993</c:v>
                </c:pt>
                <c:pt idx="3547">
                  <c:v>8.6999999999999993</c:v>
                </c:pt>
                <c:pt idx="3548">
                  <c:v>6.9</c:v>
                </c:pt>
                <c:pt idx="3549">
                  <c:v>4.0999999999999996</c:v>
                </c:pt>
                <c:pt idx="3550">
                  <c:v>4.2</c:v>
                </c:pt>
                <c:pt idx="3551">
                  <c:v>7.7</c:v>
                </c:pt>
                <c:pt idx="3552">
                  <c:v>8.1</c:v>
                </c:pt>
                <c:pt idx="3553">
                  <c:v>8</c:v>
                </c:pt>
                <c:pt idx="3554">
                  <c:v>8</c:v>
                </c:pt>
                <c:pt idx="3555">
                  <c:v>4.5999999999999996</c:v>
                </c:pt>
                <c:pt idx="3556">
                  <c:v>9.8000000000000007</c:v>
                </c:pt>
                <c:pt idx="3557">
                  <c:v>7.6</c:v>
                </c:pt>
                <c:pt idx="3558">
                  <c:v>8.4</c:v>
                </c:pt>
                <c:pt idx="3559">
                  <c:v>7.2</c:v>
                </c:pt>
                <c:pt idx="3560">
                  <c:v>5.7</c:v>
                </c:pt>
                <c:pt idx="3561">
                  <c:v>7.8</c:v>
                </c:pt>
                <c:pt idx="3562">
                  <c:v>8</c:v>
                </c:pt>
                <c:pt idx="3563">
                  <c:v>4.2</c:v>
                </c:pt>
                <c:pt idx="3564">
                  <c:v>4.5</c:v>
                </c:pt>
                <c:pt idx="3565">
                  <c:v>8.4</c:v>
                </c:pt>
                <c:pt idx="3566">
                  <c:v>8.1999999999999993</c:v>
                </c:pt>
                <c:pt idx="3567">
                  <c:v>6.5</c:v>
                </c:pt>
                <c:pt idx="3568">
                  <c:v>6</c:v>
                </c:pt>
                <c:pt idx="3569">
                  <c:v>6.2</c:v>
                </c:pt>
                <c:pt idx="3570">
                  <c:v>5.5</c:v>
                </c:pt>
                <c:pt idx="3571">
                  <c:v>6.2</c:v>
                </c:pt>
                <c:pt idx="3572">
                  <c:v>9</c:v>
                </c:pt>
                <c:pt idx="3573">
                  <c:v>7</c:v>
                </c:pt>
                <c:pt idx="3574">
                  <c:v>4.4000000000000004</c:v>
                </c:pt>
                <c:pt idx="3575">
                  <c:v>5.5</c:v>
                </c:pt>
                <c:pt idx="3576">
                  <c:v>6.7</c:v>
                </c:pt>
                <c:pt idx="3577">
                  <c:v>7.6</c:v>
                </c:pt>
                <c:pt idx="3578">
                  <c:v>4.5</c:v>
                </c:pt>
                <c:pt idx="3579">
                  <c:v>4.9000000000000004</c:v>
                </c:pt>
                <c:pt idx="3580">
                  <c:v>4.9000000000000004</c:v>
                </c:pt>
                <c:pt idx="3581">
                  <c:v>8.4</c:v>
                </c:pt>
                <c:pt idx="3582">
                  <c:v>8.6999999999999993</c:v>
                </c:pt>
                <c:pt idx="3583">
                  <c:v>9.5</c:v>
                </c:pt>
                <c:pt idx="3584">
                  <c:v>5.4</c:v>
                </c:pt>
                <c:pt idx="3585">
                  <c:v>4.5</c:v>
                </c:pt>
                <c:pt idx="3586">
                  <c:v>8.4</c:v>
                </c:pt>
                <c:pt idx="3587">
                  <c:v>4.9000000000000004</c:v>
                </c:pt>
                <c:pt idx="3588">
                  <c:v>6.5</c:v>
                </c:pt>
                <c:pt idx="3589">
                  <c:v>5.8</c:v>
                </c:pt>
                <c:pt idx="3590">
                  <c:v>8.8000000000000007</c:v>
                </c:pt>
                <c:pt idx="3591">
                  <c:v>6.6</c:v>
                </c:pt>
                <c:pt idx="3592">
                  <c:v>9.1</c:v>
                </c:pt>
                <c:pt idx="3593">
                  <c:v>8.3000000000000007</c:v>
                </c:pt>
                <c:pt idx="3594">
                  <c:v>6.8</c:v>
                </c:pt>
                <c:pt idx="3595">
                  <c:v>6.9</c:v>
                </c:pt>
                <c:pt idx="3596">
                  <c:v>8.1</c:v>
                </c:pt>
                <c:pt idx="3597">
                  <c:v>6.4</c:v>
                </c:pt>
                <c:pt idx="3598">
                  <c:v>9.4</c:v>
                </c:pt>
                <c:pt idx="3599">
                  <c:v>4.5999999999999996</c:v>
                </c:pt>
                <c:pt idx="3600">
                  <c:v>6.4</c:v>
                </c:pt>
                <c:pt idx="3601">
                  <c:v>5.7</c:v>
                </c:pt>
                <c:pt idx="3602">
                  <c:v>9.8000000000000007</c:v>
                </c:pt>
                <c:pt idx="3603">
                  <c:v>8.5</c:v>
                </c:pt>
                <c:pt idx="3604">
                  <c:v>4.2</c:v>
                </c:pt>
                <c:pt idx="3605">
                  <c:v>9.3000000000000007</c:v>
                </c:pt>
                <c:pt idx="3606">
                  <c:v>5.3</c:v>
                </c:pt>
                <c:pt idx="3607">
                  <c:v>9.5</c:v>
                </c:pt>
                <c:pt idx="3608">
                  <c:v>6.8</c:v>
                </c:pt>
                <c:pt idx="3609">
                  <c:v>9.6</c:v>
                </c:pt>
                <c:pt idx="3610">
                  <c:v>5.0999999999999996</c:v>
                </c:pt>
                <c:pt idx="3611">
                  <c:v>8.6999999999999993</c:v>
                </c:pt>
                <c:pt idx="3612">
                  <c:v>6.5</c:v>
                </c:pt>
                <c:pt idx="3613">
                  <c:v>4.0999999999999996</c:v>
                </c:pt>
                <c:pt idx="3614">
                  <c:v>9.1999999999999993</c:v>
                </c:pt>
                <c:pt idx="3615">
                  <c:v>4.3</c:v>
                </c:pt>
                <c:pt idx="3616">
                  <c:v>8.6</c:v>
                </c:pt>
                <c:pt idx="3617">
                  <c:v>9.5</c:v>
                </c:pt>
                <c:pt idx="3618">
                  <c:v>8.3000000000000007</c:v>
                </c:pt>
                <c:pt idx="3619">
                  <c:v>8</c:v>
                </c:pt>
                <c:pt idx="3620">
                  <c:v>7.5</c:v>
                </c:pt>
                <c:pt idx="3621">
                  <c:v>9.9</c:v>
                </c:pt>
                <c:pt idx="3622">
                  <c:v>8</c:v>
                </c:pt>
                <c:pt idx="3623">
                  <c:v>6.7</c:v>
                </c:pt>
                <c:pt idx="3624">
                  <c:v>4.2</c:v>
                </c:pt>
                <c:pt idx="3625">
                  <c:v>6.3</c:v>
                </c:pt>
                <c:pt idx="3626">
                  <c:v>9.8000000000000007</c:v>
                </c:pt>
                <c:pt idx="3627">
                  <c:v>7.8</c:v>
                </c:pt>
                <c:pt idx="3628">
                  <c:v>7.4</c:v>
                </c:pt>
                <c:pt idx="3629">
                  <c:v>9.6999999999999993</c:v>
                </c:pt>
                <c:pt idx="3630">
                  <c:v>7.9</c:v>
                </c:pt>
                <c:pt idx="3631">
                  <c:v>4.0999999999999996</c:v>
                </c:pt>
                <c:pt idx="3632">
                  <c:v>8.5</c:v>
                </c:pt>
                <c:pt idx="3633">
                  <c:v>8.5</c:v>
                </c:pt>
                <c:pt idx="3634">
                  <c:v>7</c:v>
                </c:pt>
                <c:pt idx="3635">
                  <c:v>5</c:v>
                </c:pt>
                <c:pt idx="3636">
                  <c:v>6.7</c:v>
                </c:pt>
                <c:pt idx="3637">
                  <c:v>9</c:v>
                </c:pt>
                <c:pt idx="3638">
                  <c:v>9.6</c:v>
                </c:pt>
                <c:pt idx="3639">
                  <c:v>7.4</c:v>
                </c:pt>
                <c:pt idx="3640">
                  <c:v>7.2</c:v>
                </c:pt>
                <c:pt idx="3641">
                  <c:v>4.7</c:v>
                </c:pt>
                <c:pt idx="3642">
                  <c:v>8.6999999999999993</c:v>
                </c:pt>
                <c:pt idx="3643">
                  <c:v>5.6</c:v>
                </c:pt>
                <c:pt idx="3644">
                  <c:v>4.5999999999999996</c:v>
                </c:pt>
                <c:pt idx="3645">
                  <c:v>9.3000000000000007</c:v>
                </c:pt>
                <c:pt idx="3646">
                  <c:v>5.5</c:v>
                </c:pt>
                <c:pt idx="3647">
                  <c:v>5</c:v>
                </c:pt>
                <c:pt idx="3648">
                  <c:v>8.8000000000000007</c:v>
                </c:pt>
                <c:pt idx="3649">
                  <c:v>8.1999999999999993</c:v>
                </c:pt>
                <c:pt idx="3650">
                  <c:v>8.6</c:v>
                </c:pt>
                <c:pt idx="3651">
                  <c:v>7</c:v>
                </c:pt>
                <c:pt idx="3652">
                  <c:v>9.6999999999999993</c:v>
                </c:pt>
                <c:pt idx="3653">
                  <c:v>4</c:v>
                </c:pt>
                <c:pt idx="3654">
                  <c:v>4.5999999999999996</c:v>
                </c:pt>
                <c:pt idx="3655">
                  <c:v>6.1</c:v>
                </c:pt>
                <c:pt idx="3656">
                  <c:v>6.1</c:v>
                </c:pt>
                <c:pt idx="3657">
                  <c:v>5.8</c:v>
                </c:pt>
                <c:pt idx="3658">
                  <c:v>5.0999999999999996</c:v>
                </c:pt>
                <c:pt idx="3659">
                  <c:v>4.7</c:v>
                </c:pt>
                <c:pt idx="3660">
                  <c:v>7.9</c:v>
                </c:pt>
                <c:pt idx="3661">
                  <c:v>7.4</c:v>
                </c:pt>
                <c:pt idx="3662">
                  <c:v>9.9</c:v>
                </c:pt>
                <c:pt idx="3663">
                  <c:v>9.4</c:v>
                </c:pt>
                <c:pt idx="3664">
                  <c:v>5.0999999999999996</c:v>
                </c:pt>
                <c:pt idx="3665">
                  <c:v>4</c:v>
                </c:pt>
                <c:pt idx="3666">
                  <c:v>8.8000000000000007</c:v>
                </c:pt>
                <c:pt idx="3667">
                  <c:v>4.3</c:v>
                </c:pt>
                <c:pt idx="3668">
                  <c:v>7.2</c:v>
                </c:pt>
                <c:pt idx="3669">
                  <c:v>5.7</c:v>
                </c:pt>
                <c:pt idx="3670">
                  <c:v>9</c:v>
                </c:pt>
                <c:pt idx="3671">
                  <c:v>6.1</c:v>
                </c:pt>
                <c:pt idx="3672">
                  <c:v>4.3</c:v>
                </c:pt>
                <c:pt idx="3673">
                  <c:v>9.6</c:v>
                </c:pt>
                <c:pt idx="3674">
                  <c:v>9.6999999999999993</c:v>
                </c:pt>
                <c:pt idx="3675">
                  <c:v>5.0999999999999996</c:v>
                </c:pt>
                <c:pt idx="3676">
                  <c:v>7.8</c:v>
                </c:pt>
                <c:pt idx="3677">
                  <c:v>4.8</c:v>
                </c:pt>
                <c:pt idx="3678">
                  <c:v>8.5</c:v>
                </c:pt>
                <c:pt idx="3679">
                  <c:v>6</c:v>
                </c:pt>
                <c:pt idx="3680">
                  <c:v>6.9</c:v>
                </c:pt>
                <c:pt idx="3681">
                  <c:v>7.6</c:v>
                </c:pt>
                <c:pt idx="3682">
                  <c:v>8.1</c:v>
                </c:pt>
                <c:pt idx="3683">
                  <c:v>5.5</c:v>
                </c:pt>
                <c:pt idx="3684">
                  <c:v>8.1</c:v>
                </c:pt>
                <c:pt idx="3685">
                  <c:v>6.5</c:v>
                </c:pt>
                <c:pt idx="3686">
                  <c:v>6</c:v>
                </c:pt>
                <c:pt idx="3687">
                  <c:v>9.9</c:v>
                </c:pt>
                <c:pt idx="3688">
                  <c:v>4</c:v>
                </c:pt>
                <c:pt idx="3689">
                  <c:v>9.5</c:v>
                </c:pt>
                <c:pt idx="3690">
                  <c:v>8.1</c:v>
                </c:pt>
                <c:pt idx="3691">
                  <c:v>8.1999999999999993</c:v>
                </c:pt>
                <c:pt idx="3692">
                  <c:v>9.4</c:v>
                </c:pt>
                <c:pt idx="3693">
                  <c:v>6.6</c:v>
                </c:pt>
                <c:pt idx="3694">
                  <c:v>4.2</c:v>
                </c:pt>
                <c:pt idx="3695">
                  <c:v>7.2</c:v>
                </c:pt>
                <c:pt idx="3696">
                  <c:v>7.1</c:v>
                </c:pt>
                <c:pt idx="3697">
                  <c:v>9.4</c:v>
                </c:pt>
                <c:pt idx="3698">
                  <c:v>6.2</c:v>
                </c:pt>
                <c:pt idx="3699">
                  <c:v>8.5</c:v>
                </c:pt>
                <c:pt idx="3700">
                  <c:v>8.1</c:v>
                </c:pt>
                <c:pt idx="3701">
                  <c:v>9.4</c:v>
                </c:pt>
                <c:pt idx="3702">
                  <c:v>9.3000000000000007</c:v>
                </c:pt>
                <c:pt idx="3703">
                  <c:v>4.8</c:v>
                </c:pt>
                <c:pt idx="3704">
                  <c:v>7.4</c:v>
                </c:pt>
                <c:pt idx="3705">
                  <c:v>5.6</c:v>
                </c:pt>
                <c:pt idx="3706">
                  <c:v>6.7</c:v>
                </c:pt>
                <c:pt idx="3707">
                  <c:v>6.2</c:v>
                </c:pt>
                <c:pt idx="3708">
                  <c:v>9.6999999999999993</c:v>
                </c:pt>
                <c:pt idx="3709">
                  <c:v>4.7</c:v>
                </c:pt>
                <c:pt idx="3710">
                  <c:v>9.4</c:v>
                </c:pt>
                <c:pt idx="3711">
                  <c:v>7.5</c:v>
                </c:pt>
                <c:pt idx="3712">
                  <c:v>7.3</c:v>
                </c:pt>
                <c:pt idx="3713">
                  <c:v>4.7</c:v>
                </c:pt>
                <c:pt idx="3714">
                  <c:v>5.3</c:v>
                </c:pt>
                <c:pt idx="3715">
                  <c:v>5.7</c:v>
                </c:pt>
                <c:pt idx="3716">
                  <c:v>9.6</c:v>
                </c:pt>
                <c:pt idx="3717">
                  <c:v>8.9</c:v>
                </c:pt>
                <c:pt idx="3718">
                  <c:v>6.8</c:v>
                </c:pt>
                <c:pt idx="3719">
                  <c:v>6.2</c:v>
                </c:pt>
                <c:pt idx="3720">
                  <c:v>4</c:v>
                </c:pt>
                <c:pt idx="3721">
                  <c:v>5.4</c:v>
                </c:pt>
                <c:pt idx="3722">
                  <c:v>9.3000000000000007</c:v>
                </c:pt>
                <c:pt idx="3723">
                  <c:v>6.3</c:v>
                </c:pt>
                <c:pt idx="3724">
                  <c:v>6</c:v>
                </c:pt>
                <c:pt idx="3725">
                  <c:v>4.5999999999999996</c:v>
                </c:pt>
                <c:pt idx="3726">
                  <c:v>4.7</c:v>
                </c:pt>
                <c:pt idx="3727">
                  <c:v>6.5</c:v>
                </c:pt>
                <c:pt idx="3728">
                  <c:v>4.3</c:v>
                </c:pt>
                <c:pt idx="3729">
                  <c:v>9.5</c:v>
                </c:pt>
                <c:pt idx="3730">
                  <c:v>4.2</c:v>
                </c:pt>
                <c:pt idx="3731">
                  <c:v>4.8</c:v>
                </c:pt>
                <c:pt idx="3732">
                  <c:v>8.1</c:v>
                </c:pt>
                <c:pt idx="3733">
                  <c:v>6.7</c:v>
                </c:pt>
                <c:pt idx="3734">
                  <c:v>5.7</c:v>
                </c:pt>
                <c:pt idx="3735">
                  <c:v>9.5</c:v>
                </c:pt>
                <c:pt idx="3736">
                  <c:v>7.7</c:v>
                </c:pt>
                <c:pt idx="3737">
                  <c:v>7.4</c:v>
                </c:pt>
                <c:pt idx="3738">
                  <c:v>5.4</c:v>
                </c:pt>
                <c:pt idx="3739">
                  <c:v>6.6</c:v>
                </c:pt>
                <c:pt idx="3740">
                  <c:v>4.0999999999999996</c:v>
                </c:pt>
                <c:pt idx="3741">
                  <c:v>4</c:v>
                </c:pt>
                <c:pt idx="3742">
                  <c:v>6.1</c:v>
                </c:pt>
                <c:pt idx="3743">
                  <c:v>9.6999999999999993</c:v>
                </c:pt>
                <c:pt idx="3744">
                  <c:v>7.7</c:v>
                </c:pt>
                <c:pt idx="3745">
                  <c:v>9.1999999999999993</c:v>
                </c:pt>
                <c:pt idx="3746">
                  <c:v>6</c:v>
                </c:pt>
                <c:pt idx="3747">
                  <c:v>4.0999999999999996</c:v>
                </c:pt>
                <c:pt idx="3748">
                  <c:v>5.0999999999999996</c:v>
                </c:pt>
                <c:pt idx="3749">
                  <c:v>9.6999999999999993</c:v>
                </c:pt>
                <c:pt idx="3750">
                  <c:v>8.8000000000000007</c:v>
                </c:pt>
                <c:pt idx="3751">
                  <c:v>9.6999999999999993</c:v>
                </c:pt>
                <c:pt idx="3752">
                  <c:v>8.1999999999999993</c:v>
                </c:pt>
                <c:pt idx="3753">
                  <c:v>7.1</c:v>
                </c:pt>
                <c:pt idx="3754">
                  <c:v>8.1999999999999993</c:v>
                </c:pt>
                <c:pt idx="3755">
                  <c:v>5.2</c:v>
                </c:pt>
                <c:pt idx="3756">
                  <c:v>9.5</c:v>
                </c:pt>
                <c:pt idx="3757">
                  <c:v>7.7</c:v>
                </c:pt>
                <c:pt idx="3758">
                  <c:v>6</c:v>
                </c:pt>
                <c:pt idx="3759">
                  <c:v>7.6</c:v>
                </c:pt>
                <c:pt idx="3760">
                  <c:v>7.8</c:v>
                </c:pt>
                <c:pt idx="3761">
                  <c:v>7.9</c:v>
                </c:pt>
                <c:pt idx="3762">
                  <c:v>6.2</c:v>
                </c:pt>
                <c:pt idx="3763">
                  <c:v>4.7</c:v>
                </c:pt>
                <c:pt idx="3764">
                  <c:v>5.0999999999999996</c:v>
                </c:pt>
                <c:pt idx="3765">
                  <c:v>8.1</c:v>
                </c:pt>
                <c:pt idx="3766">
                  <c:v>8.3000000000000007</c:v>
                </c:pt>
                <c:pt idx="3767">
                  <c:v>4.5999999999999996</c:v>
                </c:pt>
                <c:pt idx="3768">
                  <c:v>6.6</c:v>
                </c:pt>
                <c:pt idx="3769">
                  <c:v>9.5</c:v>
                </c:pt>
                <c:pt idx="3770">
                  <c:v>5.0999999999999996</c:v>
                </c:pt>
                <c:pt idx="3771">
                  <c:v>7.1</c:v>
                </c:pt>
                <c:pt idx="3772">
                  <c:v>9.4</c:v>
                </c:pt>
                <c:pt idx="3773">
                  <c:v>6.2</c:v>
                </c:pt>
                <c:pt idx="3774">
                  <c:v>4.9000000000000004</c:v>
                </c:pt>
                <c:pt idx="3775">
                  <c:v>5.5</c:v>
                </c:pt>
                <c:pt idx="3776">
                  <c:v>7.7</c:v>
                </c:pt>
                <c:pt idx="3777">
                  <c:v>8.4</c:v>
                </c:pt>
                <c:pt idx="3778">
                  <c:v>4.5</c:v>
                </c:pt>
                <c:pt idx="3779">
                  <c:v>5.8</c:v>
                </c:pt>
                <c:pt idx="3780">
                  <c:v>6.2</c:v>
                </c:pt>
                <c:pt idx="3781">
                  <c:v>7.4</c:v>
                </c:pt>
                <c:pt idx="3782">
                  <c:v>8.8000000000000007</c:v>
                </c:pt>
                <c:pt idx="3783">
                  <c:v>7.5</c:v>
                </c:pt>
                <c:pt idx="3784">
                  <c:v>4.4000000000000004</c:v>
                </c:pt>
                <c:pt idx="3785">
                  <c:v>7.3</c:v>
                </c:pt>
                <c:pt idx="3786">
                  <c:v>9.6999999999999993</c:v>
                </c:pt>
                <c:pt idx="3787">
                  <c:v>6.8</c:v>
                </c:pt>
                <c:pt idx="3788">
                  <c:v>7.2</c:v>
                </c:pt>
                <c:pt idx="3789">
                  <c:v>5.2</c:v>
                </c:pt>
                <c:pt idx="3790">
                  <c:v>6</c:v>
                </c:pt>
                <c:pt idx="3791">
                  <c:v>8.4</c:v>
                </c:pt>
                <c:pt idx="3792">
                  <c:v>8.6999999999999993</c:v>
                </c:pt>
                <c:pt idx="3793">
                  <c:v>5.5</c:v>
                </c:pt>
                <c:pt idx="3794">
                  <c:v>4.5999999999999996</c:v>
                </c:pt>
                <c:pt idx="3795">
                  <c:v>9.1999999999999993</c:v>
                </c:pt>
                <c:pt idx="3796">
                  <c:v>7.7</c:v>
                </c:pt>
                <c:pt idx="3797">
                  <c:v>9.6</c:v>
                </c:pt>
                <c:pt idx="3798">
                  <c:v>9.8000000000000007</c:v>
                </c:pt>
                <c:pt idx="3799">
                  <c:v>9.3000000000000007</c:v>
                </c:pt>
                <c:pt idx="3800">
                  <c:v>5.5</c:v>
                </c:pt>
                <c:pt idx="3801">
                  <c:v>8.1</c:v>
                </c:pt>
                <c:pt idx="3802">
                  <c:v>4.8</c:v>
                </c:pt>
                <c:pt idx="3803">
                  <c:v>4.2</c:v>
                </c:pt>
                <c:pt idx="3804">
                  <c:v>7.4</c:v>
                </c:pt>
                <c:pt idx="3805">
                  <c:v>5.3</c:v>
                </c:pt>
                <c:pt idx="3806">
                  <c:v>10</c:v>
                </c:pt>
                <c:pt idx="3807">
                  <c:v>8.8000000000000007</c:v>
                </c:pt>
                <c:pt idx="3808">
                  <c:v>7.3</c:v>
                </c:pt>
                <c:pt idx="3809">
                  <c:v>5.6</c:v>
                </c:pt>
                <c:pt idx="3810">
                  <c:v>9.9</c:v>
                </c:pt>
                <c:pt idx="3811">
                  <c:v>4.9000000000000004</c:v>
                </c:pt>
                <c:pt idx="3812">
                  <c:v>6.8</c:v>
                </c:pt>
                <c:pt idx="3813">
                  <c:v>4.4000000000000004</c:v>
                </c:pt>
                <c:pt idx="3814">
                  <c:v>9.6</c:v>
                </c:pt>
                <c:pt idx="3815">
                  <c:v>8.1</c:v>
                </c:pt>
                <c:pt idx="3816">
                  <c:v>5</c:v>
                </c:pt>
                <c:pt idx="3817">
                  <c:v>6.6</c:v>
                </c:pt>
                <c:pt idx="3818">
                  <c:v>8.3000000000000007</c:v>
                </c:pt>
                <c:pt idx="3819">
                  <c:v>8.5</c:v>
                </c:pt>
                <c:pt idx="3820">
                  <c:v>8.8000000000000007</c:v>
                </c:pt>
                <c:pt idx="3821">
                  <c:v>8.5</c:v>
                </c:pt>
                <c:pt idx="3822">
                  <c:v>7.9</c:v>
                </c:pt>
                <c:pt idx="3823">
                  <c:v>6.3</c:v>
                </c:pt>
                <c:pt idx="3824">
                  <c:v>4.5</c:v>
                </c:pt>
                <c:pt idx="3825">
                  <c:v>6.4</c:v>
                </c:pt>
                <c:pt idx="3826">
                  <c:v>9.8000000000000007</c:v>
                </c:pt>
                <c:pt idx="3827">
                  <c:v>8.3000000000000007</c:v>
                </c:pt>
                <c:pt idx="3828">
                  <c:v>8.5</c:v>
                </c:pt>
                <c:pt idx="3829">
                  <c:v>6.1</c:v>
                </c:pt>
                <c:pt idx="3830">
                  <c:v>6</c:v>
                </c:pt>
                <c:pt idx="3831">
                  <c:v>9.1999999999999993</c:v>
                </c:pt>
                <c:pt idx="3832">
                  <c:v>5.9</c:v>
                </c:pt>
                <c:pt idx="3833">
                  <c:v>4.3</c:v>
                </c:pt>
                <c:pt idx="3834">
                  <c:v>7.7</c:v>
                </c:pt>
                <c:pt idx="3835">
                  <c:v>9.6999999999999993</c:v>
                </c:pt>
                <c:pt idx="3836">
                  <c:v>7.3</c:v>
                </c:pt>
                <c:pt idx="3837">
                  <c:v>4.5999999999999996</c:v>
                </c:pt>
                <c:pt idx="3838">
                  <c:v>8.9</c:v>
                </c:pt>
                <c:pt idx="3839">
                  <c:v>8</c:v>
                </c:pt>
                <c:pt idx="3840">
                  <c:v>4.5</c:v>
                </c:pt>
                <c:pt idx="3841">
                  <c:v>7.4</c:v>
                </c:pt>
                <c:pt idx="3842">
                  <c:v>5.2</c:v>
                </c:pt>
                <c:pt idx="3843">
                  <c:v>5.8</c:v>
                </c:pt>
                <c:pt idx="3844">
                  <c:v>8.4</c:v>
                </c:pt>
                <c:pt idx="3845">
                  <c:v>6.5</c:v>
                </c:pt>
                <c:pt idx="3846">
                  <c:v>8.1</c:v>
                </c:pt>
                <c:pt idx="3847">
                  <c:v>8.6</c:v>
                </c:pt>
                <c:pt idx="3848">
                  <c:v>5</c:v>
                </c:pt>
                <c:pt idx="3849">
                  <c:v>9.9</c:v>
                </c:pt>
                <c:pt idx="3850">
                  <c:v>8.6</c:v>
                </c:pt>
                <c:pt idx="3851">
                  <c:v>6.2</c:v>
                </c:pt>
                <c:pt idx="3852">
                  <c:v>7.4</c:v>
                </c:pt>
                <c:pt idx="3853">
                  <c:v>5.6</c:v>
                </c:pt>
                <c:pt idx="3854">
                  <c:v>6.3</c:v>
                </c:pt>
                <c:pt idx="3855">
                  <c:v>8.9</c:v>
                </c:pt>
                <c:pt idx="3856">
                  <c:v>6.5</c:v>
                </c:pt>
                <c:pt idx="3857">
                  <c:v>9</c:v>
                </c:pt>
                <c:pt idx="3858">
                  <c:v>6.4</c:v>
                </c:pt>
                <c:pt idx="3859">
                  <c:v>8.6</c:v>
                </c:pt>
                <c:pt idx="3860">
                  <c:v>8.3000000000000007</c:v>
                </c:pt>
                <c:pt idx="3861">
                  <c:v>9.3000000000000007</c:v>
                </c:pt>
                <c:pt idx="3862">
                  <c:v>5.6</c:v>
                </c:pt>
                <c:pt idx="3863">
                  <c:v>9.3000000000000007</c:v>
                </c:pt>
                <c:pt idx="3864">
                  <c:v>5.3</c:v>
                </c:pt>
                <c:pt idx="3865">
                  <c:v>8.1999999999999993</c:v>
                </c:pt>
                <c:pt idx="3866">
                  <c:v>5</c:v>
                </c:pt>
                <c:pt idx="3867">
                  <c:v>7.2</c:v>
                </c:pt>
                <c:pt idx="3868">
                  <c:v>6.7</c:v>
                </c:pt>
                <c:pt idx="3869">
                  <c:v>8.5</c:v>
                </c:pt>
                <c:pt idx="3870">
                  <c:v>4.0999999999999996</c:v>
                </c:pt>
                <c:pt idx="3871">
                  <c:v>5.2</c:v>
                </c:pt>
                <c:pt idx="3872">
                  <c:v>9.4</c:v>
                </c:pt>
                <c:pt idx="3873">
                  <c:v>7.7</c:v>
                </c:pt>
                <c:pt idx="3874">
                  <c:v>6.8</c:v>
                </c:pt>
                <c:pt idx="3875">
                  <c:v>6.9</c:v>
                </c:pt>
                <c:pt idx="3876">
                  <c:v>8.1</c:v>
                </c:pt>
                <c:pt idx="3877">
                  <c:v>4.5999999999999996</c:v>
                </c:pt>
                <c:pt idx="3878">
                  <c:v>5.5</c:v>
                </c:pt>
                <c:pt idx="3879">
                  <c:v>8.9</c:v>
                </c:pt>
                <c:pt idx="3880">
                  <c:v>8</c:v>
                </c:pt>
                <c:pt idx="3881">
                  <c:v>7.5</c:v>
                </c:pt>
                <c:pt idx="3882">
                  <c:v>6.5</c:v>
                </c:pt>
                <c:pt idx="3883">
                  <c:v>6.1</c:v>
                </c:pt>
                <c:pt idx="3884">
                  <c:v>6.8</c:v>
                </c:pt>
                <c:pt idx="3885">
                  <c:v>9.5</c:v>
                </c:pt>
                <c:pt idx="3886">
                  <c:v>4.3</c:v>
                </c:pt>
                <c:pt idx="3887">
                  <c:v>5.0999999999999996</c:v>
                </c:pt>
                <c:pt idx="3888">
                  <c:v>9.3000000000000007</c:v>
                </c:pt>
                <c:pt idx="3889">
                  <c:v>5.6</c:v>
                </c:pt>
                <c:pt idx="3890">
                  <c:v>5.0999999999999996</c:v>
                </c:pt>
                <c:pt idx="3891">
                  <c:v>5</c:v>
                </c:pt>
                <c:pt idx="3892">
                  <c:v>7.8</c:v>
                </c:pt>
                <c:pt idx="3893">
                  <c:v>5.5</c:v>
                </c:pt>
                <c:pt idx="3894">
                  <c:v>9.1999999999999993</c:v>
                </c:pt>
                <c:pt idx="3895">
                  <c:v>4.8</c:v>
                </c:pt>
                <c:pt idx="3896">
                  <c:v>7.5</c:v>
                </c:pt>
                <c:pt idx="3897">
                  <c:v>9</c:v>
                </c:pt>
                <c:pt idx="3898">
                  <c:v>10</c:v>
                </c:pt>
                <c:pt idx="3899">
                  <c:v>6.4</c:v>
                </c:pt>
                <c:pt idx="3900">
                  <c:v>8.8000000000000007</c:v>
                </c:pt>
                <c:pt idx="3901">
                  <c:v>9</c:v>
                </c:pt>
                <c:pt idx="3902">
                  <c:v>8.6</c:v>
                </c:pt>
                <c:pt idx="3903">
                  <c:v>9.1999999999999993</c:v>
                </c:pt>
                <c:pt idx="3904">
                  <c:v>4.5999999999999996</c:v>
                </c:pt>
                <c:pt idx="3905">
                  <c:v>4.9000000000000004</c:v>
                </c:pt>
                <c:pt idx="3906">
                  <c:v>7.4</c:v>
                </c:pt>
                <c:pt idx="3907">
                  <c:v>8.4</c:v>
                </c:pt>
                <c:pt idx="3908">
                  <c:v>6.1</c:v>
                </c:pt>
                <c:pt idx="3909">
                  <c:v>7.2</c:v>
                </c:pt>
                <c:pt idx="3910">
                  <c:v>10</c:v>
                </c:pt>
                <c:pt idx="3911">
                  <c:v>8.9</c:v>
                </c:pt>
                <c:pt idx="3912">
                  <c:v>7.8</c:v>
                </c:pt>
                <c:pt idx="3913">
                  <c:v>6.3</c:v>
                </c:pt>
                <c:pt idx="3914">
                  <c:v>4.9000000000000004</c:v>
                </c:pt>
                <c:pt idx="3915">
                  <c:v>4.5</c:v>
                </c:pt>
                <c:pt idx="3916">
                  <c:v>6.9</c:v>
                </c:pt>
                <c:pt idx="3917">
                  <c:v>5.0999999999999996</c:v>
                </c:pt>
                <c:pt idx="3918">
                  <c:v>8</c:v>
                </c:pt>
                <c:pt idx="3919">
                  <c:v>7.8</c:v>
                </c:pt>
                <c:pt idx="3920">
                  <c:v>4.8</c:v>
                </c:pt>
                <c:pt idx="3921">
                  <c:v>7.5</c:v>
                </c:pt>
                <c:pt idx="3922">
                  <c:v>9.6</c:v>
                </c:pt>
                <c:pt idx="3923">
                  <c:v>6.4</c:v>
                </c:pt>
                <c:pt idx="3924">
                  <c:v>4.9000000000000004</c:v>
                </c:pt>
                <c:pt idx="3925">
                  <c:v>9.9</c:v>
                </c:pt>
                <c:pt idx="3926">
                  <c:v>9.6999999999999993</c:v>
                </c:pt>
                <c:pt idx="3927">
                  <c:v>8.4</c:v>
                </c:pt>
                <c:pt idx="3928">
                  <c:v>4.2</c:v>
                </c:pt>
                <c:pt idx="3929">
                  <c:v>9.8000000000000007</c:v>
                </c:pt>
                <c:pt idx="3930">
                  <c:v>7.8</c:v>
                </c:pt>
                <c:pt idx="3931">
                  <c:v>5.4</c:v>
                </c:pt>
                <c:pt idx="3932">
                  <c:v>5.4</c:v>
                </c:pt>
                <c:pt idx="3933">
                  <c:v>5.8</c:v>
                </c:pt>
                <c:pt idx="3934">
                  <c:v>4.8</c:v>
                </c:pt>
                <c:pt idx="3935">
                  <c:v>4.5999999999999996</c:v>
                </c:pt>
                <c:pt idx="3936">
                  <c:v>7.9</c:v>
                </c:pt>
                <c:pt idx="3937">
                  <c:v>6</c:v>
                </c:pt>
                <c:pt idx="3938">
                  <c:v>6.2</c:v>
                </c:pt>
                <c:pt idx="3939">
                  <c:v>9</c:v>
                </c:pt>
                <c:pt idx="3940">
                  <c:v>7.7</c:v>
                </c:pt>
                <c:pt idx="3941">
                  <c:v>6</c:v>
                </c:pt>
                <c:pt idx="3942">
                  <c:v>8.1999999999999993</c:v>
                </c:pt>
                <c:pt idx="3943">
                  <c:v>4.7</c:v>
                </c:pt>
                <c:pt idx="3944">
                  <c:v>8.6999999999999993</c:v>
                </c:pt>
                <c:pt idx="3945">
                  <c:v>8.9</c:v>
                </c:pt>
                <c:pt idx="3946">
                  <c:v>8.4</c:v>
                </c:pt>
                <c:pt idx="3947">
                  <c:v>7</c:v>
                </c:pt>
                <c:pt idx="3948">
                  <c:v>4.7</c:v>
                </c:pt>
                <c:pt idx="3949">
                  <c:v>4.9000000000000004</c:v>
                </c:pt>
                <c:pt idx="3950">
                  <c:v>9.6999999999999993</c:v>
                </c:pt>
                <c:pt idx="3951">
                  <c:v>7.1</c:v>
                </c:pt>
                <c:pt idx="3952">
                  <c:v>6.7</c:v>
                </c:pt>
                <c:pt idx="3953">
                  <c:v>8.1999999999999993</c:v>
                </c:pt>
                <c:pt idx="3954">
                  <c:v>8.9</c:v>
                </c:pt>
                <c:pt idx="3955">
                  <c:v>6.3</c:v>
                </c:pt>
                <c:pt idx="3956">
                  <c:v>7.9</c:v>
                </c:pt>
                <c:pt idx="3957">
                  <c:v>7.6</c:v>
                </c:pt>
                <c:pt idx="3958">
                  <c:v>4.9000000000000004</c:v>
                </c:pt>
                <c:pt idx="3959">
                  <c:v>6.3</c:v>
                </c:pt>
                <c:pt idx="3960">
                  <c:v>4.4000000000000004</c:v>
                </c:pt>
                <c:pt idx="3961">
                  <c:v>7.3</c:v>
                </c:pt>
                <c:pt idx="3962">
                  <c:v>6.9</c:v>
                </c:pt>
                <c:pt idx="3963">
                  <c:v>9.1999999999999993</c:v>
                </c:pt>
                <c:pt idx="3964">
                  <c:v>6.8</c:v>
                </c:pt>
                <c:pt idx="3965">
                  <c:v>8.3000000000000007</c:v>
                </c:pt>
                <c:pt idx="3966">
                  <c:v>4.9000000000000004</c:v>
                </c:pt>
                <c:pt idx="3967">
                  <c:v>5</c:v>
                </c:pt>
                <c:pt idx="3968">
                  <c:v>9.6999999999999993</c:v>
                </c:pt>
                <c:pt idx="3969">
                  <c:v>9.3000000000000007</c:v>
                </c:pt>
                <c:pt idx="3970">
                  <c:v>7.5</c:v>
                </c:pt>
                <c:pt idx="3971">
                  <c:v>6.7</c:v>
                </c:pt>
                <c:pt idx="3972">
                  <c:v>5.9</c:v>
                </c:pt>
                <c:pt idx="3973">
                  <c:v>4.3</c:v>
                </c:pt>
                <c:pt idx="3974">
                  <c:v>5.4</c:v>
                </c:pt>
                <c:pt idx="3975">
                  <c:v>7.8</c:v>
                </c:pt>
                <c:pt idx="3976">
                  <c:v>6.5</c:v>
                </c:pt>
                <c:pt idx="3977">
                  <c:v>6.3</c:v>
                </c:pt>
                <c:pt idx="3978">
                  <c:v>9.9</c:v>
                </c:pt>
                <c:pt idx="3979">
                  <c:v>5.0999999999999996</c:v>
                </c:pt>
                <c:pt idx="3980">
                  <c:v>5.7</c:v>
                </c:pt>
                <c:pt idx="3981">
                  <c:v>7</c:v>
                </c:pt>
                <c:pt idx="3982">
                  <c:v>8.3000000000000007</c:v>
                </c:pt>
                <c:pt idx="3983">
                  <c:v>5.4</c:v>
                </c:pt>
                <c:pt idx="3984">
                  <c:v>6.1</c:v>
                </c:pt>
                <c:pt idx="3985">
                  <c:v>7.3</c:v>
                </c:pt>
                <c:pt idx="3986">
                  <c:v>5.2</c:v>
                </c:pt>
                <c:pt idx="3987">
                  <c:v>6.9</c:v>
                </c:pt>
                <c:pt idx="3988">
                  <c:v>4.7</c:v>
                </c:pt>
                <c:pt idx="3989">
                  <c:v>5.3</c:v>
                </c:pt>
                <c:pt idx="3990">
                  <c:v>5.9</c:v>
                </c:pt>
                <c:pt idx="3991">
                  <c:v>5</c:v>
                </c:pt>
                <c:pt idx="3992">
                  <c:v>4.7</c:v>
                </c:pt>
                <c:pt idx="3993">
                  <c:v>5.5</c:v>
                </c:pt>
                <c:pt idx="3994">
                  <c:v>7.1</c:v>
                </c:pt>
                <c:pt idx="3995">
                  <c:v>9.6</c:v>
                </c:pt>
                <c:pt idx="3996">
                  <c:v>5.9</c:v>
                </c:pt>
                <c:pt idx="3997">
                  <c:v>4.5999999999999996</c:v>
                </c:pt>
                <c:pt idx="3998">
                  <c:v>4.4000000000000004</c:v>
                </c:pt>
                <c:pt idx="3999">
                  <c:v>7.1</c:v>
                </c:pt>
                <c:pt idx="4000">
                  <c:v>4.8</c:v>
                </c:pt>
                <c:pt idx="4001">
                  <c:v>5.4</c:v>
                </c:pt>
                <c:pt idx="4002">
                  <c:v>6.8</c:v>
                </c:pt>
                <c:pt idx="4003">
                  <c:v>9</c:v>
                </c:pt>
                <c:pt idx="4004">
                  <c:v>6.7</c:v>
                </c:pt>
                <c:pt idx="4005">
                  <c:v>5</c:v>
                </c:pt>
                <c:pt idx="4006">
                  <c:v>7.7</c:v>
                </c:pt>
                <c:pt idx="4007">
                  <c:v>5.0999999999999996</c:v>
                </c:pt>
                <c:pt idx="4008">
                  <c:v>6.4</c:v>
                </c:pt>
                <c:pt idx="4009">
                  <c:v>9</c:v>
                </c:pt>
                <c:pt idx="4010">
                  <c:v>4.5999999999999996</c:v>
                </c:pt>
                <c:pt idx="4011">
                  <c:v>6.8</c:v>
                </c:pt>
                <c:pt idx="4012">
                  <c:v>9.1</c:v>
                </c:pt>
                <c:pt idx="4013">
                  <c:v>6.5</c:v>
                </c:pt>
                <c:pt idx="4014">
                  <c:v>7.1</c:v>
                </c:pt>
                <c:pt idx="4015">
                  <c:v>9.1999999999999993</c:v>
                </c:pt>
                <c:pt idx="4016">
                  <c:v>8.6999999999999993</c:v>
                </c:pt>
                <c:pt idx="4017">
                  <c:v>4.0999999999999996</c:v>
                </c:pt>
                <c:pt idx="4018">
                  <c:v>5.4</c:v>
                </c:pt>
                <c:pt idx="4019">
                  <c:v>4.4000000000000004</c:v>
                </c:pt>
                <c:pt idx="4020">
                  <c:v>9.3000000000000007</c:v>
                </c:pt>
                <c:pt idx="4021">
                  <c:v>9.1999999999999993</c:v>
                </c:pt>
                <c:pt idx="4022">
                  <c:v>7</c:v>
                </c:pt>
                <c:pt idx="4023">
                  <c:v>8.5</c:v>
                </c:pt>
                <c:pt idx="4024">
                  <c:v>4.9000000000000004</c:v>
                </c:pt>
                <c:pt idx="4025">
                  <c:v>5.4</c:v>
                </c:pt>
                <c:pt idx="4026">
                  <c:v>9.8000000000000007</c:v>
                </c:pt>
                <c:pt idx="4027">
                  <c:v>6.3</c:v>
                </c:pt>
                <c:pt idx="4028">
                  <c:v>4.5</c:v>
                </c:pt>
                <c:pt idx="4029">
                  <c:v>9.5</c:v>
                </c:pt>
                <c:pt idx="4030">
                  <c:v>5.0999999999999996</c:v>
                </c:pt>
                <c:pt idx="4031">
                  <c:v>8.8000000000000007</c:v>
                </c:pt>
                <c:pt idx="4032">
                  <c:v>6.4</c:v>
                </c:pt>
                <c:pt idx="4033">
                  <c:v>6.4</c:v>
                </c:pt>
                <c:pt idx="4034">
                  <c:v>9.1999999999999993</c:v>
                </c:pt>
                <c:pt idx="4035">
                  <c:v>4.0999999999999996</c:v>
                </c:pt>
                <c:pt idx="4036">
                  <c:v>7.4</c:v>
                </c:pt>
                <c:pt idx="4037">
                  <c:v>8.4</c:v>
                </c:pt>
                <c:pt idx="4038">
                  <c:v>9.1999999999999993</c:v>
                </c:pt>
                <c:pt idx="4039">
                  <c:v>5.8</c:v>
                </c:pt>
                <c:pt idx="4040">
                  <c:v>9</c:v>
                </c:pt>
                <c:pt idx="4041">
                  <c:v>8.3000000000000007</c:v>
                </c:pt>
                <c:pt idx="4042">
                  <c:v>4.9000000000000004</c:v>
                </c:pt>
                <c:pt idx="4043">
                  <c:v>4.0999999999999996</c:v>
                </c:pt>
                <c:pt idx="4044">
                  <c:v>5.4</c:v>
                </c:pt>
                <c:pt idx="4045">
                  <c:v>4.7</c:v>
                </c:pt>
                <c:pt idx="4046">
                  <c:v>6.2</c:v>
                </c:pt>
                <c:pt idx="4047">
                  <c:v>6.6</c:v>
                </c:pt>
                <c:pt idx="4048">
                  <c:v>9.6999999999999993</c:v>
                </c:pt>
                <c:pt idx="4049">
                  <c:v>8.1</c:v>
                </c:pt>
                <c:pt idx="4050">
                  <c:v>9.6999999999999993</c:v>
                </c:pt>
                <c:pt idx="4051">
                  <c:v>4.2</c:v>
                </c:pt>
                <c:pt idx="4052">
                  <c:v>9.1999999999999993</c:v>
                </c:pt>
                <c:pt idx="4053">
                  <c:v>7.5</c:v>
                </c:pt>
                <c:pt idx="4054">
                  <c:v>9.3000000000000007</c:v>
                </c:pt>
                <c:pt idx="4055">
                  <c:v>7.6</c:v>
                </c:pt>
                <c:pt idx="4056">
                  <c:v>7</c:v>
                </c:pt>
                <c:pt idx="4057">
                  <c:v>9.9</c:v>
                </c:pt>
                <c:pt idx="4058">
                  <c:v>4.5</c:v>
                </c:pt>
                <c:pt idx="4059">
                  <c:v>5.2</c:v>
                </c:pt>
                <c:pt idx="4060">
                  <c:v>7.3</c:v>
                </c:pt>
                <c:pt idx="4061">
                  <c:v>7.5</c:v>
                </c:pt>
                <c:pt idx="4062">
                  <c:v>8.5</c:v>
                </c:pt>
                <c:pt idx="4063">
                  <c:v>6.2</c:v>
                </c:pt>
                <c:pt idx="4064">
                  <c:v>7</c:v>
                </c:pt>
                <c:pt idx="4065">
                  <c:v>6.8</c:v>
                </c:pt>
                <c:pt idx="4066">
                  <c:v>5.5</c:v>
                </c:pt>
                <c:pt idx="4067">
                  <c:v>8.6999999999999993</c:v>
                </c:pt>
                <c:pt idx="4068">
                  <c:v>8.6999999999999993</c:v>
                </c:pt>
                <c:pt idx="4069">
                  <c:v>5.4</c:v>
                </c:pt>
                <c:pt idx="4070">
                  <c:v>9.8000000000000007</c:v>
                </c:pt>
                <c:pt idx="4071">
                  <c:v>6.6</c:v>
                </c:pt>
                <c:pt idx="4072">
                  <c:v>9.6</c:v>
                </c:pt>
                <c:pt idx="4073">
                  <c:v>8.6999999999999993</c:v>
                </c:pt>
                <c:pt idx="4074">
                  <c:v>9.5</c:v>
                </c:pt>
                <c:pt idx="4075">
                  <c:v>7.5</c:v>
                </c:pt>
                <c:pt idx="4076">
                  <c:v>7.3</c:v>
                </c:pt>
                <c:pt idx="4077">
                  <c:v>5</c:v>
                </c:pt>
                <c:pt idx="4078">
                  <c:v>4.0999999999999996</c:v>
                </c:pt>
                <c:pt idx="4079">
                  <c:v>6.2</c:v>
                </c:pt>
                <c:pt idx="4080">
                  <c:v>9.8000000000000007</c:v>
                </c:pt>
                <c:pt idx="4081">
                  <c:v>5.8</c:v>
                </c:pt>
                <c:pt idx="4082">
                  <c:v>5.5</c:v>
                </c:pt>
                <c:pt idx="4083">
                  <c:v>4.9000000000000004</c:v>
                </c:pt>
                <c:pt idx="4084">
                  <c:v>5.0999999999999996</c:v>
                </c:pt>
                <c:pt idx="4085">
                  <c:v>5.7</c:v>
                </c:pt>
                <c:pt idx="4086">
                  <c:v>7.7</c:v>
                </c:pt>
                <c:pt idx="4087">
                  <c:v>7.5</c:v>
                </c:pt>
                <c:pt idx="4088">
                  <c:v>4.9000000000000004</c:v>
                </c:pt>
                <c:pt idx="4089">
                  <c:v>9.4</c:v>
                </c:pt>
                <c:pt idx="4090">
                  <c:v>5.8</c:v>
                </c:pt>
                <c:pt idx="4091">
                  <c:v>9.8000000000000007</c:v>
                </c:pt>
                <c:pt idx="4092">
                  <c:v>4</c:v>
                </c:pt>
                <c:pt idx="4093">
                  <c:v>4.2</c:v>
                </c:pt>
                <c:pt idx="4094">
                  <c:v>6.1</c:v>
                </c:pt>
                <c:pt idx="4095">
                  <c:v>7.4</c:v>
                </c:pt>
                <c:pt idx="4096">
                  <c:v>7.8</c:v>
                </c:pt>
                <c:pt idx="4097">
                  <c:v>6.7</c:v>
                </c:pt>
                <c:pt idx="4098">
                  <c:v>5.6</c:v>
                </c:pt>
                <c:pt idx="4099">
                  <c:v>9.1</c:v>
                </c:pt>
                <c:pt idx="4100">
                  <c:v>6.6</c:v>
                </c:pt>
                <c:pt idx="4101">
                  <c:v>7.8</c:v>
                </c:pt>
                <c:pt idx="4102">
                  <c:v>8.6</c:v>
                </c:pt>
                <c:pt idx="4103">
                  <c:v>4.5999999999999996</c:v>
                </c:pt>
                <c:pt idx="4104">
                  <c:v>6.2</c:v>
                </c:pt>
                <c:pt idx="4105">
                  <c:v>9.6999999999999993</c:v>
                </c:pt>
                <c:pt idx="4106">
                  <c:v>7.2</c:v>
                </c:pt>
                <c:pt idx="4107">
                  <c:v>6.4</c:v>
                </c:pt>
                <c:pt idx="4108">
                  <c:v>10</c:v>
                </c:pt>
                <c:pt idx="4109">
                  <c:v>9.6999999999999993</c:v>
                </c:pt>
                <c:pt idx="4110">
                  <c:v>9</c:v>
                </c:pt>
                <c:pt idx="4111">
                  <c:v>8.5</c:v>
                </c:pt>
                <c:pt idx="4112">
                  <c:v>5.8</c:v>
                </c:pt>
                <c:pt idx="4113">
                  <c:v>7.9</c:v>
                </c:pt>
                <c:pt idx="4114">
                  <c:v>8.1</c:v>
                </c:pt>
                <c:pt idx="4115">
                  <c:v>4.9000000000000004</c:v>
                </c:pt>
                <c:pt idx="4116">
                  <c:v>7.5</c:v>
                </c:pt>
                <c:pt idx="4117">
                  <c:v>7.7</c:v>
                </c:pt>
                <c:pt idx="4118">
                  <c:v>4.9000000000000004</c:v>
                </c:pt>
                <c:pt idx="4119">
                  <c:v>8.1</c:v>
                </c:pt>
                <c:pt idx="4120">
                  <c:v>7.8</c:v>
                </c:pt>
                <c:pt idx="4121">
                  <c:v>4.8</c:v>
                </c:pt>
                <c:pt idx="4122">
                  <c:v>4.2</c:v>
                </c:pt>
                <c:pt idx="4123">
                  <c:v>9.4</c:v>
                </c:pt>
                <c:pt idx="4124">
                  <c:v>6.7</c:v>
                </c:pt>
                <c:pt idx="4125">
                  <c:v>5.5</c:v>
                </c:pt>
                <c:pt idx="4126">
                  <c:v>6.1</c:v>
                </c:pt>
                <c:pt idx="4127">
                  <c:v>5</c:v>
                </c:pt>
                <c:pt idx="4128">
                  <c:v>6.1</c:v>
                </c:pt>
                <c:pt idx="4129">
                  <c:v>6.2</c:v>
                </c:pt>
                <c:pt idx="4130">
                  <c:v>6.7</c:v>
                </c:pt>
                <c:pt idx="4131">
                  <c:v>7.8</c:v>
                </c:pt>
                <c:pt idx="4132">
                  <c:v>5.6</c:v>
                </c:pt>
                <c:pt idx="4133">
                  <c:v>6.7</c:v>
                </c:pt>
                <c:pt idx="4134">
                  <c:v>8.6999999999999993</c:v>
                </c:pt>
                <c:pt idx="4135">
                  <c:v>6.4</c:v>
                </c:pt>
                <c:pt idx="4136">
                  <c:v>7.4</c:v>
                </c:pt>
                <c:pt idx="4137">
                  <c:v>6.4</c:v>
                </c:pt>
                <c:pt idx="4138">
                  <c:v>4.8</c:v>
                </c:pt>
                <c:pt idx="4139">
                  <c:v>6.6</c:v>
                </c:pt>
                <c:pt idx="4140">
                  <c:v>4.5</c:v>
                </c:pt>
                <c:pt idx="4141">
                  <c:v>5.8</c:v>
                </c:pt>
                <c:pt idx="4142">
                  <c:v>7</c:v>
                </c:pt>
                <c:pt idx="4143">
                  <c:v>9.6</c:v>
                </c:pt>
                <c:pt idx="4144">
                  <c:v>8.8000000000000007</c:v>
                </c:pt>
                <c:pt idx="4145">
                  <c:v>7.7</c:v>
                </c:pt>
                <c:pt idx="4146">
                  <c:v>4.9000000000000004</c:v>
                </c:pt>
                <c:pt idx="4147">
                  <c:v>6.1</c:v>
                </c:pt>
                <c:pt idx="4148">
                  <c:v>8.4</c:v>
                </c:pt>
                <c:pt idx="4149">
                  <c:v>6.1</c:v>
                </c:pt>
                <c:pt idx="4150">
                  <c:v>4.5</c:v>
                </c:pt>
                <c:pt idx="4151">
                  <c:v>9.3000000000000007</c:v>
                </c:pt>
                <c:pt idx="4152">
                  <c:v>6.1</c:v>
                </c:pt>
                <c:pt idx="4153">
                  <c:v>7.7</c:v>
                </c:pt>
                <c:pt idx="4154">
                  <c:v>9.3000000000000007</c:v>
                </c:pt>
                <c:pt idx="4155">
                  <c:v>9.8000000000000007</c:v>
                </c:pt>
                <c:pt idx="4156">
                  <c:v>8.9</c:v>
                </c:pt>
                <c:pt idx="4157">
                  <c:v>6.8</c:v>
                </c:pt>
                <c:pt idx="4158">
                  <c:v>5.9</c:v>
                </c:pt>
                <c:pt idx="4159">
                  <c:v>5.7</c:v>
                </c:pt>
                <c:pt idx="4160">
                  <c:v>6.1</c:v>
                </c:pt>
                <c:pt idx="4161">
                  <c:v>7.2</c:v>
                </c:pt>
                <c:pt idx="4162">
                  <c:v>5.5</c:v>
                </c:pt>
                <c:pt idx="4163">
                  <c:v>6.4</c:v>
                </c:pt>
                <c:pt idx="4164">
                  <c:v>6.8</c:v>
                </c:pt>
                <c:pt idx="4165">
                  <c:v>4.0999999999999996</c:v>
                </c:pt>
                <c:pt idx="4166">
                  <c:v>5.8</c:v>
                </c:pt>
                <c:pt idx="4167">
                  <c:v>6.8</c:v>
                </c:pt>
                <c:pt idx="4168">
                  <c:v>7.9</c:v>
                </c:pt>
                <c:pt idx="4169">
                  <c:v>6.1</c:v>
                </c:pt>
                <c:pt idx="4170">
                  <c:v>7.6</c:v>
                </c:pt>
                <c:pt idx="4171">
                  <c:v>8</c:v>
                </c:pt>
                <c:pt idx="4172">
                  <c:v>7.1</c:v>
                </c:pt>
                <c:pt idx="4173">
                  <c:v>8.8000000000000007</c:v>
                </c:pt>
                <c:pt idx="4174">
                  <c:v>8.6999999999999993</c:v>
                </c:pt>
                <c:pt idx="4175">
                  <c:v>8.1</c:v>
                </c:pt>
                <c:pt idx="4176">
                  <c:v>6.1</c:v>
                </c:pt>
                <c:pt idx="4177">
                  <c:v>9</c:v>
                </c:pt>
                <c:pt idx="4178">
                  <c:v>6.5</c:v>
                </c:pt>
                <c:pt idx="4179">
                  <c:v>6.3</c:v>
                </c:pt>
                <c:pt idx="4180">
                  <c:v>6.6</c:v>
                </c:pt>
                <c:pt idx="4181">
                  <c:v>6.1</c:v>
                </c:pt>
                <c:pt idx="4182">
                  <c:v>8.1999999999999993</c:v>
                </c:pt>
                <c:pt idx="4183">
                  <c:v>8.1999999999999993</c:v>
                </c:pt>
                <c:pt idx="4184">
                  <c:v>4.4000000000000004</c:v>
                </c:pt>
                <c:pt idx="4185">
                  <c:v>4.2</c:v>
                </c:pt>
                <c:pt idx="4186">
                  <c:v>5.5</c:v>
                </c:pt>
                <c:pt idx="4187">
                  <c:v>6.1</c:v>
                </c:pt>
                <c:pt idx="4188">
                  <c:v>7.6</c:v>
                </c:pt>
                <c:pt idx="4189">
                  <c:v>4.3</c:v>
                </c:pt>
                <c:pt idx="4190">
                  <c:v>10</c:v>
                </c:pt>
                <c:pt idx="4191">
                  <c:v>8.1</c:v>
                </c:pt>
                <c:pt idx="4192">
                  <c:v>5.7</c:v>
                </c:pt>
                <c:pt idx="4193">
                  <c:v>7.2</c:v>
                </c:pt>
                <c:pt idx="4194">
                  <c:v>9.6</c:v>
                </c:pt>
                <c:pt idx="4195">
                  <c:v>9.1</c:v>
                </c:pt>
                <c:pt idx="4196">
                  <c:v>7.8</c:v>
                </c:pt>
                <c:pt idx="4197">
                  <c:v>4.3</c:v>
                </c:pt>
                <c:pt idx="4198">
                  <c:v>5</c:v>
                </c:pt>
                <c:pt idx="4199">
                  <c:v>5.7</c:v>
                </c:pt>
                <c:pt idx="4200">
                  <c:v>6.5</c:v>
                </c:pt>
                <c:pt idx="4201">
                  <c:v>8</c:v>
                </c:pt>
                <c:pt idx="4202">
                  <c:v>6.8</c:v>
                </c:pt>
                <c:pt idx="4203">
                  <c:v>6.3</c:v>
                </c:pt>
                <c:pt idx="4204">
                  <c:v>8.1999999999999993</c:v>
                </c:pt>
                <c:pt idx="4205">
                  <c:v>4</c:v>
                </c:pt>
                <c:pt idx="4206">
                  <c:v>4.3</c:v>
                </c:pt>
                <c:pt idx="4207">
                  <c:v>8.8000000000000007</c:v>
                </c:pt>
                <c:pt idx="4208">
                  <c:v>6.4</c:v>
                </c:pt>
                <c:pt idx="4209">
                  <c:v>5.8</c:v>
                </c:pt>
                <c:pt idx="4210">
                  <c:v>5.6</c:v>
                </c:pt>
                <c:pt idx="4211">
                  <c:v>9.1</c:v>
                </c:pt>
                <c:pt idx="4212">
                  <c:v>7.2</c:v>
                </c:pt>
                <c:pt idx="4213">
                  <c:v>5</c:v>
                </c:pt>
                <c:pt idx="4214">
                  <c:v>7.3</c:v>
                </c:pt>
                <c:pt idx="4215">
                  <c:v>8.8000000000000007</c:v>
                </c:pt>
                <c:pt idx="4216">
                  <c:v>4.3</c:v>
                </c:pt>
                <c:pt idx="4217">
                  <c:v>7.8</c:v>
                </c:pt>
                <c:pt idx="4218">
                  <c:v>8.6</c:v>
                </c:pt>
                <c:pt idx="4219">
                  <c:v>9.6</c:v>
                </c:pt>
                <c:pt idx="4220">
                  <c:v>7.9</c:v>
                </c:pt>
                <c:pt idx="4221">
                  <c:v>7.1</c:v>
                </c:pt>
                <c:pt idx="4222">
                  <c:v>8.4</c:v>
                </c:pt>
                <c:pt idx="4223">
                  <c:v>5.8</c:v>
                </c:pt>
                <c:pt idx="4224">
                  <c:v>9.9</c:v>
                </c:pt>
                <c:pt idx="4225">
                  <c:v>9.9</c:v>
                </c:pt>
                <c:pt idx="4226">
                  <c:v>9.5</c:v>
                </c:pt>
                <c:pt idx="4227">
                  <c:v>5.5</c:v>
                </c:pt>
                <c:pt idx="4228">
                  <c:v>6.9</c:v>
                </c:pt>
                <c:pt idx="4229">
                  <c:v>6.2</c:v>
                </c:pt>
                <c:pt idx="4230">
                  <c:v>7.7</c:v>
                </c:pt>
                <c:pt idx="4231">
                  <c:v>8.3000000000000007</c:v>
                </c:pt>
                <c:pt idx="4232">
                  <c:v>9.1</c:v>
                </c:pt>
                <c:pt idx="4233">
                  <c:v>9.4</c:v>
                </c:pt>
                <c:pt idx="4234">
                  <c:v>9.6</c:v>
                </c:pt>
                <c:pt idx="4235">
                  <c:v>8.9</c:v>
                </c:pt>
                <c:pt idx="4236">
                  <c:v>5.4</c:v>
                </c:pt>
                <c:pt idx="4237">
                  <c:v>9.6999999999999993</c:v>
                </c:pt>
                <c:pt idx="4238">
                  <c:v>8.8000000000000007</c:v>
                </c:pt>
                <c:pt idx="4239">
                  <c:v>6.8</c:v>
                </c:pt>
                <c:pt idx="4240">
                  <c:v>6</c:v>
                </c:pt>
                <c:pt idx="4241">
                  <c:v>7</c:v>
                </c:pt>
                <c:pt idx="4242">
                  <c:v>6.2</c:v>
                </c:pt>
                <c:pt idx="4243">
                  <c:v>6.5</c:v>
                </c:pt>
                <c:pt idx="4244">
                  <c:v>7.2</c:v>
                </c:pt>
                <c:pt idx="4245">
                  <c:v>9.1999999999999993</c:v>
                </c:pt>
                <c:pt idx="4246">
                  <c:v>4.8</c:v>
                </c:pt>
                <c:pt idx="4247">
                  <c:v>5.7</c:v>
                </c:pt>
                <c:pt idx="4248">
                  <c:v>8.6</c:v>
                </c:pt>
                <c:pt idx="4249">
                  <c:v>7.4</c:v>
                </c:pt>
                <c:pt idx="4250">
                  <c:v>6.2</c:v>
                </c:pt>
                <c:pt idx="4251">
                  <c:v>7.8</c:v>
                </c:pt>
                <c:pt idx="4252">
                  <c:v>9.1</c:v>
                </c:pt>
                <c:pt idx="4253">
                  <c:v>7.9</c:v>
                </c:pt>
                <c:pt idx="4254">
                  <c:v>6</c:v>
                </c:pt>
                <c:pt idx="4255">
                  <c:v>7</c:v>
                </c:pt>
                <c:pt idx="4256">
                  <c:v>4.2</c:v>
                </c:pt>
                <c:pt idx="4257">
                  <c:v>9.6999999999999993</c:v>
                </c:pt>
                <c:pt idx="4258">
                  <c:v>8.3000000000000007</c:v>
                </c:pt>
                <c:pt idx="4259">
                  <c:v>9.1999999999999993</c:v>
                </c:pt>
                <c:pt idx="4260">
                  <c:v>8.3000000000000007</c:v>
                </c:pt>
                <c:pt idx="4261">
                  <c:v>8.1999999999999993</c:v>
                </c:pt>
                <c:pt idx="4262">
                  <c:v>7</c:v>
                </c:pt>
                <c:pt idx="4263">
                  <c:v>6.8</c:v>
                </c:pt>
                <c:pt idx="4264">
                  <c:v>6.7</c:v>
                </c:pt>
                <c:pt idx="4265">
                  <c:v>4.8</c:v>
                </c:pt>
                <c:pt idx="4266">
                  <c:v>6.1</c:v>
                </c:pt>
                <c:pt idx="4267">
                  <c:v>8.4</c:v>
                </c:pt>
                <c:pt idx="4268">
                  <c:v>4.0999999999999996</c:v>
                </c:pt>
                <c:pt idx="4269">
                  <c:v>7.9</c:v>
                </c:pt>
                <c:pt idx="4270">
                  <c:v>4.8</c:v>
                </c:pt>
                <c:pt idx="4271">
                  <c:v>9.6</c:v>
                </c:pt>
                <c:pt idx="4272">
                  <c:v>7.8</c:v>
                </c:pt>
                <c:pt idx="4273">
                  <c:v>4.0999999999999996</c:v>
                </c:pt>
                <c:pt idx="4274">
                  <c:v>5.8</c:v>
                </c:pt>
                <c:pt idx="4275">
                  <c:v>4.5</c:v>
                </c:pt>
                <c:pt idx="4276">
                  <c:v>4.9000000000000004</c:v>
                </c:pt>
                <c:pt idx="4277">
                  <c:v>4.0999999999999996</c:v>
                </c:pt>
                <c:pt idx="4278">
                  <c:v>4.8</c:v>
                </c:pt>
                <c:pt idx="4279">
                  <c:v>7.5</c:v>
                </c:pt>
                <c:pt idx="4280">
                  <c:v>7.4</c:v>
                </c:pt>
                <c:pt idx="4281">
                  <c:v>5.4</c:v>
                </c:pt>
                <c:pt idx="4282">
                  <c:v>4.0999999999999996</c:v>
                </c:pt>
                <c:pt idx="4283">
                  <c:v>9.3000000000000007</c:v>
                </c:pt>
                <c:pt idx="4284">
                  <c:v>7.4</c:v>
                </c:pt>
                <c:pt idx="4285">
                  <c:v>8.6999999999999993</c:v>
                </c:pt>
                <c:pt idx="4286">
                  <c:v>9</c:v>
                </c:pt>
                <c:pt idx="4287">
                  <c:v>7.1</c:v>
                </c:pt>
                <c:pt idx="4288">
                  <c:v>7.5</c:v>
                </c:pt>
                <c:pt idx="4289">
                  <c:v>6.5</c:v>
                </c:pt>
                <c:pt idx="4290">
                  <c:v>6.1</c:v>
                </c:pt>
                <c:pt idx="4291">
                  <c:v>5.0999999999999996</c:v>
                </c:pt>
                <c:pt idx="4292">
                  <c:v>9.4</c:v>
                </c:pt>
                <c:pt idx="4293">
                  <c:v>6.4</c:v>
                </c:pt>
                <c:pt idx="4294">
                  <c:v>9.1</c:v>
                </c:pt>
                <c:pt idx="4295">
                  <c:v>4</c:v>
                </c:pt>
                <c:pt idx="4296">
                  <c:v>4.9000000000000004</c:v>
                </c:pt>
                <c:pt idx="4297">
                  <c:v>9.4</c:v>
                </c:pt>
                <c:pt idx="4298">
                  <c:v>9.1</c:v>
                </c:pt>
                <c:pt idx="4299">
                  <c:v>8.8000000000000007</c:v>
                </c:pt>
                <c:pt idx="4300">
                  <c:v>7.6</c:v>
                </c:pt>
                <c:pt idx="4301">
                  <c:v>6.1</c:v>
                </c:pt>
                <c:pt idx="4302">
                  <c:v>6.3</c:v>
                </c:pt>
                <c:pt idx="4303">
                  <c:v>6.8</c:v>
                </c:pt>
                <c:pt idx="4304">
                  <c:v>9.6</c:v>
                </c:pt>
                <c:pt idx="4305">
                  <c:v>6.7</c:v>
                </c:pt>
                <c:pt idx="4306">
                  <c:v>5.8</c:v>
                </c:pt>
                <c:pt idx="4307">
                  <c:v>7.3</c:v>
                </c:pt>
                <c:pt idx="4308">
                  <c:v>7.9</c:v>
                </c:pt>
                <c:pt idx="4309">
                  <c:v>6.9</c:v>
                </c:pt>
                <c:pt idx="4310">
                  <c:v>9.9</c:v>
                </c:pt>
                <c:pt idx="4311">
                  <c:v>4.5</c:v>
                </c:pt>
                <c:pt idx="4312">
                  <c:v>5.8</c:v>
                </c:pt>
                <c:pt idx="4313">
                  <c:v>6</c:v>
                </c:pt>
                <c:pt idx="4314">
                  <c:v>5.2</c:v>
                </c:pt>
                <c:pt idx="4315">
                  <c:v>4.5</c:v>
                </c:pt>
                <c:pt idx="4316">
                  <c:v>9</c:v>
                </c:pt>
                <c:pt idx="4317">
                  <c:v>9</c:v>
                </c:pt>
                <c:pt idx="4318">
                  <c:v>7.4</c:v>
                </c:pt>
                <c:pt idx="4319">
                  <c:v>8.6</c:v>
                </c:pt>
                <c:pt idx="4320">
                  <c:v>8.5</c:v>
                </c:pt>
                <c:pt idx="4321">
                  <c:v>7.7</c:v>
                </c:pt>
                <c:pt idx="4322">
                  <c:v>4.3</c:v>
                </c:pt>
                <c:pt idx="4323">
                  <c:v>6.2</c:v>
                </c:pt>
                <c:pt idx="4324">
                  <c:v>7.5</c:v>
                </c:pt>
                <c:pt idx="4325">
                  <c:v>4.3</c:v>
                </c:pt>
                <c:pt idx="4326">
                  <c:v>5.3</c:v>
                </c:pt>
                <c:pt idx="4327">
                  <c:v>6.3</c:v>
                </c:pt>
                <c:pt idx="4328">
                  <c:v>4.5999999999999996</c:v>
                </c:pt>
                <c:pt idx="4329">
                  <c:v>6.1</c:v>
                </c:pt>
                <c:pt idx="4330">
                  <c:v>9.6</c:v>
                </c:pt>
                <c:pt idx="4331">
                  <c:v>7.5</c:v>
                </c:pt>
                <c:pt idx="4332">
                  <c:v>7.3</c:v>
                </c:pt>
                <c:pt idx="4333">
                  <c:v>8.9</c:v>
                </c:pt>
                <c:pt idx="4334">
                  <c:v>4.7</c:v>
                </c:pt>
                <c:pt idx="4335">
                  <c:v>7.4</c:v>
                </c:pt>
                <c:pt idx="4336">
                  <c:v>7.7</c:v>
                </c:pt>
                <c:pt idx="4337">
                  <c:v>8.6999999999999993</c:v>
                </c:pt>
                <c:pt idx="4338">
                  <c:v>9.1</c:v>
                </c:pt>
                <c:pt idx="4339">
                  <c:v>9.9</c:v>
                </c:pt>
                <c:pt idx="4340">
                  <c:v>5.7</c:v>
                </c:pt>
                <c:pt idx="4341">
                  <c:v>6.7</c:v>
                </c:pt>
                <c:pt idx="4342">
                  <c:v>9</c:v>
                </c:pt>
                <c:pt idx="4343">
                  <c:v>9.9</c:v>
                </c:pt>
                <c:pt idx="4344">
                  <c:v>6</c:v>
                </c:pt>
                <c:pt idx="4345">
                  <c:v>4.8</c:v>
                </c:pt>
                <c:pt idx="4346">
                  <c:v>8</c:v>
                </c:pt>
                <c:pt idx="4347">
                  <c:v>4.2</c:v>
                </c:pt>
                <c:pt idx="4348">
                  <c:v>5.7</c:v>
                </c:pt>
                <c:pt idx="4349">
                  <c:v>9</c:v>
                </c:pt>
                <c:pt idx="4350">
                  <c:v>6.7</c:v>
                </c:pt>
                <c:pt idx="4351">
                  <c:v>7.4</c:v>
                </c:pt>
                <c:pt idx="4352">
                  <c:v>8.8000000000000007</c:v>
                </c:pt>
                <c:pt idx="4353">
                  <c:v>7.7</c:v>
                </c:pt>
                <c:pt idx="4354">
                  <c:v>5.4</c:v>
                </c:pt>
                <c:pt idx="4355">
                  <c:v>4.8</c:v>
                </c:pt>
                <c:pt idx="4356">
                  <c:v>4.4000000000000004</c:v>
                </c:pt>
                <c:pt idx="4357">
                  <c:v>6.2</c:v>
                </c:pt>
                <c:pt idx="4358">
                  <c:v>4.9000000000000004</c:v>
                </c:pt>
                <c:pt idx="4359">
                  <c:v>4.4000000000000004</c:v>
                </c:pt>
                <c:pt idx="4360">
                  <c:v>6.4</c:v>
                </c:pt>
                <c:pt idx="4361">
                  <c:v>8.5</c:v>
                </c:pt>
                <c:pt idx="4362">
                  <c:v>8.1</c:v>
                </c:pt>
                <c:pt idx="4363">
                  <c:v>8.8000000000000007</c:v>
                </c:pt>
                <c:pt idx="4364">
                  <c:v>9.3000000000000007</c:v>
                </c:pt>
                <c:pt idx="4365">
                  <c:v>6.7</c:v>
                </c:pt>
                <c:pt idx="4366">
                  <c:v>8.8000000000000007</c:v>
                </c:pt>
                <c:pt idx="4367">
                  <c:v>7.3</c:v>
                </c:pt>
                <c:pt idx="4368">
                  <c:v>4.9000000000000004</c:v>
                </c:pt>
                <c:pt idx="4369">
                  <c:v>4.0999999999999996</c:v>
                </c:pt>
                <c:pt idx="4370">
                  <c:v>7</c:v>
                </c:pt>
                <c:pt idx="4371">
                  <c:v>8.1</c:v>
                </c:pt>
                <c:pt idx="4372">
                  <c:v>8.6</c:v>
                </c:pt>
                <c:pt idx="4373">
                  <c:v>7.1</c:v>
                </c:pt>
                <c:pt idx="4374">
                  <c:v>4.3</c:v>
                </c:pt>
                <c:pt idx="4375">
                  <c:v>6.7</c:v>
                </c:pt>
                <c:pt idx="4376">
                  <c:v>8.6999999999999993</c:v>
                </c:pt>
                <c:pt idx="4377">
                  <c:v>8.8000000000000007</c:v>
                </c:pt>
                <c:pt idx="4378">
                  <c:v>8.5</c:v>
                </c:pt>
                <c:pt idx="4379">
                  <c:v>5.2</c:v>
                </c:pt>
                <c:pt idx="4380">
                  <c:v>6</c:v>
                </c:pt>
                <c:pt idx="4381">
                  <c:v>6.6</c:v>
                </c:pt>
                <c:pt idx="4382">
                  <c:v>5.3</c:v>
                </c:pt>
                <c:pt idx="4383">
                  <c:v>8.1999999999999993</c:v>
                </c:pt>
                <c:pt idx="4384">
                  <c:v>4.9000000000000004</c:v>
                </c:pt>
                <c:pt idx="4385">
                  <c:v>9.4</c:v>
                </c:pt>
                <c:pt idx="4386">
                  <c:v>9.1</c:v>
                </c:pt>
                <c:pt idx="4387">
                  <c:v>7.3</c:v>
                </c:pt>
                <c:pt idx="4388">
                  <c:v>4.9000000000000004</c:v>
                </c:pt>
                <c:pt idx="4389">
                  <c:v>9.8000000000000007</c:v>
                </c:pt>
                <c:pt idx="4390">
                  <c:v>9</c:v>
                </c:pt>
                <c:pt idx="4391">
                  <c:v>9.3000000000000007</c:v>
                </c:pt>
                <c:pt idx="4392">
                  <c:v>6.4</c:v>
                </c:pt>
                <c:pt idx="4393">
                  <c:v>5.5</c:v>
                </c:pt>
                <c:pt idx="4394">
                  <c:v>4</c:v>
                </c:pt>
                <c:pt idx="4395">
                  <c:v>9.5</c:v>
                </c:pt>
                <c:pt idx="4396">
                  <c:v>6.8</c:v>
                </c:pt>
                <c:pt idx="4397">
                  <c:v>4.5</c:v>
                </c:pt>
                <c:pt idx="4398">
                  <c:v>6.3</c:v>
                </c:pt>
                <c:pt idx="4399">
                  <c:v>5.4</c:v>
                </c:pt>
                <c:pt idx="4400">
                  <c:v>7.3</c:v>
                </c:pt>
                <c:pt idx="4401">
                  <c:v>6.9</c:v>
                </c:pt>
                <c:pt idx="4402">
                  <c:v>8.6999999999999993</c:v>
                </c:pt>
                <c:pt idx="4403">
                  <c:v>5.9</c:v>
                </c:pt>
                <c:pt idx="4404">
                  <c:v>8</c:v>
                </c:pt>
                <c:pt idx="4405">
                  <c:v>5</c:v>
                </c:pt>
                <c:pt idx="4406">
                  <c:v>6.3</c:v>
                </c:pt>
                <c:pt idx="4407">
                  <c:v>6.1</c:v>
                </c:pt>
                <c:pt idx="4408">
                  <c:v>8.5</c:v>
                </c:pt>
                <c:pt idx="4409">
                  <c:v>9.1</c:v>
                </c:pt>
                <c:pt idx="4410">
                  <c:v>6.5</c:v>
                </c:pt>
                <c:pt idx="4411">
                  <c:v>4.5999999999999996</c:v>
                </c:pt>
                <c:pt idx="4412">
                  <c:v>8.9</c:v>
                </c:pt>
                <c:pt idx="4413">
                  <c:v>8.9</c:v>
                </c:pt>
                <c:pt idx="4414">
                  <c:v>5.8</c:v>
                </c:pt>
                <c:pt idx="4415">
                  <c:v>5.6</c:v>
                </c:pt>
                <c:pt idx="4416">
                  <c:v>6.5</c:v>
                </c:pt>
                <c:pt idx="4417">
                  <c:v>8.6999999999999993</c:v>
                </c:pt>
                <c:pt idx="4418">
                  <c:v>8.1999999999999993</c:v>
                </c:pt>
                <c:pt idx="4419">
                  <c:v>9.3000000000000007</c:v>
                </c:pt>
                <c:pt idx="4420">
                  <c:v>4.5999999999999996</c:v>
                </c:pt>
                <c:pt idx="4421">
                  <c:v>7.8</c:v>
                </c:pt>
                <c:pt idx="4422">
                  <c:v>9</c:v>
                </c:pt>
                <c:pt idx="4423">
                  <c:v>7.6</c:v>
                </c:pt>
                <c:pt idx="4424">
                  <c:v>6</c:v>
                </c:pt>
                <c:pt idx="4425">
                  <c:v>7.7</c:v>
                </c:pt>
                <c:pt idx="4426">
                  <c:v>8.1999999999999993</c:v>
                </c:pt>
                <c:pt idx="4427">
                  <c:v>4.5</c:v>
                </c:pt>
                <c:pt idx="4428">
                  <c:v>8.4</c:v>
                </c:pt>
                <c:pt idx="4429">
                  <c:v>7</c:v>
                </c:pt>
                <c:pt idx="4430">
                  <c:v>9.8000000000000007</c:v>
                </c:pt>
                <c:pt idx="4431">
                  <c:v>8.5</c:v>
                </c:pt>
                <c:pt idx="4432">
                  <c:v>4.0999999999999996</c:v>
                </c:pt>
                <c:pt idx="4433">
                  <c:v>4.7</c:v>
                </c:pt>
                <c:pt idx="4434">
                  <c:v>8.5</c:v>
                </c:pt>
                <c:pt idx="4435">
                  <c:v>5.6</c:v>
                </c:pt>
                <c:pt idx="4436">
                  <c:v>5.6</c:v>
                </c:pt>
                <c:pt idx="4437">
                  <c:v>8.6999999999999993</c:v>
                </c:pt>
                <c:pt idx="4438">
                  <c:v>5.2</c:v>
                </c:pt>
                <c:pt idx="4439">
                  <c:v>6.5</c:v>
                </c:pt>
                <c:pt idx="4440">
                  <c:v>8.9</c:v>
                </c:pt>
                <c:pt idx="4441">
                  <c:v>8.9</c:v>
                </c:pt>
                <c:pt idx="4442">
                  <c:v>6.2</c:v>
                </c:pt>
                <c:pt idx="4443">
                  <c:v>8.8000000000000007</c:v>
                </c:pt>
                <c:pt idx="4444">
                  <c:v>7.5</c:v>
                </c:pt>
                <c:pt idx="4445">
                  <c:v>5.4</c:v>
                </c:pt>
                <c:pt idx="4446">
                  <c:v>6.5</c:v>
                </c:pt>
                <c:pt idx="4447">
                  <c:v>4.3</c:v>
                </c:pt>
                <c:pt idx="4448">
                  <c:v>9.6</c:v>
                </c:pt>
                <c:pt idx="4449">
                  <c:v>7.3</c:v>
                </c:pt>
                <c:pt idx="4450">
                  <c:v>4.9000000000000004</c:v>
                </c:pt>
                <c:pt idx="4451">
                  <c:v>4.5999999999999996</c:v>
                </c:pt>
                <c:pt idx="4452">
                  <c:v>9.4</c:v>
                </c:pt>
                <c:pt idx="4453">
                  <c:v>9</c:v>
                </c:pt>
                <c:pt idx="4454">
                  <c:v>9.3000000000000007</c:v>
                </c:pt>
                <c:pt idx="4455">
                  <c:v>4.0999999999999996</c:v>
                </c:pt>
                <c:pt idx="4456">
                  <c:v>5.3</c:v>
                </c:pt>
                <c:pt idx="4457">
                  <c:v>5</c:v>
                </c:pt>
                <c:pt idx="4458">
                  <c:v>6.9</c:v>
                </c:pt>
                <c:pt idx="4459">
                  <c:v>5.4</c:v>
                </c:pt>
                <c:pt idx="4460">
                  <c:v>5.9</c:v>
                </c:pt>
                <c:pt idx="4461">
                  <c:v>5.6</c:v>
                </c:pt>
                <c:pt idx="4462">
                  <c:v>6.9</c:v>
                </c:pt>
                <c:pt idx="4463">
                  <c:v>5.6</c:v>
                </c:pt>
                <c:pt idx="4464">
                  <c:v>9.3000000000000007</c:v>
                </c:pt>
                <c:pt idx="4465">
                  <c:v>5.7</c:v>
                </c:pt>
                <c:pt idx="4466">
                  <c:v>8.3000000000000007</c:v>
                </c:pt>
                <c:pt idx="4467">
                  <c:v>7.7</c:v>
                </c:pt>
                <c:pt idx="4468">
                  <c:v>8.6999999999999993</c:v>
                </c:pt>
                <c:pt idx="4469">
                  <c:v>9.6</c:v>
                </c:pt>
                <c:pt idx="4470">
                  <c:v>5.7</c:v>
                </c:pt>
                <c:pt idx="4471">
                  <c:v>9.8000000000000007</c:v>
                </c:pt>
                <c:pt idx="4472">
                  <c:v>9.3000000000000007</c:v>
                </c:pt>
                <c:pt idx="4473">
                  <c:v>9.4</c:v>
                </c:pt>
                <c:pt idx="4474">
                  <c:v>7.5</c:v>
                </c:pt>
                <c:pt idx="4475">
                  <c:v>7.3</c:v>
                </c:pt>
                <c:pt idx="4476">
                  <c:v>9.5</c:v>
                </c:pt>
                <c:pt idx="4477">
                  <c:v>9.1</c:v>
                </c:pt>
                <c:pt idx="4478">
                  <c:v>8.6</c:v>
                </c:pt>
                <c:pt idx="4479">
                  <c:v>9.8000000000000007</c:v>
                </c:pt>
                <c:pt idx="4480">
                  <c:v>8.4</c:v>
                </c:pt>
                <c:pt idx="4481">
                  <c:v>8.9</c:v>
                </c:pt>
                <c:pt idx="4482">
                  <c:v>5.9</c:v>
                </c:pt>
                <c:pt idx="4483">
                  <c:v>5.8</c:v>
                </c:pt>
                <c:pt idx="4484">
                  <c:v>6.7</c:v>
                </c:pt>
                <c:pt idx="4485">
                  <c:v>9</c:v>
                </c:pt>
                <c:pt idx="4486">
                  <c:v>8.8000000000000007</c:v>
                </c:pt>
                <c:pt idx="4487">
                  <c:v>7.1</c:v>
                </c:pt>
                <c:pt idx="4488">
                  <c:v>5.6</c:v>
                </c:pt>
                <c:pt idx="4489">
                  <c:v>5.8</c:v>
                </c:pt>
                <c:pt idx="4490">
                  <c:v>4.4000000000000004</c:v>
                </c:pt>
                <c:pt idx="4491">
                  <c:v>8.5</c:v>
                </c:pt>
                <c:pt idx="4492">
                  <c:v>6.5</c:v>
                </c:pt>
                <c:pt idx="4493">
                  <c:v>4.7</c:v>
                </c:pt>
                <c:pt idx="4494">
                  <c:v>4.9000000000000004</c:v>
                </c:pt>
                <c:pt idx="4495">
                  <c:v>9.3000000000000007</c:v>
                </c:pt>
                <c:pt idx="4496">
                  <c:v>7</c:v>
                </c:pt>
                <c:pt idx="4497">
                  <c:v>7.8</c:v>
                </c:pt>
                <c:pt idx="4498">
                  <c:v>7.4</c:v>
                </c:pt>
                <c:pt idx="4499">
                  <c:v>8.6</c:v>
                </c:pt>
                <c:pt idx="4500">
                  <c:v>9.3000000000000007</c:v>
                </c:pt>
                <c:pt idx="4501">
                  <c:v>8.5</c:v>
                </c:pt>
                <c:pt idx="4502">
                  <c:v>8.1</c:v>
                </c:pt>
                <c:pt idx="4503">
                  <c:v>8.5</c:v>
                </c:pt>
                <c:pt idx="4504">
                  <c:v>6.2</c:v>
                </c:pt>
                <c:pt idx="4505">
                  <c:v>4.3</c:v>
                </c:pt>
                <c:pt idx="4506">
                  <c:v>6.2</c:v>
                </c:pt>
                <c:pt idx="4507">
                  <c:v>6.8</c:v>
                </c:pt>
                <c:pt idx="4508">
                  <c:v>9.9</c:v>
                </c:pt>
                <c:pt idx="4509">
                  <c:v>4.5999999999999996</c:v>
                </c:pt>
                <c:pt idx="4510">
                  <c:v>7.8</c:v>
                </c:pt>
                <c:pt idx="4511">
                  <c:v>6.7</c:v>
                </c:pt>
                <c:pt idx="4512">
                  <c:v>7.9</c:v>
                </c:pt>
                <c:pt idx="4513">
                  <c:v>7</c:v>
                </c:pt>
                <c:pt idx="4514">
                  <c:v>8.5</c:v>
                </c:pt>
                <c:pt idx="4515">
                  <c:v>4.5</c:v>
                </c:pt>
                <c:pt idx="4516">
                  <c:v>5.6</c:v>
                </c:pt>
                <c:pt idx="4517">
                  <c:v>8.1</c:v>
                </c:pt>
                <c:pt idx="4518">
                  <c:v>8.1999999999999993</c:v>
                </c:pt>
                <c:pt idx="4519">
                  <c:v>8.5</c:v>
                </c:pt>
                <c:pt idx="4520">
                  <c:v>9.6999999999999993</c:v>
                </c:pt>
                <c:pt idx="4521">
                  <c:v>8.6</c:v>
                </c:pt>
                <c:pt idx="4522">
                  <c:v>8.6999999999999993</c:v>
                </c:pt>
                <c:pt idx="4523">
                  <c:v>9.6999999999999993</c:v>
                </c:pt>
                <c:pt idx="4524">
                  <c:v>8.9</c:v>
                </c:pt>
                <c:pt idx="4525">
                  <c:v>4.8</c:v>
                </c:pt>
                <c:pt idx="4526">
                  <c:v>8.5</c:v>
                </c:pt>
                <c:pt idx="4527">
                  <c:v>8.1999999999999993</c:v>
                </c:pt>
                <c:pt idx="4528">
                  <c:v>5.4</c:v>
                </c:pt>
                <c:pt idx="4529">
                  <c:v>5.3</c:v>
                </c:pt>
                <c:pt idx="4530">
                  <c:v>4.5</c:v>
                </c:pt>
                <c:pt idx="4531">
                  <c:v>4.5</c:v>
                </c:pt>
                <c:pt idx="4532">
                  <c:v>8.8000000000000007</c:v>
                </c:pt>
                <c:pt idx="4533">
                  <c:v>4</c:v>
                </c:pt>
                <c:pt idx="4534">
                  <c:v>5.0999999999999996</c:v>
                </c:pt>
                <c:pt idx="4535">
                  <c:v>6.3</c:v>
                </c:pt>
                <c:pt idx="4536">
                  <c:v>5.4</c:v>
                </c:pt>
                <c:pt idx="4537">
                  <c:v>7.5</c:v>
                </c:pt>
                <c:pt idx="4538">
                  <c:v>9.6999999999999993</c:v>
                </c:pt>
                <c:pt idx="4539">
                  <c:v>4.4000000000000004</c:v>
                </c:pt>
                <c:pt idx="4540">
                  <c:v>9.8000000000000007</c:v>
                </c:pt>
                <c:pt idx="4541">
                  <c:v>6.5</c:v>
                </c:pt>
                <c:pt idx="4542">
                  <c:v>7.3</c:v>
                </c:pt>
                <c:pt idx="4543">
                  <c:v>7.6</c:v>
                </c:pt>
                <c:pt idx="4544">
                  <c:v>5.0999999999999996</c:v>
                </c:pt>
                <c:pt idx="4545">
                  <c:v>8.1999999999999993</c:v>
                </c:pt>
                <c:pt idx="4546">
                  <c:v>9.1999999999999993</c:v>
                </c:pt>
                <c:pt idx="4547">
                  <c:v>4.5</c:v>
                </c:pt>
                <c:pt idx="4548">
                  <c:v>9.6999999999999993</c:v>
                </c:pt>
                <c:pt idx="4549">
                  <c:v>6</c:v>
                </c:pt>
                <c:pt idx="4550">
                  <c:v>8.4</c:v>
                </c:pt>
                <c:pt idx="4551">
                  <c:v>4.8</c:v>
                </c:pt>
                <c:pt idx="4552">
                  <c:v>7.3</c:v>
                </c:pt>
                <c:pt idx="4553">
                  <c:v>7.1</c:v>
                </c:pt>
                <c:pt idx="4554">
                  <c:v>8.6999999999999993</c:v>
                </c:pt>
                <c:pt idx="4555">
                  <c:v>9.5</c:v>
                </c:pt>
                <c:pt idx="4556">
                  <c:v>5.5</c:v>
                </c:pt>
                <c:pt idx="4557">
                  <c:v>7.7</c:v>
                </c:pt>
                <c:pt idx="4558">
                  <c:v>9.4</c:v>
                </c:pt>
                <c:pt idx="4559">
                  <c:v>5.4</c:v>
                </c:pt>
                <c:pt idx="4560">
                  <c:v>6.2</c:v>
                </c:pt>
                <c:pt idx="4561">
                  <c:v>6.7</c:v>
                </c:pt>
                <c:pt idx="4562">
                  <c:v>8.5</c:v>
                </c:pt>
                <c:pt idx="4563">
                  <c:v>8.3000000000000007</c:v>
                </c:pt>
                <c:pt idx="4564">
                  <c:v>8.1</c:v>
                </c:pt>
                <c:pt idx="4565">
                  <c:v>6.7</c:v>
                </c:pt>
                <c:pt idx="4566">
                  <c:v>6</c:v>
                </c:pt>
                <c:pt idx="4567">
                  <c:v>4.2</c:v>
                </c:pt>
                <c:pt idx="4568">
                  <c:v>8.6</c:v>
                </c:pt>
                <c:pt idx="4569">
                  <c:v>9.6999999999999993</c:v>
                </c:pt>
                <c:pt idx="4570">
                  <c:v>4.2</c:v>
                </c:pt>
                <c:pt idx="4571">
                  <c:v>6.5</c:v>
                </c:pt>
                <c:pt idx="4572">
                  <c:v>4.4000000000000004</c:v>
                </c:pt>
                <c:pt idx="4573">
                  <c:v>7.8</c:v>
                </c:pt>
                <c:pt idx="4574">
                  <c:v>7.5</c:v>
                </c:pt>
                <c:pt idx="4575">
                  <c:v>7.3</c:v>
                </c:pt>
                <c:pt idx="4576">
                  <c:v>7.6</c:v>
                </c:pt>
                <c:pt idx="4577">
                  <c:v>10</c:v>
                </c:pt>
                <c:pt idx="4578">
                  <c:v>7.1</c:v>
                </c:pt>
                <c:pt idx="4579">
                  <c:v>5.2</c:v>
                </c:pt>
                <c:pt idx="4580">
                  <c:v>6.5</c:v>
                </c:pt>
                <c:pt idx="4581">
                  <c:v>9.4</c:v>
                </c:pt>
                <c:pt idx="4582">
                  <c:v>7.2</c:v>
                </c:pt>
                <c:pt idx="4583">
                  <c:v>9.1999999999999993</c:v>
                </c:pt>
                <c:pt idx="4584">
                  <c:v>5.7</c:v>
                </c:pt>
                <c:pt idx="4585">
                  <c:v>5.9</c:v>
                </c:pt>
                <c:pt idx="4586">
                  <c:v>4.7</c:v>
                </c:pt>
                <c:pt idx="4587">
                  <c:v>8.6</c:v>
                </c:pt>
                <c:pt idx="4588">
                  <c:v>8.8000000000000007</c:v>
                </c:pt>
                <c:pt idx="4589">
                  <c:v>7</c:v>
                </c:pt>
                <c:pt idx="4590">
                  <c:v>6.2</c:v>
                </c:pt>
                <c:pt idx="4591">
                  <c:v>5.2</c:v>
                </c:pt>
                <c:pt idx="4592">
                  <c:v>9.4</c:v>
                </c:pt>
                <c:pt idx="4593">
                  <c:v>4.8</c:v>
                </c:pt>
                <c:pt idx="4594">
                  <c:v>8.6</c:v>
                </c:pt>
                <c:pt idx="4595">
                  <c:v>8.5</c:v>
                </c:pt>
                <c:pt idx="4596">
                  <c:v>8.1</c:v>
                </c:pt>
                <c:pt idx="4597">
                  <c:v>5.2</c:v>
                </c:pt>
                <c:pt idx="4598">
                  <c:v>8.6</c:v>
                </c:pt>
                <c:pt idx="4599">
                  <c:v>9.6</c:v>
                </c:pt>
                <c:pt idx="4600">
                  <c:v>7.6</c:v>
                </c:pt>
                <c:pt idx="4601">
                  <c:v>8.5</c:v>
                </c:pt>
                <c:pt idx="4602">
                  <c:v>8.3000000000000007</c:v>
                </c:pt>
                <c:pt idx="4603">
                  <c:v>4.5</c:v>
                </c:pt>
                <c:pt idx="4604">
                  <c:v>6.4</c:v>
                </c:pt>
                <c:pt idx="4605">
                  <c:v>8.4</c:v>
                </c:pt>
                <c:pt idx="4606">
                  <c:v>4.4000000000000004</c:v>
                </c:pt>
                <c:pt idx="4607">
                  <c:v>4.5</c:v>
                </c:pt>
                <c:pt idx="4608">
                  <c:v>8.1999999999999993</c:v>
                </c:pt>
                <c:pt idx="4609">
                  <c:v>6.5</c:v>
                </c:pt>
                <c:pt idx="4610">
                  <c:v>4.5999999999999996</c:v>
                </c:pt>
                <c:pt idx="4611">
                  <c:v>5.6</c:v>
                </c:pt>
                <c:pt idx="4612">
                  <c:v>7.9</c:v>
                </c:pt>
                <c:pt idx="4613">
                  <c:v>5.8</c:v>
                </c:pt>
                <c:pt idx="4614">
                  <c:v>5.6</c:v>
                </c:pt>
                <c:pt idx="4615">
                  <c:v>6.8</c:v>
                </c:pt>
                <c:pt idx="4616">
                  <c:v>5.5</c:v>
                </c:pt>
                <c:pt idx="4617">
                  <c:v>8.3000000000000007</c:v>
                </c:pt>
                <c:pt idx="4618">
                  <c:v>9.1999999999999993</c:v>
                </c:pt>
                <c:pt idx="4619">
                  <c:v>5.6</c:v>
                </c:pt>
                <c:pt idx="4620">
                  <c:v>4.0999999999999996</c:v>
                </c:pt>
                <c:pt idx="4621">
                  <c:v>6.6</c:v>
                </c:pt>
                <c:pt idx="4622">
                  <c:v>5.0999999999999996</c:v>
                </c:pt>
                <c:pt idx="4623">
                  <c:v>7.5</c:v>
                </c:pt>
                <c:pt idx="4624">
                  <c:v>6.2</c:v>
                </c:pt>
                <c:pt idx="4625">
                  <c:v>8.6</c:v>
                </c:pt>
                <c:pt idx="4626">
                  <c:v>8.8000000000000007</c:v>
                </c:pt>
                <c:pt idx="4627">
                  <c:v>8.8000000000000007</c:v>
                </c:pt>
                <c:pt idx="4628">
                  <c:v>4.7</c:v>
                </c:pt>
                <c:pt idx="4629">
                  <c:v>7.7</c:v>
                </c:pt>
                <c:pt idx="4630">
                  <c:v>9.5</c:v>
                </c:pt>
                <c:pt idx="4631">
                  <c:v>7.6</c:v>
                </c:pt>
                <c:pt idx="4632">
                  <c:v>9.1999999999999993</c:v>
                </c:pt>
                <c:pt idx="4633">
                  <c:v>8.1999999999999993</c:v>
                </c:pt>
                <c:pt idx="4634">
                  <c:v>4.0999999999999996</c:v>
                </c:pt>
                <c:pt idx="4635">
                  <c:v>8.6999999999999993</c:v>
                </c:pt>
                <c:pt idx="4636">
                  <c:v>7.2</c:v>
                </c:pt>
                <c:pt idx="4637">
                  <c:v>7.2</c:v>
                </c:pt>
                <c:pt idx="4638">
                  <c:v>5.0999999999999996</c:v>
                </c:pt>
                <c:pt idx="4639">
                  <c:v>6.8</c:v>
                </c:pt>
                <c:pt idx="4640">
                  <c:v>6.5</c:v>
                </c:pt>
                <c:pt idx="4641">
                  <c:v>8.1</c:v>
                </c:pt>
                <c:pt idx="4642">
                  <c:v>9.4</c:v>
                </c:pt>
                <c:pt idx="4643">
                  <c:v>6.2</c:v>
                </c:pt>
                <c:pt idx="4644">
                  <c:v>6.9</c:v>
                </c:pt>
                <c:pt idx="4645">
                  <c:v>9.1</c:v>
                </c:pt>
                <c:pt idx="4646">
                  <c:v>8.6</c:v>
                </c:pt>
                <c:pt idx="4647">
                  <c:v>4.7</c:v>
                </c:pt>
                <c:pt idx="4648">
                  <c:v>8.6</c:v>
                </c:pt>
                <c:pt idx="4649">
                  <c:v>5.7</c:v>
                </c:pt>
                <c:pt idx="4650">
                  <c:v>5.9</c:v>
                </c:pt>
                <c:pt idx="4651">
                  <c:v>5.5</c:v>
                </c:pt>
                <c:pt idx="4652">
                  <c:v>9.3000000000000007</c:v>
                </c:pt>
                <c:pt idx="4653">
                  <c:v>7.1</c:v>
                </c:pt>
                <c:pt idx="4654">
                  <c:v>8</c:v>
                </c:pt>
                <c:pt idx="4655">
                  <c:v>9.3000000000000007</c:v>
                </c:pt>
                <c:pt idx="4656">
                  <c:v>6.9</c:v>
                </c:pt>
                <c:pt idx="4657">
                  <c:v>6.1</c:v>
                </c:pt>
                <c:pt idx="4658">
                  <c:v>6.9</c:v>
                </c:pt>
                <c:pt idx="4659">
                  <c:v>5.6</c:v>
                </c:pt>
                <c:pt idx="4660">
                  <c:v>7.5</c:v>
                </c:pt>
                <c:pt idx="4661">
                  <c:v>6.2</c:v>
                </c:pt>
                <c:pt idx="4662">
                  <c:v>6.9</c:v>
                </c:pt>
                <c:pt idx="4663">
                  <c:v>8</c:v>
                </c:pt>
                <c:pt idx="4664">
                  <c:v>8.9</c:v>
                </c:pt>
                <c:pt idx="4665">
                  <c:v>7.5</c:v>
                </c:pt>
                <c:pt idx="4666">
                  <c:v>5.2</c:v>
                </c:pt>
                <c:pt idx="4667">
                  <c:v>5.2</c:v>
                </c:pt>
                <c:pt idx="4668">
                  <c:v>8.5</c:v>
                </c:pt>
                <c:pt idx="4669">
                  <c:v>9.6</c:v>
                </c:pt>
                <c:pt idx="4670">
                  <c:v>4.9000000000000004</c:v>
                </c:pt>
                <c:pt idx="4671">
                  <c:v>6</c:v>
                </c:pt>
                <c:pt idx="4672">
                  <c:v>5.3</c:v>
                </c:pt>
                <c:pt idx="4673">
                  <c:v>4.8</c:v>
                </c:pt>
                <c:pt idx="4674">
                  <c:v>6.5</c:v>
                </c:pt>
                <c:pt idx="4675">
                  <c:v>8.3000000000000007</c:v>
                </c:pt>
                <c:pt idx="4676">
                  <c:v>6.2</c:v>
                </c:pt>
                <c:pt idx="4677">
                  <c:v>5.9</c:v>
                </c:pt>
                <c:pt idx="4678">
                  <c:v>6.7</c:v>
                </c:pt>
                <c:pt idx="4679">
                  <c:v>9.6999999999999993</c:v>
                </c:pt>
                <c:pt idx="4680">
                  <c:v>4.8</c:v>
                </c:pt>
                <c:pt idx="4681">
                  <c:v>6.8</c:v>
                </c:pt>
                <c:pt idx="4682">
                  <c:v>5.8</c:v>
                </c:pt>
                <c:pt idx="4683">
                  <c:v>6.9</c:v>
                </c:pt>
                <c:pt idx="4684">
                  <c:v>9.1999999999999993</c:v>
                </c:pt>
                <c:pt idx="4685">
                  <c:v>7.3</c:v>
                </c:pt>
                <c:pt idx="4686">
                  <c:v>5.0999999999999996</c:v>
                </c:pt>
                <c:pt idx="4687">
                  <c:v>5.6</c:v>
                </c:pt>
                <c:pt idx="4688">
                  <c:v>6.7</c:v>
                </c:pt>
                <c:pt idx="4689">
                  <c:v>4.0999999999999996</c:v>
                </c:pt>
                <c:pt idx="4690">
                  <c:v>8.4</c:v>
                </c:pt>
                <c:pt idx="4691">
                  <c:v>4.4000000000000004</c:v>
                </c:pt>
                <c:pt idx="4692">
                  <c:v>5.9</c:v>
                </c:pt>
                <c:pt idx="4693">
                  <c:v>5.4</c:v>
                </c:pt>
                <c:pt idx="4694">
                  <c:v>7.2</c:v>
                </c:pt>
                <c:pt idx="4695">
                  <c:v>8.5</c:v>
                </c:pt>
                <c:pt idx="4696">
                  <c:v>7.3</c:v>
                </c:pt>
                <c:pt idx="4697">
                  <c:v>5</c:v>
                </c:pt>
                <c:pt idx="4698">
                  <c:v>4.0999999999999996</c:v>
                </c:pt>
                <c:pt idx="4699">
                  <c:v>6.8</c:v>
                </c:pt>
                <c:pt idx="4700">
                  <c:v>4.2</c:v>
                </c:pt>
                <c:pt idx="4701">
                  <c:v>9.3000000000000007</c:v>
                </c:pt>
                <c:pt idx="4702">
                  <c:v>9.3000000000000007</c:v>
                </c:pt>
                <c:pt idx="4703">
                  <c:v>7</c:v>
                </c:pt>
                <c:pt idx="4704">
                  <c:v>9.4</c:v>
                </c:pt>
                <c:pt idx="4705">
                  <c:v>6.6</c:v>
                </c:pt>
                <c:pt idx="4706">
                  <c:v>4.3</c:v>
                </c:pt>
                <c:pt idx="4707">
                  <c:v>7.5</c:v>
                </c:pt>
                <c:pt idx="4708">
                  <c:v>4.4000000000000004</c:v>
                </c:pt>
                <c:pt idx="4709">
                  <c:v>7.5</c:v>
                </c:pt>
                <c:pt idx="4710">
                  <c:v>8.8000000000000007</c:v>
                </c:pt>
                <c:pt idx="4711">
                  <c:v>4.8</c:v>
                </c:pt>
                <c:pt idx="4712">
                  <c:v>9</c:v>
                </c:pt>
                <c:pt idx="4713">
                  <c:v>7</c:v>
                </c:pt>
                <c:pt idx="4714">
                  <c:v>7.7</c:v>
                </c:pt>
                <c:pt idx="4715">
                  <c:v>7.5</c:v>
                </c:pt>
                <c:pt idx="4716">
                  <c:v>5.9</c:v>
                </c:pt>
                <c:pt idx="4717">
                  <c:v>6.6</c:v>
                </c:pt>
                <c:pt idx="4718">
                  <c:v>5.8</c:v>
                </c:pt>
                <c:pt idx="4719">
                  <c:v>7.2</c:v>
                </c:pt>
                <c:pt idx="4720">
                  <c:v>9.9</c:v>
                </c:pt>
                <c:pt idx="4721">
                  <c:v>8.5</c:v>
                </c:pt>
                <c:pt idx="4722">
                  <c:v>4.5999999999999996</c:v>
                </c:pt>
                <c:pt idx="4723">
                  <c:v>6.3</c:v>
                </c:pt>
                <c:pt idx="4724">
                  <c:v>8.3000000000000007</c:v>
                </c:pt>
                <c:pt idx="4725">
                  <c:v>9.1999999999999993</c:v>
                </c:pt>
                <c:pt idx="4726">
                  <c:v>4.8</c:v>
                </c:pt>
                <c:pt idx="4727">
                  <c:v>4.8</c:v>
                </c:pt>
                <c:pt idx="4728">
                  <c:v>8.9</c:v>
                </c:pt>
                <c:pt idx="4729">
                  <c:v>5</c:v>
                </c:pt>
                <c:pt idx="4730">
                  <c:v>7.4</c:v>
                </c:pt>
                <c:pt idx="4731">
                  <c:v>4.8</c:v>
                </c:pt>
                <c:pt idx="4732">
                  <c:v>7.5</c:v>
                </c:pt>
                <c:pt idx="4733">
                  <c:v>9.6</c:v>
                </c:pt>
                <c:pt idx="4734">
                  <c:v>8.6999999999999993</c:v>
                </c:pt>
                <c:pt idx="4735">
                  <c:v>7.8</c:v>
                </c:pt>
                <c:pt idx="4736">
                  <c:v>7.6</c:v>
                </c:pt>
                <c:pt idx="4737">
                  <c:v>8.4</c:v>
                </c:pt>
                <c:pt idx="4738">
                  <c:v>9.6999999999999993</c:v>
                </c:pt>
                <c:pt idx="4739">
                  <c:v>6.1</c:v>
                </c:pt>
                <c:pt idx="4740">
                  <c:v>6</c:v>
                </c:pt>
                <c:pt idx="4741">
                  <c:v>6.4</c:v>
                </c:pt>
                <c:pt idx="4742">
                  <c:v>9.9</c:v>
                </c:pt>
                <c:pt idx="4743">
                  <c:v>5.5</c:v>
                </c:pt>
                <c:pt idx="4744">
                  <c:v>5</c:v>
                </c:pt>
                <c:pt idx="4745">
                  <c:v>4.5999999999999996</c:v>
                </c:pt>
                <c:pt idx="4746">
                  <c:v>4.9000000000000004</c:v>
                </c:pt>
                <c:pt idx="4747">
                  <c:v>5.3</c:v>
                </c:pt>
                <c:pt idx="4748">
                  <c:v>8.1999999999999993</c:v>
                </c:pt>
                <c:pt idx="4749">
                  <c:v>7.5</c:v>
                </c:pt>
                <c:pt idx="4750">
                  <c:v>4.2</c:v>
                </c:pt>
                <c:pt idx="4751">
                  <c:v>8.5</c:v>
                </c:pt>
                <c:pt idx="4752">
                  <c:v>8</c:v>
                </c:pt>
                <c:pt idx="4753">
                  <c:v>7.9</c:v>
                </c:pt>
                <c:pt idx="4754">
                  <c:v>4.5</c:v>
                </c:pt>
                <c:pt idx="4755">
                  <c:v>5.7</c:v>
                </c:pt>
                <c:pt idx="4756">
                  <c:v>9.1999999999999993</c:v>
                </c:pt>
                <c:pt idx="4757">
                  <c:v>6.9</c:v>
                </c:pt>
                <c:pt idx="4758">
                  <c:v>6.9</c:v>
                </c:pt>
                <c:pt idx="4759">
                  <c:v>7.5</c:v>
                </c:pt>
                <c:pt idx="4760">
                  <c:v>9.5</c:v>
                </c:pt>
                <c:pt idx="4761">
                  <c:v>7.5</c:v>
                </c:pt>
                <c:pt idx="4762">
                  <c:v>9.4</c:v>
                </c:pt>
                <c:pt idx="4763">
                  <c:v>7.6</c:v>
                </c:pt>
                <c:pt idx="4764">
                  <c:v>6.5</c:v>
                </c:pt>
                <c:pt idx="4765">
                  <c:v>6.9</c:v>
                </c:pt>
                <c:pt idx="4766">
                  <c:v>7.8</c:v>
                </c:pt>
                <c:pt idx="4767">
                  <c:v>6.3</c:v>
                </c:pt>
                <c:pt idx="4768">
                  <c:v>5.6</c:v>
                </c:pt>
                <c:pt idx="4769">
                  <c:v>5.3</c:v>
                </c:pt>
                <c:pt idx="4770">
                  <c:v>8.3000000000000007</c:v>
                </c:pt>
                <c:pt idx="4771">
                  <c:v>9.9</c:v>
                </c:pt>
                <c:pt idx="4772">
                  <c:v>9.9</c:v>
                </c:pt>
                <c:pt idx="4773">
                  <c:v>7.2</c:v>
                </c:pt>
                <c:pt idx="4774">
                  <c:v>4.7</c:v>
                </c:pt>
                <c:pt idx="4775">
                  <c:v>5.6</c:v>
                </c:pt>
                <c:pt idx="4776">
                  <c:v>7.5</c:v>
                </c:pt>
                <c:pt idx="4777">
                  <c:v>7.3</c:v>
                </c:pt>
                <c:pt idx="4778">
                  <c:v>5.6</c:v>
                </c:pt>
                <c:pt idx="4779">
                  <c:v>7.4</c:v>
                </c:pt>
                <c:pt idx="4780">
                  <c:v>7.9</c:v>
                </c:pt>
                <c:pt idx="4781">
                  <c:v>4.0999999999999996</c:v>
                </c:pt>
                <c:pt idx="4782">
                  <c:v>5.2</c:v>
                </c:pt>
                <c:pt idx="4783">
                  <c:v>7.5</c:v>
                </c:pt>
                <c:pt idx="4784">
                  <c:v>8.4</c:v>
                </c:pt>
                <c:pt idx="4785">
                  <c:v>6.2</c:v>
                </c:pt>
                <c:pt idx="4786">
                  <c:v>5.0999999999999996</c:v>
                </c:pt>
                <c:pt idx="4787">
                  <c:v>7</c:v>
                </c:pt>
                <c:pt idx="4788">
                  <c:v>4</c:v>
                </c:pt>
                <c:pt idx="4789">
                  <c:v>6.4</c:v>
                </c:pt>
                <c:pt idx="4790">
                  <c:v>5.5</c:v>
                </c:pt>
                <c:pt idx="4791">
                  <c:v>7.3</c:v>
                </c:pt>
                <c:pt idx="4792">
                  <c:v>6.4</c:v>
                </c:pt>
                <c:pt idx="4793">
                  <c:v>7.3</c:v>
                </c:pt>
                <c:pt idx="4794">
                  <c:v>4.5999999999999996</c:v>
                </c:pt>
                <c:pt idx="4795">
                  <c:v>9</c:v>
                </c:pt>
                <c:pt idx="4796">
                  <c:v>8.9</c:v>
                </c:pt>
                <c:pt idx="4797">
                  <c:v>8</c:v>
                </c:pt>
                <c:pt idx="4798">
                  <c:v>6.9</c:v>
                </c:pt>
                <c:pt idx="4799">
                  <c:v>7.1</c:v>
                </c:pt>
                <c:pt idx="4800">
                  <c:v>4.4000000000000004</c:v>
                </c:pt>
                <c:pt idx="4801">
                  <c:v>5.3</c:v>
                </c:pt>
                <c:pt idx="4802">
                  <c:v>8.8000000000000007</c:v>
                </c:pt>
                <c:pt idx="4803">
                  <c:v>5</c:v>
                </c:pt>
                <c:pt idx="4804">
                  <c:v>4.4000000000000004</c:v>
                </c:pt>
                <c:pt idx="4805">
                  <c:v>4.5</c:v>
                </c:pt>
                <c:pt idx="4806">
                  <c:v>7.8</c:v>
                </c:pt>
                <c:pt idx="4807">
                  <c:v>9.6999999999999993</c:v>
                </c:pt>
                <c:pt idx="4808">
                  <c:v>4.2</c:v>
                </c:pt>
                <c:pt idx="4809">
                  <c:v>4.5999999999999996</c:v>
                </c:pt>
                <c:pt idx="4810">
                  <c:v>9.8000000000000007</c:v>
                </c:pt>
                <c:pt idx="4811">
                  <c:v>8.9</c:v>
                </c:pt>
                <c:pt idx="4812">
                  <c:v>5.2</c:v>
                </c:pt>
                <c:pt idx="4813">
                  <c:v>5.3</c:v>
                </c:pt>
                <c:pt idx="4814">
                  <c:v>4.8</c:v>
                </c:pt>
                <c:pt idx="4815">
                  <c:v>4</c:v>
                </c:pt>
                <c:pt idx="4816">
                  <c:v>9.9</c:v>
                </c:pt>
                <c:pt idx="4817">
                  <c:v>5.7</c:v>
                </c:pt>
                <c:pt idx="4818">
                  <c:v>6</c:v>
                </c:pt>
                <c:pt idx="4819">
                  <c:v>8.5</c:v>
                </c:pt>
                <c:pt idx="4820">
                  <c:v>7.5</c:v>
                </c:pt>
                <c:pt idx="4821">
                  <c:v>8.9</c:v>
                </c:pt>
                <c:pt idx="4822">
                  <c:v>4.8</c:v>
                </c:pt>
                <c:pt idx="4823">
                  <c:v>8.1999999999999993</c:v>
                </c:pt>
                <c:pt idx="4824">
                  <c:v>8.4</c:v>
                </c:pt>
                <c:pt idx="4825">
                  <c:v>4.8</c:v>
                </c:pt>
                <c:pt idx="4826">
                  <c:v>8.8000000000000007</c:v>
                </c:pt>
                <c:pt idx="4827">
                  <c:v>9.4</c:v>
                </c:pt>
                <c:pt idx="4828">
                  <c:v>4.7</c:v>
                </c:pt>
                <c:pt idx="4829">
                  <c:v>7.1</c:v>
                </c:pt>
                <c:pt idx="4830">
                  <c:v>4.4000000000000004</c:v>
                </c:pt>
                <c:pt idx="4831">
                  <c:v>7.4</c:v>
                </c:pt>
                <c:pt idx="4832">
                  <c:v>4.5</c:v>
                </c:pt>
                <c:pt idx="4833">
                  <c:v>8.3000000000000007</c:v>
                </c:pt>
                <c:pt idx="4834">
                  <c:v>4.9000000000000004</c:v>
                </c:pt>
                <c:pt idx="4835">
                  <c:v>4.5999999999999996</c:v>
                </c:pt>
                <c:pt idx="4836">
                  <c:v>6.9</c:v>
                </c:pt>
                <c:pt idx="4837">
                  <c:v>4.2</c:v>
                </c:pt>
                <c:pt idx="4838">
                  <c:v>6.3</c:v>
                </c:pt>
                <c:pt idx="4839">
                  <c:v>6.1</c:v>
                </c:pt>
                <c:pt idx="4840">
                  <c:v>6.9</c:v>
                </c:pt>
                <c:pt idx="4841">
                  <c:v>4.0999999999999996</c:v>
                </c:pt>
                <c:pt idx="4842">
                  <c:v>6</c:v>
                </c:pt>
                <c:pt idx="4843">
                  <c:v>9.4</c:v>
                </c:pt>
                <c:pt idx="4844">
                  <c:v>5.3</c:v>
                </c:pt>
                <c:pt idx="4845">
                  <c:v>7.9</c:v>
                </c:pt>
                <c:pt idx="4846">
                  <c:v>9.1999999999999993</c:v>
                </c:pt>
                <c:pt idx="4847">
                  <c:v>4.2</c:v>
                </c:pt>
                <c:pt idx="4848">
                  <c:v>8.9</c:v>
                </c:pt>
                <c:pt idx="4849">
                  <c:v>8.6999999999999993</c:v>
                </c:pt>
                <c:pt idx="4850">
                  <c:v>6</c:v>
                </c:pt>
                <c:pt idx="4851">
                  <c:v>9.5</c:v>
                </c:pt>
                <c:pt idx="4852">
                  <c:v>8.8000000000000007</c:v>
                </c:pt>
                <c:pt idx="4853">
                  <c:v>4.4000000000000004</c:v>
                </c:pt>
                <c:pt idx="4854">
                  <c:v>8.6</c:v>
                </c:pt>
                <c:pt idx="4855">
                  <c:v>7</c:v>
                </c:pt>
                <c:pt idx="4856">
                  <c:v>8</c:v>
                </c:pt>
                <c:pt idx="4857">
                  <c:v>4.2</c:v>
                </c:pt>
                <c:pt idx="4858">
                  <c:v>7.1</c:v>
                </c:pt>
                <c:pt idx="4859">
                  <c:v>10</c:v>
                </c:pt>
                <c:pt idx="4860">
                  <c:v>5.9</c:v>
                </c:pt>
                <c:pt idx="4861">
                  <c:v>4.8</c:v>
                </c:pt>
                <c:pt idx="4862">
                  <c:v>6.8</c:v>
                </c:pt>
                <c:pt idx="4863">
                  <c:v>8</c:v>
                </c:pt>
                <c:pt idx="4864">
                  <c:v>7</c:v>
                </c:pt>
                <c:pt idx="4865">
                  <c:v>6.9</c:v>
                </c:pt>
                <c:pt idx="4866">
                  <c:v>7.8</c:v>
                </c:pt>
                <c:pt idx="4867">
                  <c:v>5.6</c:v>
                </c:pt>
                <c:pt idx="4868">
                  <c:v>4.3</c:v>
                </c:pt>
                <c:pt idx="4869">
                  <c:v>7.1</c:v>
                </c:pt>
                <c:pt idx="4870">
                  <c:v>9</c:v>
                </c:pt>
                <c:pt idx="4871">
                  <c:v>4.5999999999999996</c:v>
                </c:pt>
                <c:pt idx="4872">
                  <c:v>4.5</c:v>
                </c:pt>
                <c:pt idx="4873">
                  <c:v>7.5</c:v>
                </c:pt>
                <c:pt idx="4874">
                  <c:v>8.5</c:v>
                </c:pt>
                <c:pt idx="4875">
                  <c:v>7.4</c:v>
                </c:pt>
                <c:pt idx="4876">
                  <c:v>8.8000000000000007</c:v>
                </c:pt>
                <c:pt idx="4877">
                  <c:v>6.6</c:v>
                </c:pt>
                <c:pt idx="4878">
                  <c:v>4.3</c:v>
                </c:pt>
                <c:pt idx="4879">
                  <c:v>9.3000000000000007</c:v>
                </c:pt>
                <c:pt idx="4880">
                  <c:v>4.4000000000000004</c:v>
                </c:pt>
                <c:pt idx="4881">
                  <c:v>8.8000000000000007</c:v>
                </c:pt>
                <c:pt idx="4882">
                  <c:v>7.8</c:v>
                </c:pt>
                <c:pt idx="4883">
                  <c:v>8.1999999999999993</c:v>
                </c:pt>
                <c:pt idx="4884">
                  <c:v>4.2</c:v>
                </c:pt>
                <c:pt idx="4885">
                  <c:v>4.5999999999999996</c:v>
                </c:pt>
                <c:pt idx="4886">
                  <c:v>6.8</c:v>
                </c:pt>
                <c:pt idx="4887">
                  <c:v>5.8</c:v>
                </c:pt>
                <c:pt idx="4888">
                  <c:v>4.5999999999999996</c:v>
                </c:pt>
                <c:pt idx="4889">
                  <c:v>4.7</c:v>
                </c:pt>
                <c:pt idx="4890">
                  <c:v>9.6999999999999993</c:v>
                </c:pt>
                <c:pt idx="4891">
                  <c:v>4.5999999999999996</c:v>
                </c:pt>
                <c:pt idx="4892">
                  <c:v>6.8</c:v>
                </c:pt>
                <c:pt idx="4893">
                  <c:v>9.4</c:v>
                </c:pt>
                <c:pt idx="4894">
                  <c:v>9.1</c:v>
                </c:pt>
                <c:pt idx="4895">
                  <c:v>9.3000000000000007</c:v>
                </c:pt>
                <c:pt idx="4896">
                  <c:v>4.5</c:v>
                </c:pt>
                <c:pt idx="4897">
                  <c:v>7.7</c:v>
                </c:pt>
                <c:pt idx="4898">
                  <c:v>7.5</c:v>
                </c:pt>
                <c:pt idx="4899">
                  <c:v>9.1999999999999993</c:v>
                </c:pt>
                <c:pt idx="4900">
                  <c:v>9.6</c:v>
                </c:pt>
                <c:pt idx="4901">
                  <c:v>7.5</c:v>
                </c:pt>
                <c:pt idx="4902">
                  <c:v>7</c:v>
                </c:pt>
                <c:pt idx="4903">
                  <c:v>9.1</c:v>
                </c:pt>
                <c:pt idx="4904">
                  <c:v>9.9</c:v>
                </c:pt>
                <c:pt idx="4905">
                  <c:v>6.9</c:v>
                </c:pt>
                <c:pt idx="4906">
                  <c:v>6.2</c:v>
                </c:pt>
                <c:pt idx="4907">
                  <c:v>5.7</c:v>
                </c:pt>
                <c:pt idx="4908">
                  <c:v>7.8</c:v>
                </c:pt>
                <c:pt idx="4909">
                  <c:v>7.8</c:v>
                </c:pt>
                <c:pt idx="4910">
                  <c:v>7.8</c:v>
                </c:pt>
                <c:pt idx="4911">
                  <c:v>8.5</c:v>
                </c:pt>
                <c:pt idx="4912">
                  <c:v>8</c:v>
                </c:pt>
                <c:pt idx="4913">
                  <c:v>6.4</c:v>
                </c:pt>
                <c:pt idx="4914">
                  <c:v>6.3</c:v>
                </c:pt>
                <c:pt idx="4915">
                  <c:v>9.5</c:v>
                </c:pt>
                <c:pt idx="4916">
                  <c:v>5.5</c:v>
                </c:pt>
                <c:pt idx="4917">
                  <c:v>8.9</c:v>
                </c:pt>
                <c:pt idx="4918">
                  <c:v>5.4</c:v>
                </c:pt>
                <c:pt idx="4919">
                  <c:v>5.6</c:v>
                </c:pt>
                <c:pt idx="4920">
                  <c:v>5.4</c:v>
                </c:pt>
                <c:pt idx="4921">
                  <c:v>4.7</c:v>
                </c:pt>
                <c:pt idx="4922">
                  <c:v>7.1</c:v>
                </c:pt>
                <c:pt idx="4923">
                  <c:v>8.4</c:v>
                </c:pt>
                <c:pt idx="4924">
                  <c:v>6.6</c:v>
                </c:pt>
                <c:pt idx="4925">
                  <c:v>7.9</c:v>
                </c:pt>
                <c:pt idx="4926">
                  <c:v>4.0999999999999996</c:v>
                </c:pt>
                <c:pt idx="4927">
                  <c:v>4.5</c:v>
                </c:pt>
                <c:pt idx="4928">
                  <c:v>8.5</c:v>
                </c:pt>
                <c:pt idx="4929">
                  <c:v>8</c:v>
                </c:pt>
                <c:pt idx="4930">
                  <c:v>9.6999999999999993</c:v>
                </c:pt>
                <c:pt idx="4931">
                  <c:v>7.7</c:v>
                </c:pt>
                <c:pt idx="4932">
                  <c:v>7.9</c:v>
                </c:pt>
                <c:pt idx="4933">
                  <c:v>10</c:v>
                </c:pt>
                <c:pt idx="4934">
                  <c:v>6.8</c:v>
                </c:pt>
                <c:pt idx="4935">
                  <c:v>6.8</c:v>
                </c:pt>
                <c:pt idx="4936">
                  <c:v>9.9</c:v>
                </c:pt>
                <c:pt idx="4937">
                  <c:v>6.3</c:v>
                </c:pt>
                <c:pt idx="4938">
                  <c:v>7.8</c:v>
                </c:pt>
                <c:pt idx="4939">
                  <c:v>5.9</c:v>
                </c:pt>
                <c:pt idx="4940">
                  <c:v>5.0999999999999996</c:v>
                </c:pt>
                <c:pt idx="4941">
                  <c:v>6.6</c:v>
                </c:pt>
                <c:pt idx="4942">
                  <c:v>8.1</c:v>
                </c:pt>
                <c:pt idx="4943">
                  <c:v>9</c:v>
                </c:pt>
                <c:pt idx="4944">
                  <c:v>9.6</c:v>
                </c:pt>
                <c:pt idx="4945">
                  <c:v>4.4000000000000004</c:v>
                </c:pt>
                <c:pt idx="4946">
                  <c:v>8.9</c:v>
                </c:pt>
                <c:pt idx="4947">
                  <c:v>6.3</c:v>
                </c:pt>
                <c:pt idx="4948">
                  <c:v>5.3</c:v>
                </c:pt>
                <c:pt idx="4949">
                  <c:v>8.4</c:v>
                </c:pt>
                <c:pt idx="4950">
                  <c:v>7.8</c:v>
                </c:pt>
                <c:pt idx="4951">
                  <c:v>6.7</c:v>
                </c:pt>
                <c:pt idx="4952">
                  <c:v>9.6</c:v>
                </c:pt>
                <c:pt idx="4953">
                  <c:v>8.9</c:v>
                </c:pt>
                <c:pt idx="4954">
                  <c:v>9.6999999999999993</c:v>
                </c:pt>
                <c:pt idx="4955">
                  <c:v>4.4000000000000004</c:v>
                </c:pt>
                <c:pt idx="4956">
                  <c:v>5.8</c:v>
                </c:pt>
                <c:pt idx="4957">
                  <c:v>7.5</c:v>
                </c:pt>
                <c:pt idx="4958">
                  <c:v>9.1</c:v>
                </c:pt>
                <c:pt idx="4959">
                  <c:v>5.8</c:v>
                </c:pt>
                <c:pt idx="4960">
                  <c:v>4.8</c:v>
                </c:pt>
                <c:pt idx="4961">
                  <c:v>9.4</c:v>
                </c:pt>
                <c:pt idx="4962">
                  <c:v>4.5</c:v>
                </c:pt>
                <c:pt idx="4963">
                  <c:v>9.6</c:v>
                </c:pt>
                <c:pt idx="4964">
                  <c:v>4.0999999999999996</c:v>
                </c:pt>
                <c:pt idx="4965">
                  <c:v>8.6</c:v>
                </c:pt>
                <c:pt idx="4966">
                  <c:v>4.5</c:v>
                </c:pt>
                <c:pt idx="4967">
                  <c:v>8.1</c:v>
                </c:pt>
                <c:pt idx="4968">
                  <c:v>4.5999999999999996</c:v>
                </c:pt>
                <c:pt idx="4969">
                  <c:v>7.3</c:v>
                </c:pt>
                <c:pt idx="4970">
                  <c:v>6.4</c:v>
                </c:pt>
                <c:pt idx="4971">
                  <c:v>8.1999999999999993</c:v>
                </c:pt>
                <c:pt idx="4972">
                  <c:v>9</c:v>
                </c:pt>
                <c:pt idx="4973">
                  <c:v>4.0999999999999996</c:v>
                </c:pt>
                <c:pt idx="4974">
                  <c:v>9.6</c:v>
                </c:pt>
                <c:pt idx="4975">
                  <c:v>10</c:v>
                </c:pt>
                <c:pt idx="4976">
                  <c:v>4.5</c:v>
                </c:pt>
                <c:pt idx="4977">
                  <c:v>4.3</c:v>
                </c:pt>
                <c:pt idx="4978">
                  <c:v>4.2</c:v>
                </c:pt>
                <c:pt idx="4979">
                  <c:v>6.8</c:v>
                </c:pt>
                <c:pt idx="4980">
                  <c:v>5.0999999999999996</c:v>
                </c:pt>
                <c:pt idx="4981">
                  <c:v>8.1999999999999993</c:v>
                </c:pt>
                <c:pt idx="4982">
                  <c:v>6.7</c:v>
                </c:pt>
                <c:pt idx="4983">
                  <c:v>4.8</c:v>
                </c:pt>
                <c:pt idx="4984">
                  <c:v>7.9</c:v>
                </c:pt>
                <c:pt idx="4985">
                  <c:v>8</c:v>
                </c:pt>
                <c:pt idx="4986">
                  <c:v>7.2</c:v>
                </c:pt>
                <c:pt idx="4987">
                  <c:v>6.2</c:v>
                </c:pt>
                <c:pt idx="4988">
                  <c:v>5.5</c:v>
                </c:pt>
                <c:pt idx="4989">
                  <c:v>8</c:v>
                </c:pt>
                <c:pt idx="4990">
                  <c:v>5.6</c:v>
                </c:pt>
                <c:pt idx="4991">
                  <c:v>5.6</c:v>
                </c:pt>
                <c:pt idx="4992">
                  <c:v>9.1999999999999993</c:v>
                </c:pt>
                <c:pt idx="4993">
                  <c:v>7.3</c:v>
                </c:pt>
                <c:pt idx="4994">
                  <c:v>9.6</c:v>
                </c:pt>
                <c:pt idx="4995">
                  <c:v>8.4</c:v>
                </c:pt>
                <c:pt idx="4996">
                  <c:v>8.6</c:v>
                </c:pt>
                <c:pt idx="4997">
                  <c:v>6.1</c:v>
                </c:pt>
                <c:pt idx="4998">
                  <c:v>7.2</c:v>
                </c:pt>
                <c:pt idx="4999">
                  <c:v>5.4</c:v>
                </c:pt>
                <c:pt idx="5000">
                  <c:v>4</c:v>
                </c:pt>
                <c:pt idx="5001">
                  <c:v>6.8</c:v>
                </c:pt>
                <c:pt idx="5002">
                  <c:v>4.0999999999999996</c:v>
                </c:pt>
                <c:pt idx="5003">
                  <c:v>9.4</c:v>
                </c:pt>
                <c:pt idx="5004">
                  <c:v>8.8000000000000007</c:v>
                </c:pt>
                <c:pt idx="5005">
                  <c:v>5.3</c:v>
                </c:pt>
                <c:pt idx="5006">
                  <c:v>8.4</c:v>
                </c:pt>
                <c:pt idx="5007">
                  <c:v>5.7</c:v>
                </c:pt>
                <c:pt idx="5008">
                  <c:v>9.5</c:v>
                </c:pt>
                <c:pt idx="5009">
                  <c:v>5.2</c:v>
                </c:pt>
                <c:pt idx="5010">
                  <c:v>6.6</c:v>
                </c:pt>
                <c:pt idx="5011">
                  <c:v>4.4000000000000004</c:v>
                </c:pt>
                <c:pt idx="5012">
                  <c:v>6</c:v>
                </c:pt>
                <c:pt idx="5013">
                  <c:v>9.5</c:v>
                </c:pt>
                <c:pt idx="5014">
                  <c:v>9.6</c:v>
                </c:pt>
                <c:pt idx="5015">
                  <c:v>6.8</c:v>
                </c:pt>
                <c:pt idx="5016">
                  <c:v>7.7</c:v>
                </c:pt>
                <c:pt idx="5017">
                  <c:v>9.3000000000000007</c:v>
                </c:pt>
                <c:pt idx="5018">
                  <c:v>4.7</c:v>
                </c:pt>
                <c:pt idx="5019">
                  <c:v>7.2</c:v>
                </c:pt>
                <c:pt idx="5020">
                  <c:v>4.4000000000000004</c:v>
                </c:pt>
                <c:pt idx="5021">
                  <c:v>6.3</c:v>
                </c:pt>
                <c:pt idx="5022">
                  <c:v>9.4</c:v>
                </c:pt>
                <c:pt idx="5023">
                  <c:v>5.7</c:v>
                </c:pt>
                <c:pt idx="5024">
                  <c:v>9.4</c:v>
                </c:pt>
                <c:pt idx="5025">
                  <c:v>8.5</c:v>
                </c:pt>
                <c:pt idx="5026">
                  <c:v>8.6</c:v>
                </c:pt>
                <c:pt idx="5027">
                  <c:v>7.3</c:v>
                </c:pt>
                <c:pt idx="5028">
                  <c:v>5.6</c:v>
                </c:pt>
                <c:pt idx="5029">
                  <c:v>5</c:v>
                </c:pt>
                <c:pt idx="5030">
                  <c:v>7</c:v>
                </c:pt>
                <c:pt idx="5031">
                  <c:v>6.9</c:v>
                </c:pt>
                <c:pt idx="5032">
                  <c:v>9.3000000000000007</c:v>
                </c:pt>
                <c:pt idx="5033">
                  <c:v>6.3</c:v>
                </c:pt>
                <c:pt idx="5034">
                  <c:v>6</c:v>
                </c:pt>
                <c:pt idx="5035">
                  <c:v>5.9</c:v>
                </c:pt>
                <c:pt idx="5036">
                  <c:v>8.8000000000000007</c:v>
                </c:pt>
                <c:pt idx="5037">
                  <c:v>5.8</c:v>
                </c:pt>
                <c:pt idx="5038">
                  <c:v>8.5</c:v>
                </c:pt>
                <c:pt idx="5039">
                  <c:v>7.5</c:v>
                </c:pt>
                <c:pt idx="5040">
                  <c:v>6.7</c:v>
                </c:pt>
                <c:pt idx="5041">
                  <c:v>8.3000000000000007</c:v>
                </c:pt>
                <c:pt idx="5042">
                  <c:v>9.3000000000000007</c:v>
                </c:pt>
                <c:pt idx="5043">
                  <c:v>6.6</c:v>
                </c:pt>
                <c:pt idx="5044">
                  <c:v>4.8</c:v>
                </c:pt>
                <c:pt idx="5045">
                  <c:v>5.3</c:v>
                </c:pt>
                <c:pt idx="5046">
                  <c:v>7</c:v>
                </c:pt>
                <c:pt idx="5047">
                  <c:v>4</c:v>
                </c:pt>
                <c:pt idx="5048">
                  <c:v>9.6999999999999993</c:v>
                </c:pt>
                <c:pt idx="5049">
                  <c:v>7.8</c:v>
                </c:pt>
                <c:pt idx="5050">
                  <c:v>8</c:v>
                </c:pt>
                <c:pt idx="5051">
                  <c:v>5.0999999999999996</c:v>
                </c:pt>
                <c:pt idx="5052">
                  <c:v>6.9</c:v>
                </c:pt>
                <c:pt idx="5053">
                  <c:v>9.6</c:v>
                </c:pt>
                <c:pt idx="5054">
                  <c:v>6.9</c:v>
                </c:pt>
                <c:pt idx="5055">
                  <c:v>9.5</c:v>
                </c:pt>
                <c:pt idx="5056">
                  <c:v>10</c:v>
                </c:pt>
                <c:pt idx="5057">
                  <c:v>9.1999999999999993</c:v>
                </c:pt>
                <c:pt idx="5058">
                  <c:v>8.1</c:v>
                </c:pt>
                <c:pt idx="5059">
                  <c:v>6.3</c:v>
                </c:pt>
                <c:pt idx="5060">
                  <c:v>5.7</c:v>
                </c:pt>
                <c:pt idx="5061">
                  <c:v>5.7</c:v>
                </c:pt>
                <c:pt idx="5062">
                  <c:v>8.6999999999999993</c:v>
                </c:pt>
                <c:pt idx="5063">
                  <c:v>10</c:v>
                </c:pt>
                <c:pt idx="5064">
                  <c:v>6.8</c:v>
                </c:pt>
                <c:pt idx="5065">
                  <c:v>9.1999999999999993</c:v>
                </c:pt>
                <c:pt idx="5066">
                  <c:v>7</c:v>
                </c:pt>
                <c:pt idx="5067">
                  <c:v>6.6</c:v>
                </c:pt>
                <c:pt idx="5068">
                  <c:v>9.8000000000000007</c:v>
                </c:pt>
                <c:pt idx="5069">
                  <c:v>5.6</c:v>
                </c:pt>
                <c:pt idx="5070">
                  <c:v>7.3</c:v>
                </c:pt>
                <c:pt idx="5071">
                  <c:v>8.4</c:v>
                </c:pt>
                <c:pt idx="5072">
                  <c:v>6.4</c:v>
                </c:pt>
                <c:pt idx="5073">
                  <c:v>9.6</c:v>
                </c:pt>
                <c:pt idx="5074">
                  <c:v>6.2</c:v>
                </c:pt>
                <c:pt idx="5075">
                  <c:v>5.6</c:v>
                </c:pt>
                <c:pt idx="5076">
                  <c:v>9.9</c:v>
                </c:pt>
                <c:pt idx="5077">
                  <c:v>4.8</c:v>
                </c:pt>
                <c:pt idx="5078">
                  <c:v>5.2</c:v>
                </c:pt>
                <c:pt idx="5079">
                  <c:v>7.8</c:v>
                </c:pt>
                <c:pt idx="5080">
                  <c:v>7</c:v>
                </c:pt>
                <c:pt idx="5081">
                  <c:v>5.8</c:v>
                </c:pt>
                <c:pt idx="5082">
                  <c:v>5.4</c:v>
                </c:pt>
                <c:pt idx="5083">
                  <c:v>7.8</c:v>
                </c:pt>
                <c:pt idx="5084">
                  <c:v>5.9</c:v>
                </c:pt>
                <c:pt idx="5085">
                  <c:v>4.9000000000000004</c:v>
                </c:pt>
                <c:pt idx="5086">
                  <c:v>9.5</c:v>
                </c:pt>
                <c:pt idx="5087">
                  <c:v>5.6</c:v>
                </c:pt>
                <c:pt idx="5088">
                  <c:v>6.3</c:v>
                </c:pt>
                <c:pt idx="5089">
                  <c:v>4.3</c:v>
                </c:pt>
                <c:pt idx="5090">
                  <c:v>8.1</c:v>
                </c:pt>
                <c:pt idx="5091">
                  <c:v>7.7</c:v>
                </c:pt>
                <c:pt idx="5092">
                  <c:v>7.2</c:v>
                </c:pt>
                <c:pt idx="5093">
                  <c:v>4.3</c:v>
                </c:pt>
                <c:pt idx="5094">
                  <c:v>4.5999999999999996</c:v>
                </c:pt>
                <c:pt idx="5095">
                  <c:v>6.4</c:v>
                </c:pt>
                <c:pt idx="5096">
                  <c:v>9.1999999999999993</c:v>
                </c:pt>
                <c:pt idx="5097">
                  <c:v>7.9</c:v>
                </c:pt>
                <c:pt idx="5098">
                  <c:v>6.6</c:v>
                </c:pt>
                <c:pt idx="5099">
                  <c:v>7.5</c:v>
                </c:pt>
                <c:pt idx="5100">
                  <c:v>6.5</c:v>
                </c:pt>
                <c:pt idx="5101">
                  <c:v>6.9</c:v>
                </c:pt>
                <c:pt idx="5102">
                  <c:v>7.6</c:v>
                </c:pt>
                <c:pt idx="5103">
                  <c:v>9.4</c:v>
                </c:pt>
                <c:pt idx="5104">
                  <c:v>6.7</c:v>
                </c:pt>
                <c:pt idx="5105">
                  <c:v>10</c:v>
                </c:pt>
                <c:pt idx="5106">
                  <c:v>5</c:v>
                </c:pt>
                <c:pt idx="5107">
                  <c:v>9.8000000000000007</c:v>
                </c:pt>
                <c:pt idx="5108">
                  <c:v>4.8</c:v>
                </c:pt>
                <c:pt idx="5109">
                  <c:v>4</c:v>
                </c:pt>
                <c:pt idx="5110">
                  <c:v>5.7</c:v>
                </c:pt>
                <c:pt idx="5111">
                  <c:v>9.9</c:v>
                </c:pt>
                <c:pt idx="5112">
                  <c:v>5.5</c:v>
                </c:pt>
                <c:pt idx="5113">
                  <c:v>7.7</c:v>
                </c:pt>
                <c:pt idx="5114">
                  <c:v>9.4</c:v>
                </c:pt>
                <c:pt idx="5115">
                  <c:v>9.1</c:v>
                </c:pt>
                <c:pt idx="5116">
                  <c:v>4</c:v>
                </c:pt>
                <c:pt idx="5117">
                  <c:v>8.8000000000000007</c:v>
                </c:pt>
                <c:pt idx="5118">
                  <c:v>6.7</c:v>
                </c:pt>
                <c:pt idx="5119">
                  <c:v>7.8</c:v>
                </c:pt>
                <c:pt idx="5120">
                  <c:v>6.6</c:v>
                </c:pt>
                <c:pt idx="5121">
                  <c:v>7.4</c:v>
                </c:pt>
                <c:pt idx="5122">
                  <c:v>4.2</c:v>
                </c:pt>
                <c:pt idx="5123">
                  <c:v>5.4</c:v>
                </c:pt>
                <c:pt idx="5124">
                  <c:v>6.7</c:v>
                </c:pt>
                <c:pt idx="5125">
                  <c:v>4.9000000000000004</c:v>
                </c:pt>
                <c:pt idx="5126">
                  <c:v>5.8</c:v>
                </c:pt>
                <c:pt idx="5127">
                  <c:v>8.4</c:v>
                </c:pt>
                <c:pt idx="5128">
                  <c:v>7.4</c:v>
                </c:pt>
                <c:pt idx="5129">
                  <c:v>4.3</c:v>
                </c:pt>
                <c:pt idx="5130">
                  <c:v>7</c:v>
                </c:pt>
                <c:pt idx="5131">
                  <c:v>6.2</c:v>
                </c:pt>
                <c:pt idx="5132">
                  <c:v>4.7</c:v>
                </c:pt>
                <c:pt idx="5133">
                  <c:v>5.5</c:v>
                </c:pt>
                <c:pt idx="5134">
                  <c:v>6.6</c:v>
                </c:pt>
                <c:pt idx="5135">
                  <c:v>5.5</c:v>
                </c:pt>
                <c:pt idx="5136">
                  <c:v>5.8</c:v>
                </c:pt>
                <c:pt idx="5137">
                  <c:v>7.9</c:v>
                </c:pt>
                <c:pt idx="5138">
                  <c:v>8.3000000000000007</c:v>
                </c:pt>
                <c:pt idx="5139">
                  <c:v>5.2</c:v>
                </c:pt>
                <c:pt idx="5140">
                  <c:v>8.4</c:v>
                </c:pt>
                <c:pt idx="5141">
                  <c:v>6.3</c:v>
                </c:pt>
                <c:pt idx="5142">
                  <c:v>7.3</c:v>
                </c:pt>
                <c:pt idx="5143">
                  <c:v>6.8</c:v>
                </c:pt>
                <c:pt idx="5144">
                  <c:v>5.7</c:v>
                </c:pt>
                <c:pt idx="5145">
                  <c:v>10</c:v>
                </c:pt>
                <c:pt idx="5146">
                  <c:v>8.6</c:v>
                </c:pt>
                <c:pt idx="5147">
                  <c:v>9.1</c:v>
                </c:pt>
                <c:pt idx="5148">
                  <c:v>6.1</c:v>
                </c:pt>
                <c:pt idx="5149">
                  <c:v>8.1</c:v>
                </c:pt>
                <c:pt idx="5150">
                  <c:v>6.2</c:v>
                </c:pt>
                <c:pt idx="5151">
                  <c:v>4.9000000000000004</c:v>
                </c:pt>
                <c:pt idx="5152">
                  <c:v>6.9</c:v>
                </c:pt>
                <c:pt idx="5153">
                  <c:v>4.3</c:v>
                </c:pt>
                <c:pt idx="5154">
                  <c:v>8.1999999999999993</c:v>
                </c:pt>
                <c:pt idx="5155">
                  <c:v>4.2</c:v>
                </c:pt>
                <c:pt idx="5156">
                  <c:v>5.4</c:v>
                </c:pt>
                <c:pt idx="5157">
                  <c:v>6.4</c:v>
                </c:pt>
                <c:pt idx="5158">
                  <c:v>6.2</c:v>
                </c:pt>
                <c:pt idx="5159">
                  <c:v>5.7</c:v>
                </c:pt>
                <c:pt idx="5160">
                  <c:v>6.8</c:v>
                </c:pt>
                <c:pt idx="5161">
                  <c:v>10</c:v>
                </c:pt>
                <c:pt idx="5162">
                  <c:v>8.1999999999999993</c:v>
                </c:pt>
                <c:pt idx="5163">
                  <c:v>4.0999999999999996</c:v>
                </c:pt>
                <c:pt idx="5164">
                  <c:v>5.4</c:v>
                </c:pt>
                <c:pt idx="5165">
                  <c:v>6.9</c:v>
                </c:pt>
                <c:pt idx="5166">
                  <c:v>5.8</c:v>
                </c:pt>
                <c:pt idx="5167">
                  <c:v>5</c:v>
                </c:pt>
                <c:pt idx="5168">
                  <c:v>4.4000000000000004</c:v>
                </c:pt>
                <c:pt idx="5169">
                  <c:v>8.5</c:v>
                </c:pt>
                <c:pt idx="5170">
                  <c:v>5.6</c:v>
                </c:pt>
                <c:pt idx="5171">
                  <c:v>8.8000000000000007</c:v>
                </c:pt>
                <c:pt idx="5172">
                  <c:v>7.7</c:v>
                </c:pt>
                <c:pt idx="5173">
                  <c:v>6.9</c:v>
                </c:pt>
                <c:pt idx="5174">
                  <c:v>8</c:v>
                </c:pt>
                <c:pt idx="5175">
                  <c:v>9.9</c:v>
                </c:pt>
                <c:pt idx="5176">
                  <c:v>6.4</c:v>
                </c:pt>
                <c:pt idx="5177">
                  <c:v>8.6999999999999993</c:v>
                </c:pt>
                <c:pt idx="5178">
                  <c:v>7.7</c:v>
                </c:pt>
                <c:pt idx="5179">
                  <c:v>7.6</c:v>
                </c:pt>
                <c:pt idx="5180">
                  <c:v>9.8000000000000007</c:v>
                </c:pt>
                <c:pt idx="5181">
                  <c:v>6.4</c:v>
                </c:pt>
                <c:pt idx="5182">
                  <c:v>4.7</c:v>
                </c:pt>
                <c:pt idx="5183">
                  <c:v>8.3000000000000007</c:v>
                </c:pt>
                <c:pt idx="5184">
                  <c:v>5.5</c:v>
                </c:pt>
                <c:pt idx="5185">
                  <c:v>5.4</c:v>
                </c:pt>
                <c:pt idx="5186">
                  <c:v>9</c:v>
                </c:pt>
                <c:pt idx="5187">
                  <c:v>7.9</c:v>
                </c:pt>
                <c:pt idx="5188">
                  <c:v>8.1999999999999993</c:v>
                </c:pt>
                <c:pt idx="5189">
                  <c:v>5.0999999999999996</c:v>
                </c:pt>
                <c:pt idx="5190">
                  <c:v>8.8000000000000007</c:v>
                </c:pt>
                <c:pt idx="5191">
                  <c:v>5.9</c:v>
                </c:pt>
                <c:pt idx="5192">
                  <c:v>7.6</c:v>
                </c:pt>
                <c:pt idx="5193">
                  <c:v>5</c:v>
                </c:pt>
                <c:pt idx="5194">
                  <c:v>6.6</c:v>
                </c:pt>
                <c:pt idx="5195">
                  <c:v>9.4</c:v>
                </c:pt>
                <c:pt idx="5196">
                  <c:v>4.2</c:v>
                </c:pt>
                <c:pt idx="5197">
                  <c:v>4.5999999999999996</c:v>
                </c:pt>
                <c:pt idx="5198">
                  <c:v>6.9</c:v>
                </c:pt>
                <c:pt idx="5199">
                  <c:v>4.8</c:v>
                </c:pt>
                <c:pt idx="5200">
                  <c:v>10</c:v>
                </c:pt>
                <c:pt idx="5201">
                  <c:v>4</c:v>
                </c:pt>
                <c:pt idx="5202">
                  <c:v>5.4</c:v>
                </c:pt>
                <c:pt idx="5203">
                  <c:v>9.1999999999999993</c:v>
                </c:pt>
                <c:pt idx="5204">
                  <c:v>7.7</c:v>
                </c:pt>
                <c:pt idx="5205">
                  <c:v>5.7</c:v>
                </c:pt>
                <c:pt idx="5206">
                  <c:v>4.9000000000000004</c:v>
                </c:pt>
                <c:pt idx="5207">
                  <c:v>7.8</c:v>
                </c:pt>
                <c:pt idx="5208">
                  <c:v>7.7</c:v>
                </c:pt>
                <c:pt idx="5209">
                  <c:v>9.8000000000000007</c:v>
                </c:pt>
                <c:pt idx="5210">
                  <c:v>7.6</c:v>
                </c:pt>
                <c:pt idx="5211">
                  <c:v>9.9</c:v>
                </c:pt>
                <c:pt idx="5212">
                  <c:v>8.4</c:v>
                </c:pt>
                <c:pt idx="5213">
                  <c:v>6.5</c:v>
                </c:pt>
                <c:pt idx="5214">
                  <c:v>5.0999999999999996</c:v>
                </c:pt>
                <c:pt idx="5215">
                  <c:v>4.3</c:v>
                </c:pt>
                <c:pt idx="5216">
                  <c:v>9.8000000000000007</c:v>
                </c:pt>
                <c:pt idx="5217">
                  <c:v>7.4</c:v>
                </c:pt>
                <c:pt idx="5218">
                  <c:v>7.9</c:v>
                </c:pt>
                <c:pt idx="5219">
                  <c:v>6</c:v>
                </c:pt>
                <c:pt idx="5220">
                  <c:v>6.2</c:v>
                </c:pt>
                <c:pt idx="5221">
                  <c:v>6.6</c:v>
                </c:pt>
                <c:pt idx="5222">
                  <c:v>6.6</c:v>
                </c:pt>
                <c:pt idx="5223">
                  <c:v>8.1999999999999993</c:v>
                </c:pt>
                <c:pt idx="5224">
                  <c:v>7.1</c:v>
                </c:pt>
                <c:pt idx="5225">
                  <c:v>6.5</c:v>
                </c:pt>
                <c:pt idx="5226">
                  <c:v>4.7</c:v>
                </c:pt>
                <c:pt idx="5227">
                  <c:v>9.9</c:v>
                </c:pt>
                <c:pt idx="5228">
                  <c:v>4.2</c:v>
                </c:pt>
                <c:pt idx="5229">
                  <c:v>7.1</c:v>
                </c:pt>
                <c:pt idx="5230">
                  <c:v>5.5</c:v>
                </c:pt>
                <c:pt idx="5231">
                  <c:v>7</c:v>
                </c:pt>
                <c:pt idx="5232">
                  <c:v>4.5999999999999996</c:v>
                </c:pt>
                <c:pt idx="5233">
                  <c:v>7.8</c:v>
                </c:pt>
                <c:pt idx="5234">
                  <c:v>8</c:v>
                </c:pt>
                <c:pt idx="5235">
                  <c:v>5.8</c:v>
                </c:pt>
                <c:pt idx="5236">
                  <c:v>6.3</c:v>
                </c:pt>
                <c:pt idx="5237">
                  <c:v>7</c:v>
                </c:pt>
                <c:pt idx="5238">
                  <c:v>6.9</c:v>
                </c:pt>
                <c:pt idx="5239">
                  <c:v>7</c:v>
                </c:pt>
                <c:pt idx="5240">
                  <c:v>6.3</c:v>
                </c:pt>
                <c:pt idx="5241">
                  <c:v>6.3</c:v>
                </c:pt>
                <c:pt idx="5242">
                  <c:v>6.4</c:v>
                </c:pt>
                <c:pt idx="5243">
                  <c:v>7.8</c:v>
                </c:pt>
                <c:pt idx="5244">
                  <c:v>8.3000000000000007</c:v>
                </c:pt>
                <c:pt idx="5245">
                  <c:v>4.8</c:v>
                </c:pt>
                <c:pt idx="5246">
                  <c:v>6.5</c:v>
                </c:pt>
                <c:pt idx="5247">
                  <c:v>9.3000000000000007</c:v>
                </c:pt>
                <c:pt idx="5248">
                  <c:v>7.1</c:v>
                </c:pt>
                <c:pt idx="5249">
                  <c:v>4.3</c:v>
                </c:pt>
                <c:pt idx="5250">
                  <c:v>7.8</c:v>
                </c:pt>
                <c:pt idx="5251">
                  <c:v>4.7</c:v>
                </c:pt>
                <c:pt idx="5252">
                  <c:v>7.2</c:v>
                </c:pt>
                <c:pt idx="5253">
                  <c:v>4.7</c:v>
                </c:pt>
                <c:pt idx="5254">
                  <c:v>4.4000000000000004</c:v>
                </c:pt>
                <c:pt idx="5255">
                  <c:v>8.5</c:v>
                </c:pt>
                <c:pt idx="5256">
                  <c:v>5.0999999999999996</c:v>
                </c:pt>
                <c:pt idx="5257">
                  <c:v>8</c:v>
                </c:pt>
                <c:pt idx="5258">
                  <c:v>8.1</c:v>
                </c:pt>
                <c:pt idx="5259">
                  <c:v>5.2</c:v>
                </c:pt>
                <c:pt idx="5260">
                  <c:v>8.8000000000000007</c:v>
                </c:pt>
                <c:pt idx="5261">
                  <c:v>5.8</c:v>
                </c:pt>
                <c:pt idx="5262">
                  <c:v>9</c:v>
                </c:pt>
                <c:pt idx="5263">
                  <c:v>4.7</c:v>
                </c:pt>
                <c:pt idx="5264">
                  <c:v>8.4</c:v>
                </c:pt>
                <c:pt idx="5265">
                  <c:v>6.6</c:v>
                </c:pt>
                <c:pt idx="5266">
                  <c:v>9.1</c:v>
                </c:pt>
                <c:pt idx="5267">
                  <c:v>9.4</c:v>
                </c:pt>
                <c:pt idx="5268">
                  <c:v>6.7</c:v>
                </c:pt>
                <c:pt idx="5269">
                  <c:v>4.2</c:v>
                </c:pt>
                <c:pt idx="5270">
                  <c:v>9.1</c:v>
                </c:pt>
                <c:pt idx="5271">
                  <c:v>5.3</c:v>
                </c:pt>
                <c:pt idx="5272">
                  <c:v>8.1</c:v>
                </c:pt>
                <c:pt idx="5273">
                  <c:v>5.2</c:v>
                </c:pt>
                <c:pt idx="5274">
                  <c:v>5.3</c:v>
                </c:pt>
                <c:pt idx="5275">
                  <c:v>6.8</c:v>
                </c:pt>
                <c:pt idx="5276">
                  <c:v>6.9</c:v>
                </c:pt>
                <c:pt idx="5277">
                  <c:v>4.9000000000000004</c:v>
                </c:pt>
                <c:pt idx="5278">
                  <c:v>10</c:v>
                </c:pt>
                <c:pt idx="5279">
                  <c:v>6.1</c:v>
                </c:pt>
                <c:pt idx="5280">
                  <c:v>6.5</c:v>
                </c:pt>
                <c:pt idx="5281">
                  <c:v>6.2</c:v>
                </c:pt>
                <c:pt idx="5282">
                  <c:v>6.5</c:v>
                </c:pt>
                <c:pt idx="5283">
                  <c:v>7.3</c:v>
                </c:pt>
                <c:pt idx="5284">
                  <c:v>9</c:v>
                </c:pt>
                <c:pt idx="5285">
                  <c:v>5.6</c:v>
                </c:pt>
                <c:pt idx="5286">
                  <c:v>9.8000000000000007</c:v>
                </c:pt>
                <c:pt idx="5287">
                  <c:v>8.1999999999999993</c:v>
                </c:pt>
                <c:pt idx="5288">
                  <c:v>9.4</c:v>
                </c:pt>
                <c:pt idx="5289">
                  <c:v>6.4</c:v>
                </c:pt>
                <c:pt idx="5290">
                  <c:v>5.7</c:v>
                </c:pt>
                <c:pt idx="5291">
                  <c:v>6.9</c:v>
                </c:pt>
                <c:pt idx="5292">
                  <c:v>7.2</c:v>
                </c:pt>
                <c:pt idx="5293">
                  <c:v>5.6</c:v>
                </c:pt>
                <c:pt idx="5294">
                  <c:v>6.9</c:v>
                </c:pt>
                <c:pt idx="5295">
                  <c:v>9.1999999999999993</c:v>
                </c:pt>
                <c:pt idx="5296">
                  <c:v>7.6</c:v>
                </c:pt>
                <c:pt idx="5297">
                  <c:v>9.4</c:v>
                </c:pt>
                <c:pt idx="5298">
                  <c:v>7.9</c:v>
                </c:pt>
                <c:pt idx="5299">
                  <c:v>5.0999999999999996</c:v>
                </c:pt>
                <c:pt idx="5300">
                  <c:v>4.7</c:v>
                </c:pt>
                <c:pt idx="5301">
                  <c:v>4.9000000000000004</c:v>
                </c:pt>
                <c:pt idx="5302">
                  <c:v>8</c:v>
                </c:pt>
                <c:pt idx="5303">
                  <c:v>9.5</c:v>
                </c:pt>
                <c:pt idx="5304">
                  <c:v>9</c:v>
                </c:pt>
                <c:pt idx="5305">
                  <c:v>4.5999999999999996</c:v>
                </c:pt>
                <c:pt idx="5306">
                  <c:v>8</c:v>
                </c:pt>
                <c:pt idx="5307">
                  <c:v>8.9</c:v>
                </c:pt>
                <c:pt idx="5308">
                  <c:v>8</c:v>
                </c:pt>
                <c:pt idx="5309">
                  <c:v>4.8</c:v>
                </c:pt>
                <c:pt idx="5310">
                  <c:v>8.6999999999999993</c:v>
                </c:pt>
                <c:pt idx="5311">
                  <c:v>5.0999999999999996</c:v>
                </c:pt>
                <c:pt idx="5312">
                  <c:v>8</c:v>
                </c:pt>
                <c:pt idx="5313">
                  <c:v>5.8</c:v>
                </c:pt>
                <c:pt idx="5314">
                  <c:v>7.1</c:v>
                </c:pt>
                <c:pt idx="5315">
                  <c:v>7.1</c:v>
                </c:pt>
                <c:pt idx="5316">
                  <c:v>4.5</c:v>
                </c:pt>
                <c:pt idx="5317">
                  <c:v>8</c:v>
                </c:pt>
                <c:pt idx="5318">
                  <c:v>6.1</c:v>
                </c:pt>
                <c:pt idx="5319">
                  <c:v>5</c:v>
                </c:pt>
                <c:pt idx="5320">
                  <c:v>5</c:v>
                </c:pt>
                <c:pt idx="5321">
                  <c:v>9.8000000000000007</c:v>
                </c:pt>
                <c:pt idx="5322">
                  <c:v>4.3</c:v>
                </c:pt>
                <c:pt idx="5323">
                  <c:v>6.5</c:v>
                </c:pt>
                <c:pt idx="5324">
                  <c:v>7.5</c:v>
                </c:pt>
                <c:pt idx="5325">
                  <c:v>9.4</c:v>
                </c:pt>
                <c:pt idx="5326">
                  <c:v>9.6</c:v>
                </c:pt>
                <c:pt idx="5327">
                  <c:v>9.4</c:v>
                </c:pt>
                <c:pt idx="5328">
                  <c:v>5.9</c:v>
                </c:pt>
                <c:pt idx="5329">
                  <c:v>4.7</c:v>
                </c:pt>
                <c:pt idx="5330">
                  <c:v>4.0999999999999996</c:v>
                </c:pt>
                <c:pt idx="5331">
                  <c:v>5.5</c:v>
                </c:pt>
                <c:pt idx="5332">
                  <c:v>7.8</c:v>
                </c:pt>
                <c:pt idx="5333">
                  <c:v>8.9</c:v>
                </c:pt>
                <c:pt idx="5334">
                  <c:v>5.8</c:v>
                </c:pt>
                <c:pt idx="5335">
                  <c:v>4.3</c:v>
                </c:pt>
                <c:pt idx="5336">
                  <c:v>8.6</c:v>
                </c:pt>
                <c:pt idx="5337">
                  <c:v>7.6</c:v>
                </c:pt>
                <c:pt idx="5338">
                  <c:v>4.8</c:v>
                </c:pt>
                <c:pt idx="5339">
                  <c:v>5.9</c:v>
                </c:pt>
                <c:pt idx="5340">
                  <c:v>8.3000000000000007</c:v>
                </c:pt>
                <c:pt idx="5341">
                  <c:v>8</c:v>
                </c:pt>
                <c:pt idx="5342">
                  <c:v>6.4</c:v>
                </c:pt>
                <c:pt idx="5343">
                  <c:v>7.3</c:v>
                </c:pt>
                <c:pt idx="5344">
                  <c:v>9.8000000000000007</c:v>
                </c:pt>
                <c:pt idx="5345">
                  <c:v>7.9</c:v>
                </c:pt>
                <c:pt idx="5346">
                  <c:v>5.7</c:v>
                </c:pt>
                <c:pt idx="5347">
                  <c:v>9.5</c:v>
                </c:pt>
                <c:pt idx="5348">
                  <c:v>8.3000000000000007</c:v>
                </c:pt>
                <c:pt idx="5349">
                  <c:v>6</c:v>
                </c:pt>
                <c:pt idx="5350">
                  <c:v>5.4</c:v>
                </c:pt>
                <c:pt idx="5351">
                  <c:v>4</c:v>
                </c:pt>
                <c:pt idx="5352">
                  <c:v>9.1</c:v>
                </c:pt>
                <c:pt idx="5353">
                  <c:v>9</c:v>
                </c:pt>
                <c:pt idx="5354">
                  <c:v>9.5</c:v>
                </c:pt>
                <c:pt idx="5355">
                  <c:v>9.5</c:v>
                </c:pt>
                <c:pt idx="5356">
                  <c:v>8.5</c:v>
                </c:pt>
                <c:pt idx="5357">
                  <c:v>6.5</c:v>
                </c:pt>
                <c:pt idx="5358">
                  <c:v>5</c:v>
                </c:pt>
                <c:pt idx="5359">
                  <c:v>8.6</c:v>
                </c:pt>
                <c:pt idx="5360">
                  <c:v>6.1</c:v>
                </c:pt>
                <c:pt idx="5361">
                  <c:v>7.4</c:v>
                </c:pt>
                <c:pt idx="5362">
                  <c:v>9.4</c:v>
                </c:pt>
                <c:pt idx="5363">
                  <c:v>7</c:v>
                </c:pt>
                <c:pt idx="5364">
                  <c:v>4.4000000000000004</c:v>
                </c:pt>
                <c:pt idx="5365">
                  <c:v>8.5</c:v>
                </c:pt>
                <c:pt idx="5366">
                  <c:v>9.8000000000000007</c:v>
                </c:pt>
                <c:pt idx="5367">
                  <c:v>9.6999999999999993</c:v>
                </c:pt>
                <c:pt idx="5368">
                  <c:v>4.7</c:v>
                </c:pt>
                <c:pt idx="5369">
                  <c:v>5.2</c:v>
                </c:pt>
                <c:pt idx="5370">
                  <c:v>9.8000000000000007</c:v>
                </c:pt>
                <c:pt idx="5371">
                  <c:v>4.3</c:v>
                </c:pt>
                <c:pt idx="5372">
                  <c:v>6.5</c:v>
                </c:pt>
                <c:pt idx="5373">
                  <c:v>9.4</c:v>
                </c:pt>
                <c:pt idx="5374">
                  <c:v>8.6</c:v>
                </c:pt>
                <c:pt idx="5375">
                  <c:v>9.1999999999999993</c:v>
                </c:pt>
                <c:pt idx="5376">
                  <c:v>9.9</c:v>
                </c:pt>
                <c:pt idx="5377">
                  <c:v>9.4</c:v>
                </c:pt>
                <c:pt idx="5378">
                  <c:v>7.3</c:v>
                </c:pt>
                <c:pt idx="5379">
                  <c:v>8.4</c:v>
                </c:pt>
                <c:pt idx="5380">
                  <c:v>5.3</c:v>
                </c:pt>
                <c:pt idx="5381">
                  <c:v>9.6</c:v>
                </c:pt>
                <c:pt idx="5382">
                  <c:v>6.6</c:v>
                </c:pt>
                <c:pt idx="5383">
                  <c:v>4.5999999999999996</c:v>
                </c:pt>
                <c:pt idx="5384">
                  <c:v>4.0999999999999996</c:v>
                </c:pt>
                <c:pt idx="5385">
                  <c:v>6</c:v>
                </c:pt>
                <c:pt idx="5386">
                  <c:v>5.2</c:v>
                </c:pt>
                <c:pt idx="5387">
                  <c:v>6.8</c:v>
                </c:pt>
                <c:pt idx="5388">
                  <c:v>6</c:v>
                </c:pt>
                <c:pt idx="5389">
                  <c:v>5.2</c:v>
                </c:pt>
                <c:pt idx="5390">
                  <c:v>8.3000000000000007</c:v>
                </c:pt>
                <c:pt idx="5391">
                  <c:v>9</c:v>
                </c:pt>
                <c:pt idx="5392">
                  <c:v>5.6</c:v>
                </c:pt>
                <c:pt idx="5393">
                  <c:v>7.8</c:v>
                </c:pt>
                <c:pt idx="5394">
                  <c:v>9</c:v>
                </c:pt>
                <c:pt idx="5395">
                  <c:v>5.5</c:v>
                </c:pt>
                <c:pt idx="5396">
                  <c:v>8.6999999999999993</c:v>
                </c:pt>
                <c:pt idx="5397">
                  <c:v>9.6</c:v>
                </c:pt>
                <c:pt idx="5398">
                  <c:v>6.9</c:v>
                </c:pt>
                <c:pt idx="5399">
                  <c:v>5</c:v>
                </c:pt>
                <c:pt idx="5400">
                  <c:v>6.5</c:v>
                </c:pt>
                <c:pt idx="5401">
                  <c:v>6.9</c:v>
                </c:pt>
                <c:pt idx="5402">
                  <c:v>6</c:v>
                </c:pt>
                <c:pt idx="5403">
                  <c:v>7.6</c:v>
                </c:pt>
                <c:pt idx="5404">
                  <c:v>8.3000000000000007</c:v>
                </c:pt>
                <c:pt idx="5405">
                  <c:v>9.8000000000000007</c:v>
                </c:pt>
                <c:pt idx="5406">
                  <c:v>4.8</c:v>
                </c:pt>
                <c:pt idx="5407">
                  <c:v>8.9</c:v>
                </c:pt>
                <c:pt idx="5408">
                  <c:v>5.7</c:v>
                </c:pt>
                <c:pt idx="5409">
                  <c:v>6</c:v>
                </c:pt>
                <c:pt idx="5410">
                  <c:v>5</c:v>
                </c:pt>
                <c:pt idx="5411">
                  <c:v>4.3</c:v>
                </c:pt>
                <c:pt idx="5412">
                  <c:v>8.8000000000000007</c:v>
                </c:pt>
                <c:pt idx="5413">
                  <c:v>5.9</c:v>
                </c:pt>
                <c:pt idx="5414">
                  <c:v>7.9</c:v>
                </c:pt>
                <c:pt idx="5415">
                  <c:v>7.8</c:v>
                </c:pt>
                <c:pt idx="5416">
                  <c:v>9.5</c:v>
                </c:pt>
                <c:pt idx="5417">
                  <c:v>7.3</c:v>
                </c:pt>
                <c:pt idx="5418">
                  <c:v>6.5</c:v>
                </c:pt>
                <c:pt idx="5419">
                  <c:v>5.4</c:v>
                </c:pt>
                <c:pt idx="5420">
                  <c:v>5.0999999999999996</c:v>
                </c:pt>
                <c:pt idx="5421">
                  <c:v>7</c:v>
                </c:pt>
                <c:pt idx="5422">
                  <c:v>4.0999999999999996</c:v>
                </c:pt>
                <c:pt idx="5423">
                  <c:v>4.5</c:v>
                </c:pt>
                <c:pt idx="5424">
                  <c:v>5.3</c:v>
                </c:pt>
                <c:pt idx="5425">
                  <c:v>4.0999999999999996</c:v>
                </c:pt>
                <c:pt idx="5426">
                  <c:v>8.9</c:v>
                </c:pt>
                <c:pt idx="5427">
                  <c:v>9.3000000000000007</c:v>
                </c:pt>
                <c:pt idx="5428">
                  <c:v>4.2</c:v>
                </c:pt>
                <c:pt idx="5429">
                  <c:v>4.8</c:v>
                </c:pt>
                <c:pt idx="5430">
                  <c:v>4.7</c:v>
                </c:pt>
                <c:pt idx="5431">
                  <c:v>6</c:v>
                </c:pt>
                <c:pt idx="5432">
                  <c:v>7.9</c:v>
                </c:pt>
                <c:pt idx="5433">
                  <c:v>7.3</c:v>
                </c:pt>
                <c:pt idx="5434">
                  <c:v>5.9</c:v>
                </c:pt>
                <c:pt idx="5435">
                  <c:v>6.5</c:v>
                </c:pt>
                <c:pt idx="5436">
                  <c:v>5</c:v>
                </c:pt>
                <c:pt idx="5437">
                  <c:v>7.2</c:v>
                </c:pt>
                <c:pt idx="5438">
                  <c:v>4.8</c:v>
                </c:pt>
                <c:pt idx="5439">
                  <c:v>7.6</c:v>
                </c:pt>
                <c:pt idx="5440">
                  <c:v>9.8000000000000007</c:v>
                </c:pt>
                <c:pt idx="5441">
                  <c:v>5</c:v>
                </c:pt>
                <c:pt idx="5442">
                  <c:v>8.8000000000000007</c:v>
                </c:pt>
                <c:pt idx="5443">
                  <c:v>8.9</c:v>
                </c:pt>
                <c:pt idx="5444">
                  <c:v>4.2</c:v>
                </c:pt>
                <c:pt idx="5445">
                  <c:v>9.6</c:v>
                </c:pt>
                <c:pt idx="5446">
                  <c:v>6.4</c:v>
                </c:pt>
                <c:pt idx="5447">
                  <c:v>7.3</c:v>
                </c:pt>
                <c:pt idx="5448">
                  <c:v>4.2</c:v>
                </c:pt>
                <c:pt idx="5449">
                  <c:v>7.8</c:v>
                </c:pt>
                <c:pt idx="5450">
                  <c:v>9.5</c:v>
                </c:pt>
                <c:pt idx="5451">
                  <c:v>7.9</c:v>
                </c:pt>
                <c:pt idx="5452">
                  <c:v>5.4</c:v>
                </c:pt>
                <c:pt idx="5453">
                  <c:v>6</c:v>
                </c:pt>
                <c:pt idx="5454">
                  <c:v>5.8</c:v>
                </c:pt>
                <c:pt idx="5455">
                  <c:v>9.6999999999999993</c:v>
                </c:pt>
                <c:pt idx="5456">
                  <c:v>5.9</c:v>
                </c:pt>
                <c:pt idx="5457">
                  <c:v>7.8</c:v>
                </c:pt>
                <c:pt idx="5458">
                  <c:v>7.9</c:v>
                </c:pt>
                <c:pt idx="5459">
                  <c:v>5.3</c:v>
                </c:pt>
                <c:pt idx="5460">
                  <c:v>4.8</c:v>
                </c:pt>
                <c:pt idx="5461">
                  <c:v>5</c:v>
                </c:pt>
                <c:pt idx="5462">
                  <c:v>6</c:v>
                </c:pt>
                <c:pt idx="5463">
                  <c:v>9.5</c:v>
                </c:pt>
                <c:pt idx="5464">
                  <c:v>9.4</c:v>
                </c:pt>
                <c:pt idx="5465">
                  <c:v>7.3</c:v>
                </c:pt>
                <c:pt idx="5466">
                  <c:v>6.6</c:v>
                </c:pt>
                <c:pt idx="5467">
                  <c:v>8.9</c:v>
                </c:pt>
                <c:pt idx="5468">
                  <c:v>8.6999999999999993</c:v>
                </c:pt>
                <c:pt idx="5469">
                  <c:v>5.9</c:v>
                </c:pt>
                <c:pt idx="5470">
                  <c:v>4.3</c:v>
                </c:pt>
                <c:pt idx="5471">
                  <c:v>5</c:v>
                </c:pt>
                <c:pt idx="5472">
                  <c:v>6.7</c:v>
                </c:pt>
                <c:pt idx="5473">
                  <c:v>8.1</c:v>
                </c:pt>
                <c:pt idx="5474">
                  <c:v>8.1999999999999993</c:v>
                </c:pt>
                <c:pt idx="5475">
                  <c:v>5.2</c:v>
                </c:pt>
                <c:pt idx="5476">
                  <c:v>4.2</c:v>
                </c:pt>
                <c:pt idx="5477">
                  <c:v>7</c:v>
                </c:pt>
                <c:pt idx="5478">
                  <c:v>6.6</c:v>
                </c:pt>
                <c:pt idx="5479">
                  <c:v>8.8000000000000007</c:v>
                </c:pt>
                <c:pt idx="5480">
                  <c:v>7.1</c:v>
                </c:pt>
                <c:pt idx="5481">
                  <c:v>6.3</c:v>
                </c:pt>
                <c:pt idx="5482">
                  <c:v>5.8</c:v>
                </c:pt>
                <c:pt idx="5483">
                  <c:v>9.5</c:v>
                </c:pt>
                <c:pt idx="5484">
                  <c:v>7</c:v>
                </c:pt>
                <c:pt idx="5485">
                  <c:v>6</c:v>
                </c:pt>
                <c:pt idx="5486">
                  <c:v>4.9000000000000004</c:v>
                </c:pt>
                <c:pt idx="5487">
                  <c:v>4.8</c:v>
                </c:pt>
                <c:pt idx="5488">
                  <c:v>7.3</c:v>
                </c:pt>
                <c:pt idx="5489">
                  <c:v>4.0999999999999996</c:v>
                </c:pt>
                <c:pt idx="5490">
                  <c:v>5.9</c:v>
                </c:pt>
                <c:pt idx="5491">
                  <c:v>6</c:v>
                </c:pt>
                <c:pt idx="5492">
                  <c:v>9.5</c:v>
                </c:pt>
                <c:pt idx="5493">
                  <c:v>7</c:v>
                </c:pt>
                <c:pt idx="5494">
                  <c:v>6.2</c:v>
                </c:pt>
                <c:pt idx="5495">
                  <c:v>5.9</c:v>
                </c:pt>
                <c:pt idx="5496">
                  <c:v>7</c:v>
                </c:pt>
                <c:pt idx="5497">
                  <c:v>4.5999999999999996</c:v>
                </c:pt>
                <c:pt idx="5498">
                  <c:v>8.8000000000000007</c:v>
                </c:pt>
                <c:pt idx="5499">
                  <c:v>6.3</c:v>
                </c:pt>
                <c:pt idx="5500">
                  <c:v>9.6</c:v>
                </c:pt>
                <c:pt idx="5501">
                  <c:v>9.1999999999999993</c:v>
                </c:pt>
                <c:pt idx="5502">
                  <c:v>7.3</c:v>
                </c:pt>
                <c:pt idx="5503">
                  <c:v>9.1</c:v>
                </c:pt>
                <c:pt idx="5504">
                  <c:v>8.4</c:v>
                </c:pt>
                <c:pt idx="5505">
                  <c:v>8.6</c:v>
                </c:pt>
                <c:pt idx="5506">
                  <c:v>9.5</c:v>
                </c:pt>
                <c:pt idx="5507">
                  <c:v>4.9000000000000004</c:v>
                </c:pt>
                <c:pt idx="5508">
                  <c:v>8.5</c:v>
                </c:pt>
                <c:pt idx="5509">
                  <c:v>8.9</c:v>
                </c:pt>
                <c:pt idx="5510">
                  <c:v>9.1</c:v>
                </c:pt>
                <c:pt idx="5511">
                  <c:v>7.6</c:v>
                </c:pt>
                <c:pt idx="5512">
                  <c:v>5.4</c:v>
                </c:pt>
                <c:pt idx="5513">
                  <c:v>9.6</c:v>
                </c:pt>
                <c:pt idx="5514">
                  <c:v>9.1999999999999993</c:v>
                </c:pt>
                <c:pt idx="5515">
                  <c:v>6.1</c:v>
                </c:pt>
                <c:pt idx="5516">
                  <c:v>9.8000000000000007</c:v>
                </c:pt>
                <c:pt idx="5517">
                  <c:v>4.8</c:v>
                </c:pt>
                <c:pt idx="5518">
                  <c:v>7.5</c:v>
                </c:pt>
                <c:pt idx="5519">
                  <c:v>7.8</c:v>
                </c:pt>
                <c:pt idx="5520">
                  <c:v>5.6</c:v>
                </c:pt>
                <c:pt idx="5521">
                  <c:v>5.6</c:v>
                </c:pt>
                <c:pt idx="5522">
                  <c:v>9.6999999999999993</c:v>
                </c:pt>
                <c:pt idx="5523">
                  <c:v>6</c:v>
                </c:pt>
                <c:pt idx="5524">
                  <c:v>7</c:v>
                </c:pt>
                <c:pt idx="5525">
                  <c:v>7.5</c:v>
                </c:pt>
                <c:pt idx="5526">
                  <c:v>4.4000000000000004</c:v>
                </c:pt>
                <c:pt idx="5527">
                  <c:v>8</c:v>
                </c:pt>
                <c:pt idx="5528">
                  <c:v>4.4000000000000004</c:v>
                </c:pt>
                <c:pt idx="5529">
                  <c:v>4.7</c:v>
                </c:pt>
                <c:pt idx="5530">
                  <c:v>8.8000000000000007</c:v>
                </c:pt>
                <c:pt idx="5531">
                  <c:v>9</c:v>
                </c:pt>
                <c:pt idx="5532">
                  <c:v>8.1</c:v>
                </c:pt>
                <c:pt idx="5533">
                  <c:v>5.3</c:v>
                </c:pt>
                <c:pt idx="5534">
                  <c:v>7.1</c:v>
                </c:pt>
                <c:pt idx="5535">
                  <c:v>9.4</c:v>
                </c:pt>
                <c:pt idx="5536">
                  <c:v>8.1</c:v>
                </c:pt>
                <c:pt idx="5537">
                  <c:v>6.8</c:v>
                </c:pt>
                <c:pt idx="5538">
                  <c:v>8.4</c:v>
                </c:pt>
                <c:pt idx="5539">
                  <c:v>7.6</c:v>
                </c:pt>
                <c:pt idx="5540">
                  <c:v>4.5999999999999996</c:v>
                </c:pt>
                <c:pt idx="5541">
                  <c:v>7.5</c:v>
                </c:pt>
                <c:pt idx="5542">
                  <c:v>7.7</c:v>
                </c:pt>
                <c:pt idx="5543">
                  <c:v>6</c:v>
                </c:pt>
                <c:pt idx="5544">
                  <c:v>6.4</c:v>
                </c:pt>
                <c:pt idx="5545">
                  <c:v>4.5</c:v>
                </c:pt>
                <c:pt idx="5546">
                  <c:v>6.8</c:v>
                </c:pt>
                <c:pt idx="5547">
                  <c:v>6.1</c:v>
                </c:pt>
                <c:pt idx="5548">
                  <c:v>5.4</c:v>
                </c:pt>
                <c:pt idx="5549">
                  <c:v>7.5</c:v>
                </c:pt>
                <c:pt idx="5550">
                  <c:v>6.4</c:v>
                </c:pt>
                <c:pt idx="5551">
                  <c:v>5.8</c:v>
                </c:pt>
                <c:pt idx="5552">
                  <c:v>5.9</c:v>
                </c:pt>
                <c:pt idx="5553">
                  <c:v>7.7</c:v>
                </c:pt>
                <c:pt idx="5554">
                  <c:v>9</c:v>
                </c:pt>
                <c:pt idx="5555">
                  <c:v>9.9</c:v>
                </c:pt>
                <c:pt idx="5556">
                  <c:v>8.8000000000000007</c:v>
                </c:pt>
                <c:pt idx="5557">
                  <c:v>7.9</c:v>
                </c:pt>
                <c:pt idx="5558">
                  <c:v>7.4</c:v>
                </c:pt>
                <c:pt idx="5559">
                  <c:v>4.4000000000000004</c:v>
                </c:pt>
                <c:pt idx="5560">
                  <c:v>9.6999999999999993</c:v>
                </c:pt>
                <c:pt idx="5561">
                  <c:v>5.6</c:v>
                </c:pt>
                <c:pt idx="5562">
                  <c:v>9.6999999999999993</c:v>
                </c:pt>
                <c:pt idx="5563">
                  <c:v>8.1</c:v>
                </c:pt>
                <c:pt idx="5564">
                  <c:v>5</c:v>
                </c:pt>
                <c:pt idx="5565">
                  <c:v>9.5</c:v>
                </c:pt>
                <c:pt idx="5566">
                  <c:v>8.5</c:v>
                </c:pt>
                <c:pt idx="5567">
                  <c:v>9.8000000000000007</c:v>
                </c:pt>
                <c:pt idx="5568">
                  <c:v>5.5</c:v>
                </c:pt>
                <c:pt idx="5569">
                  <c:v>8.8000000000000007</c:v>
                </c:pt>
                <c:pt idx="5570">
                  <c:v>9.1</c:v>
                </c:pt>
                <c:pt idx="5571">
                  <c:v>7.6</c:v>
                </c:pt>
                <c:pt idx="5572">
                  <c:v>9.1</c:v>
                </c:pt>
                <c:pt idx="5573">
                  <c:v>4.9000000000000004</c:v>
                </c:pt>
                <c:pt idx="5574">
                  <c:v>9.8000000000000007</c:v>
                </c:pt>
                <c:pt idx="5575">
                  <c:v>4.2</c:v>
                </c:pt>
                <c:pt idx="5576">
                  <c:v>7.7</c:v>
                </c:pt>
                <c:pt idx="5577">
                  <c:v>9.3000000000000007</c:v>
                </c:pt>
                <c:pt idx="5578">
                  <c:v>6.7</c:v>
                </c:pt>
                <c:pt idx="5579">
                  <c:v>5.0999999999999996</c:v>
                </c:pt>
                <c:pt idx="5580">
                  <c:v>9.3000000000000007</c:v>
                </c:pt>
                <c:pt idx="5581">
                  <c:v>10</c:v>
                </c:pt>
                <c:pt idx="5582">
                  <c:v>7.8</c:v>
                </c:pt>
                <c:pt idx="5583">
                  <c:v>5.7</c:v>
                </c:pt>
                <c:pt idx="5584">
                  <c:v>8.1</c:v>
                </c:pt>
                <c:pt idx="5585">
                  <c:v>8.8000000000000007</c:v>
                </c:pt>
                <c:pt idx="5586">
                  <c:v>4.9000000000000004</c:v>
                </c:pt>
                <c:pt idx="5587">
                  <c:v>5.8</c:v>
                </c:pt>
                <c:pt idx="5588">
                  <c:v>7</c:v>
                </c:pt>
                <c:pt idx="5589">
                  <c:v>5.4</c:v>
                </c:pt>
                <c:pt idx="5590">
                  <c:v>9.6999999999999993</c:v>
                </c:pt>
                <c:pt idx="5591">
                  <c:v>4.8</c:v>
                </c:pt>
                <c:pt idx="5592">
                  <c:v>7.9</c:v>
                </c:pt>
                <c:pt idx="5593">
                  <c:v>4.7</c:v>
                </c:pt>
                <c:pt idx="5594">
                  <c:v>8.3000000000000007</c:v>
                </c:pt>
                <c:pt idx="5595">
                  <c:v>7.3</c:v>
                </c:pt>
                <c:pt idx="5596">
                  <c:v>6.7</c:v>
                </c:pt>
                <c:pt idx="5597">
                  <c:v>5.7</c:v>
                </c:pt>
                <c:pt idx="5598">
                  <c:v>4.5999999999999996</c:v>
                </c:pt>
                <c:pt idx="5599">
                  <c:v>5.6</c:v>
                </c:pt>
                <c:pt idx="5600">
                  <c:v>7.6</c:v>
                </c:pt>
                <c:pt idx="5601">
                  <c:v>8.5</c:v>
                </c:pt>
                <c:pt idx="5602">
                  <c:v>9.8000000000000007</c:v>
                </c:pt>
                <c:pt idx="5603">
                  <c:v>9</c:v>
                </c:pt>
                <c:pt idx="5604">
                  <c:v>5.3</c:v>
                </c:pt>
                <c:pt idx="5605">
                  <c:v>9.5</c:v>
                </c:pt>
                <c:pt idx="5606">
                  <c:v>7.1</c:v>
                </c:pt>
                <c:pt idx="5607">
                  <c:v>8.4</c:v>
                </c:pt>
                <c:pt idx="5608">
                  <c:v>6.8</c:v>
                </c:pt>
                <c:pt idx="5609">
                  <c:v>5.0999999999999996</c:v>
                </c:pt>
                <c:pt idx="5610">
                  <c:v>9</c:v>
                </c:pt>
                <c:pt idx="5611">
                  <c:v>8.1</c:v>
                </c:pt>
                <c:pt idx="5612">
                  <c:v>4.5999999999999996</c:v>
                </c:pt>
                <c:pt idx="5613">
                  <c:v>7.5</c:v>
                </c:pt>
                <c:pt idx="5614">
                  <c:v>7.6</c:v>
                </c:pt>
                <c:pt idx="5615">
                  <c:v>7.6</c:v>
                </c:pt>
                <c:pt idx="5616">
                  <c:v>9.1999999999999993</c:v>
                </c:pt>
                <c:pt idx="5617">
                  <c:v>8.3000000000000007</c:v>
                </c:pt>
                <c:pt idx="5618">
                  <c:v>4.5</c:v>
                </c:pt>
                <c:pt idx="5619">
                  <c:v>6.2</c:v>
                </c:pt>
                <c:pt idx="5620">
                  <c:v>8.9</c:v>
                </c:pt>
                <c:pt idx="5621">
                  <c:v>6.9</c:v>
                </c:pt>
                <c:pt idx="5622">
                  <c:v>4.5999999999999996</c:v>
                </c:pt>
                <c:pt idx="5623">
                  <c:v>8.4</c:v>
                </c:pt>
                <c:pt idx="5624">
                  <c:v>9.3000000000000007</c:v>
                </c:pt>
                <c:pt idx="5625">
                  <c:v>5.8</c:v>
                </c:pt>
                <c:pt idx="5626">
                  <c:v>8.1</c:v>
                </c:pt>
                <c:pt idx="5627">
                  <c:v>7.9</c:v>
                </c:pt>
                <c:pt idx="5628">
                  <c:v>4.9000000000000004</c:v>
                </c:pt>
                <c:pt idx="5629">
                  <c:v>7.5</c:v>
                </c:pt>
                <c:pt idx="5630">
                  <c:v>6.4</c:v>
                </c:pt>
                <c:pt idx="5631">
                  <c:v>7.5</c:v>
                </c:pt>
                <c:pt idx="5632">
                  <c:v>7.8</c:v>
                </c:pt>
                <c:pt idx="5633">
                  <c:v>4.5999999999999996</c:v>
                </c:pt>
                <c:pt idx="5634">
                  <c:v>5.9</c:v>
                </c:pt>
                <c:pt idx="5635">
                  <c:v>7.4</c:v>
                </c:pt>
                <c:pt idx="5636">
                  <c:v>7.8</c:v>
                </c:pt>
                <c:pt idx="5637">
                  <c:v>5.9</c:v>
                </c:pt>
                <c:pt idx="5638">
                  <c:v>4.3</c:v>
                </c:pt>
                <c:pt idx="5639">
                  <c:v>9.6</c:v>
                </c:pt>
                <c:pt idx="5640">
                  <c:v>8.5</c:v>
                </c:pt>
                <c:pt idx="5641">
                  <c:v>7</c:v>
                </c:pt>
                <c:pt idx="5642">
                  <c:v>6.8</c:v>
                </c:pt>
                <c:pt idx="5643">
                  <c:v>7.6</c:v>
                </c:pt>
                <c:pt idx="5644">
                  <c:v>5.2</c:v>
                </c:pt>
                <c:pt idx="5645">
                  <c:v>10</c:v>
                </c:pt>
                <c:pt idx="5646">
                  <c:v>8.5</c:v>
                </c:pt>
                <c:pt idx="5647">
                  <c:v>5.9</c:v>
                </c:pt>
                <c:pt idx="5648">
                  <c:v>6</c:v>
                </c:pt>
                <c:pt idx="5649">
                  <c:v>8.9</c:v>
                </c:pt>
                <c:pt idx="5650">
                  <c:v>6.5</c:v>
                </c:pt>
                <c:pt idx="5651">
                  <c:v>9.3000000000000007</c:v>
                </c:pt>
                <c:pt idx="5652">
                  <c:v>5.0999999999999996</c:v>
                </c:pt>
                <c:pt idx="5653">
                  <c:v>7.8</c:v>
                </c:pt>
                <c:pt idx="5654">
                  <c:v>7.8</c:v>
                </c:pt>
                <c:pt idx="5655">
                  <c:v>8.6999999999999993</c:v>
                </c:pt>
                <c:pt idx="5656">
                  <c:v>6.4</c:v>
                </c:pt>
                <c:pt idx="5657">
                  <c:v>6.8</c:v>
                </c:pt>
                <c:pt idx="5658">
                  <c:v>5.8</c:v>
                </c:pt>
                <c:pt idx="5659">
                  <c:v>9.4</c:v>
                </c:pt>
                <c:pt idx="5660">
                  <c:v>5.6</c:v>
                </c:pt>
                <c:pt idx="5661">
                  <c:v>6.3</c:v>
                </c:pt>
                <c:pt idx="5662">
                  <c:v>4.5999999999999996</c:v>
                </c:pt>
                <c:pt idx="5663">
                  <c:v>9</c:v>
                </c:pt>
                <c:pt idx="5664">
                  <c:v>8</c:v>
                </c:pt>
                <c:pt idx="5665">
                  <c:v>4.3</c:v>
                </c:pt>
                <c:pt idx="5666">
                  <c:v>4.8</c:v>
                </c:pt>
                <c:pt idx="5667">
                  <c:v>6.9</c:v>
                </c:pt>
                <c:pt idx="5668">
                  <c:v>9.1999999999999993</c:v>
                </c:pt>
                <c:pt idx="5669">
                  <c:v>5.2</c:v>
                </c:pt>
                <c:pt idx="5670">
                  <c:v>6.2</c:v>
                </c:pt>
                <c:pt idx="5671">
                  <c:v>4.5999999999999996</c:v>
                </c:pt>
                <c:pt idx="5672">
                  <c:v>8</c:v>
                </c:pt>
                <c:pt idx="5673">
                  <c:v>7.8</c:v>
                </c:pt>
                <c:pt idx="5674">
                  <c:v>4.5</c:v>
                </c:pt>
                <c:pt idx="5675">
                  <c:v>9.8000000000000007</c:v>
                </c:pt>
                <c:pt idx="5676">
                  <c:v>4.9000000000000004</c:v>
                </c:pt>
                <c:pt idx="5677">
                  <c:v>5.4</c:v>
                </c:pt>
                <c:pt idx="5678">
                  <c:v>6.3</c:v>
                </c:pt>
                <c:pt idx="5679">
                  <c:v>7.6</c:v>
                </c:pt>
                <c:pt idx="5680">
                  <c:v>7.1</c:v>
                </c:pt>
                <c:pt idx="5681">
                  <c:v>8.6999999999999993</c:v>
                </c:pt>
                <c:pt idx="5682">
                  <c:v>4.8</c:v>
                </c:pt>
                <c:pt idx="5683">
                  <c:v>4.3</c:v>
                </c:pt>
                <c:pt idx="5684">
                  <c:v>8.3000000000000007</c:v>
                </c:pt>
                <c:pt idx="5685">
                  <c:v>8.6999999999999993</c:v>
                </c:pt>
                <c:pt idx="5686">
                  <c:v>8.9</c:v>
                </c:pt>
                <c:pt idx="5687">
                  <c:v>7.5</c:v>
                </c:pt>
                <c:pt idx="5688">
                  <c:v>6.1</c:v>
                </c:pt>
                <c:pt idx="5689">
                  <c:v>8.5</c:v>
                </c:pt>
                <c:pt idx="5690">
                  <c:v>8.3000000000000007</c:v>
                </c:pt>
                <c:pt idx="5691">
                  <c:v>5.6</c:v>
                </c:pt>
                <c:pt idx="5692">
                  <c:v>8.1999999999999993</c:v>
                </c:pt>
                <c:pt idx="5693">
                  <c:v>7.4</c:v>
                </c:pt>
                <c:pt idx="5694">
                  <c:v>4.3</c:v>
                </c:pt>
                <c:pt idx="5695">
                  <c:v>8</c:v>
                </c:pt>
                <c:pt idx="5696">
                  <c:v>7.2</c:v>
                </c:pt>
                <c:pt idx="5697">
                  <c:v>4.9000000000000004</c:v>
                </c:pt>
                <c:pt idx="5698">
                  <c:v>7.6</c:v>
                </c:pt>
                <c:pt idx="5699">
                  <c:v>9.3000000000000007</c:v>
                </c:pt>
                <c:pt idx="5700">
                  <c:v>6.7</c:v>
                </c:pt>
                <c:pt idx="5701">
                  <c:v>8.3000000000000007</c:v>
                </c:pt>
                <c:pt idx="5702">
                  <c:v>5.4</c:v>
                </c:pt>
                <c:pt idx="5703">
                  <c:v>4.7</c:v>
                </c:pt>
                <c:pt idx="5704">
                  <c:v>6.3</c:v>
                </c:pt>
                <c:pt idx="5705">
                  <c:v>8.6999999999999993</c:v>
                </c:pt>
                <c:pt idx="5706">
                  <c:v>4</c:v>
                </c:pt>
                <c:pt idx="5707">
                  <c:v>9.6</c:v>
                </c:pt>
                <c:pt idx="5708">
                  <c:v>8.4</c:v>
                </c:pt>
                <c:pt idx="5709">
                  <c:v>4.7</c:v>
                </c:pt>
                <c:pt idx="5710">
                  <c:v>4.7</c:v>
                </c:pt>
                <c:pt idx="5711">
                  <c:v>7.6</c:v>
                </c:pt>
                <c:pt idx="5712">
                  <c:v>5.9</c:v>
                </c:pt>
                <c:pt idx="5713">
                  <c:v>9.5</c:v>
                </c:pt>
                <c:pt idx="5714">
                  <c:v>7.4</c:v>
                </c:pt>
                <c:pt idx="5715">
                  <c:v>8.3000000000000007</c:v>
                </c:pt>
                <c:pt idx="5716">
                  <c:v>8.1999999999999993</c:v>
                </c:pt>
                <c:pt idx="5717">
                  <c:v>9.1</c:v>
                </c:pt>
                <c:pt idx="5718">
                  <c:v>7</c:v>
                </c:pt>
                <c:pt idx="5719">
                  <c:v>6.2</c:v>
                </c:pt>
                <c:pt idx="5720">
                  <c:v>5.6</c:v>
                </c:pt>
                <c:pt idx="5721">
                  <c:v>6.5</c:v>
                </c:pt>
                <c:pt idx="5722">
                  <c:v>8.5</c:v>
                </c:pt>
                <c:pt idx="5723">
                  <c:v>9.6</c:v>
                </c:pt>
                <c:pt idx="5724">
                  <c:v>5.4</c:v>
                </c:pt>
                <c:pt idx="5725">
                  <c:v>7.4</c:v>
                </c:pt>
                <c:pt idx="5726">
                  <c:v>9.6</c:v>
                </c:pt>
                <c:pt idx="5727">
                  <c:v>7.8</c:v>
                </c:pt>
                <c:pt idx="5728">
                  <c:v>5.5</c:v>
                </c:pt>
                <c:pt idx="5729">
                  <c:v>6.7</c:v>
                </c:pt>
                <c:pt idx="5730">
                  <c:v>5.8</c:v>
                </c:pt>
                <c:pt idx="5731">
                  <c:v>7.4</c:v>
                </c:pt>
                <c:pt idx="5732">
                  <c:v>8.1</c:v>
                </c:pt>
                <c:pt idx="5733">
                  <c:v>5.0999999999999996</c:v>
                </c:pt>
                <c:pt idx="5734">
                  <c:v>5.4</c:v>
                </c:pt>
                <c:pt idx="5735">
                  <c:v>5.8</c:v>
                </c:pt>
                <c:pt idx="5736">
                  <c:v>4.9000000000000004</c:v>
                </c:pt>
                <c:pt idx="5737">
                  <c:v>8.1</c:v>
                </c:pt>
                <c:pt idx="5738">
                  <c:v>8.6</c:v>
                </c:pt>
                <c:pt idx="5739">
                  <c:v>7.2</c:v>
                </c:pt>
                <c:pt idx="5740">
                  <c:v>4.2</c:v>
                </c:pt>
                <c:pt idx="5741">
                  <c:v>4.2</c:v>
                </c:pt>
                <c:pt idx="5742">
                  <c:v>6.3</c:v>
                </c:pt>
                <c:pt idx="5743">
                  <c:v>6.2</c:v>
                </c:pt>
                <c:pt idx="5744">
                  <c:v>8.9</c:v>
                </c:pt>
                <c:pt idx="5745">
                  <c:v>4.5</c:v>
                </c:pt>
                <c:pt idx="5746">
                  <c:v>5.5</c:v>
                </c:pt>
                <c:pt idx="5747">
                  <c:v>8.6999999999999993</c:v>
                </c:pt>
                <c:pt idx="5748">
                  <c:v>5.7</c:v>
                </c:pt>
                <c:pt idx="5749">
                  <c:v>7.8</c:v>
                </c:pt>
                <c:pt idx="5750">
                  <c:v>7.3</c:v>
                </c:pt>
                <c:pt idx="5751">
                  <c:v>6</c:v>
                </c:pt>
                <c:pt idx="5752">
                  <c:v>4.5999999999999996</c:v>
                </c:pt>
                <c:pt idx="5753">
                  <c:v>7.6</c:v>
                </c:pt>
                <c:pt idx="5754">
                  <c:v>4.5</c:v>
                </c:pt>
                <c:pt idx="5755">
                  <c:v>5.9</c:v>
                </c:pt>
                <c:pt idx="5756">
                  <c:v>5.2</c:v>
                </c:pt>
                <c:pt idx="5757">
                  <c:v>5.8</c:v>
                </c:pt>
                <c:pt idx="5758">
                  <c:v>8.1999999999999993</c:v>
                </c:pt>
                <c:pt idx="5759">
                  <c:v>9.9</c:v>
                </c:pt>
                <c:pt idx="5760">
                  <c:v>6.9</c:v>
                </c:pt>
                <c:pt idx="5761">
                  <c:v>5.8</c:v>
                </c:pt>
                <c:pt idx="5762">
                  <c:v>7.5</c:v>
                </c:pt>
                <c:pt idx="5763">
                  <c:v>6.1</c:v>
                </c:pt>
                <c:pt idx="5764">
                  <c:v>6.1</c:v>
                </c:pt>
                <c:pt idx="5765">
                  <c:v>7.8</c:v>
                </c:pt>
                <c:pt idx="5766">
                  <c:v>9.6</c:v>
                </c:pt>
                <c:pt idx="5767">
                  <c:v>8.5</c:v>
                </c:pt>
                <c:pt idx="5768">
                  <c:v>8.6999999999999993</c:v>
                </c:pt>
                <c:pt idx="5769">
                  <c:v>6.6</c:v>
                </c:pt>
                <c:pt idx="5770">
                  <c:v>7.4</c:v>
                </c:pt>
                <c:pt idx="5771">
                  <c:v>4.4000000000000004</c:v>
                </c:pt>
                <c:pt idx="5772">
                  <c:v>5.0999999999999996</c:v>
                </c:pt>
                <c:pt idx="5773">
                  <c:v>9.9</c:v>
                </c:pt>
                <c:pt idx="5774">
                  <c:v>6.2</c:v>
                </c:pt>
                <c:pt idx="5775">
                  <c:v>5.7</c:v>
                </c:pt>
                <c:pt idx="5776">
                  <c:v>7.2</c:v>
                </c:pt>
                <c:pt idx="5777">
                  <c:v>4.2</c:v>
                </c:pt>
                <c:pt idx="5778">
                  <c:v>9.1999999999999993</c:v>
                </c:pt>
                <c:pt idx="5779">
                  <c:v>8.4</c:v>
                </c:pt>
                <c:pt idx="5780">
                  <c:v>6.9</c:v>
                </c:pt>
                <c:pt idx="5781">
                  <c:v>8.6</c:v>
                </c:pt>
                <c:pt idx="5782">
                  <c:v>6.9</c:v>
                </c:pt>
                <c:pt idx="5783">
                  <c:v>5.9</c:v>
                </c:pt>
                <c:pt idx="5784">
                  <c:v>7.2</c:v>
                </c:pt>
                <c:pt idx="5785">
                  <c:v>6.3</c:v>
                </c:pt>
                <c:pt idx="5786">
                  <c:v>5</c:v>
                </c:pt>
                <c:pt idx="5787">
                  <c:v>4.7</c:v>
                </c:pt>
                <c:pt idx="5788">
                  <c:v>9.1</c:v>
                </c:pt>
                <c:pt idx="5789">
                  <c:v>9.1</c:v>
                </c:pt>
                <c:pt idx="5790">
                  <c:v>5.4</c:v>
                </c:pt>
                <c:pt idx="5791">
                  <c:v>6.2</c:v>
                </c:pt>
                <c:pt idx="5792">
                  <c:v>6.3</c:v>
                </c:pt>
                <c:pt idx="5793">
                  <c:v>8.5</c:v>
                </c:pt>
                <c:pt idx="5794">
                  <c:v>6.3</c:v>
                </c:pt>
                <c:pt idx="5795">
                  <c:v>4.5</c:v>
                </c:pt>
                <c:pt idx="5796">
                  <c:v>4.2</c:v>
                </c:pt>
                <c:pt idx="5797">
                  <c:v>9.4</c:v>
                </c:pt>
                <c:pt idx="5798">
                  <c:v>6</c:v>
                </c:pt>
                <c:pt idx="5799">
                  <c:v>9</c:v>
                </c:pt>
                <c:pt idx="5800">
                  <c:v>4.0999999999999996</c:v>
                </c:pt>
                <c:pt idx="5801">
                  <c:v>4.9000000000000004</c:v>
                </c:pt>
                <c:pt idx="5802">
                  <c:v>5.3</c:v>
                </c:pt>
                <c:pt idx="5803">
                  <c:v>5.0999999999999996</c:v>
                </c:pt>
                <c:pt idx="5804">
                  <c:v>8.4</c:v>
                </c:pt>
                <c:pt idx="5805">
                  <c:v>8.9</c:v>
                </c:pt>
                <c:pt idx="5806">
                  <c:v>7.5</c:v>
                </c:pt>
                <c:pt idx="5807">
                  <c:v>6.7</c:v>
                </c:pt>
                <c:pt idx="5808">
                  <c:v>8.8000000000000007</c:v>
                </c:pt>
                <c:pt idx="5809">
                  <c:v>9.5</c:v>
                </c:pt>
                <c:pt idx="5810">
                  <c:v>7.8</c:v>
                </c:pt>
                <c:pt idx="5811">
                  <c:v>5.7</c:v>
                </c:pt>
                <c:pt idx="5812">
                  <c:v>4.8</c:v>
                </c:pt>
                <c:pt idx="5813">
                  <c:v>5.5</c:v>
                </c:pt>
                <c:pt idx="5814">
                  <c:v>6.4</c:v>
                </c:pt>
                <c:pt idx="5815">
                  <c:v>7.7</c:v>
                </c:pt>
                <c:pt idx="5816">
                  <c:v>6.1</c:v>
                </c:pt>
                <c:pt idx="5817">
                  <c:v>7.5</c:v>
                </c:pt>
                <c:pt idx="5818">
                  <c:v>6</c:v>
                </c:pt>
                <c:pt idx="5819">
                  <c:v>9.3000000000000007</c:v>
                </c:pt>
                <c:pt idx="5820">
                  <c:v>4.9000000000000004</c:v>
                </c:pt>
                <c:pt idx="5821">
                  <c:v>9.5</c:v>
                </c:pt>
                <c:pt idx="5822">
                  <c:v>8.9</c:v>
                </c:pt>
                <c:pt idx="5823">
                  <c:v>5.5</c:v>
                </c:pt>
                <c:pt idx="5824">
                  <c:v>7.1</c:v>
                </c:pt>
                <c:pt idx="5825">
                  <c:v>6.3</c:v>
                </c:pt>
                <c:pt idx="5826">
                  <c:v>8.6</c:v>
                </c:pt>
                <c:pt idx="5827">
                  <c:v>9.4</c:v>
                </c:pt>
                <c:pt idx="5828">
                  <c:v>7.3</c:v>
                </c:pt>
                <c:pt idx="5829">
                  <c:v>9.1</c:v>
                </c:pt>
                <c:pt idx="5830">
                  <c:v>7.6</c:v>
                </c:pt>
                <c:pt idx="5831">
                  <c:v>7.9</c:v>
                </c:pt>
                <c:pt idx="5832">
                  <c:v>5</c:v>
                </c:pt>
                <c:pt idx="5833">
                  <c:v>5.0999999999999996</c:v>
                </c:pt>
                <c:pt idx="5834">
                  <c:v>7.1</c:v>
                </c:pt>
                <c:pt idx="5835">
                  <c:v>7.8</c:v>
                </c:pt>
                <c:pt idx="5836">
                  <c:v>5.5</c:v>
                </c:pt>
                <c:pt idx="5837">
                  <c:v>6.5</c:v>
                </c:pt>
                <c:pt idx="5838">
                  <c:v>5.2</c:v>
                </c:pt>
                <c:pt idx="5839">
                  <c:v>6.3</c:v>
                </c:pt>
                <c:pt idx="5840">
                  <c:v>5.9</c:v>
                </c:pt>
                <c:pt idx="5841">
                  <c:v>7.5</c:v>
                </c:pt>
                <c:pt idx="5842">
                  <c:v>9</c:v>
                </c:pt>
                <c:pt idx="5843">
                  <c:v>7.6</c:v>
                </c:pt>
                <c:pt idx="5844">
                  <c:v>4.4000000000000004</c:v>
                </c:pt>
                <c:pt idx="5845">
                  <c:v>6.4</c:v>
                </c:pt>
                <c:pt idx="5846">
                  <c:v>7.3</c:v>
                </c:pt>
                <c:pt idx="5847">
                  <c:v>8.1</c:v>
                </c:pt>
                <c:pt idx="5848">
                  <c:v>7.6</c:v>
                </c:pt>
                <c:pt idx="5849">
                  <c:v>5.8</c:v>
                </c:pt>
                <c:pt idx="5850">
                  <c:v>8</c:v>
                </c:pt>
                <c:pt idx="5851">
                  <c:v>6.4</c:v>
                </c:pt>
                <c:pt idx="5852">
                  <c:v>5.8</c:v>
                </c:pt>
                <c:pt idx="5853">
                  <c:v>8.8000000000000007</c:v>
                </c:pt>
                <c:pt idx="5854">
                  <c:v>5.3</c:v>
                </c:pt>
                <c:pt idx="5855">
                  <c:v>8.1999999999999993</c:v>
                </c:pt>
                <c:pt idx="5856">
                  <c:v>6</c:v>
                </c:pt>
                <c:pt idx="5857">
                  <c:v>5.3</c:v>
                </c:pt>
                <c:pt idx="5858">
                  <c:v>9.4</c:v>
                </c:pt>
                <c:pt idx="5859">
                  <c:v>9.6999999999999993</c:v>
                </c:pt>
                <c:pt idx="5860">
                  <c:v>4.4000000000000004</c:v>
                </c:pt>
                <c:pt idx="5861">
                  <c:v>4.2</c:v>
                </c:pt>
                <c:pt idx="5862">
                  <c:v>5</c:v>
                </c:pt>
                <c:pt idx="5863">
                  <c:v>5.4</c:v>
                </c:pt>
                <c:pt idx="5864">
                  <c:v>5.0999999999999996</c:v>
                </c:pt>
                <c:pt idx="5865">
                  <c:v>4.5999999999999996</c:v>
                </c:pt>
                <c:pt idx="5866">
                  <c:v>7.6</c:v>
                </c:pt>
                <c:pt idx="5867">
                  <c:v>6.2</c:v>
                </c:pt>
                <c:pt idx="5868">
                  <c:v>6.9</c:v>
                </c:pt>
                <c:pt idx="5869">
                  <c:v>6.7</c:v>
                </c:pt>
                <c:pt idx="5870">
                  <c:v>9.9</c:v>
                </c:pt>
                <c:pt idx="5871">
                  <c:v>8.1</c:v>
                </c:pt>
                <c:pt idx="5872">
                  <c:v>9.9</c:v>
                </c:pt>
                <c:pt idx="5873">
                  <c:v>5.6</c:v>
                </c:pt>
                <c:pt idx="5874">
                  <c:v>5.2</c:v>
                </c:pt>
                <c:pt idx="5875">
                  <c:v>5.5</c:v>
                </c:pt>
                <c:pt idx="5876">
                  <c:v>4.9000000000000004</c:v>
                </c:pt>
                <c:pt idx="5877">
                  <c:v>7.6</c:v>
                </c:pt>
                <c:pt idx="5878">
                  <c:v>4.8</c:v>
                </c:pt>
                <c:pt idx="5879">
                  <c:v>7.3</c:v>
                </c:pt>
                <c:pt idx="5880">
                  <c:v>6.5</c:v>
                </c:pt>
                <c:pt idx="5881">
                  <c:v>9.4</c:v>
                </c:pt>
                <c:pt idx="5882">
                  <c:v>8.8000000000000007</c:v>
                </c:pt>
                <c:pt idx="5883">
                  <c:v>9.5</c:v>
                </c:pt>
                <c:pt idx="5884">
                  <c:v>9</c:v>
                </c:pt>
                <c:pt idx="5885">
                  <c:v>8.1</c:v>
                </c:pt>
                <c:pt idx="5886">
                  <c:v>9.6</c:v>
                </c:pt>
                <c:pt idx="5887">
                  <c:v>4.7</c:v>
                </c:pt>
                <c:pt idx="5888">
                  <c:v>5.3</c:v>
                </c:pt>
                <c:pt idx="5889">
                  <c:v>6.2</c:v>
                </c:pt>
                <c:pt idx="5890">
                  <c:v>8.1999999999999993</c:v>
                </c:pt>
                <c:pt idx="5891">
                  <c:v>7.2</c:v>
                </c:pt>
                <c:pt idx="5892">
                  <c:v>4.8</c:v>
                </c:pt>
                <c:pt idx="5893">
                  <c:v>6</c:v>
                </c:pt>
                <c:pt idx="5894">
                  <c:v>6.1</c:v>
                </c:pt>
                <c:pt idx="5895">
                  <c:v>8.3000000000000007</c:v>
                </c:pt>
                <c:pt idx="5896">
                  <c:v>5.6</c:v>
                </c:pt>
                <c:pt idx="5897">
                  <c:v>9.9</c:v>
                </c:pt>
                <c:pt idx="5898">
                  <c:v>9.6999999999999993</c:v>
                </c:pt>
                <c:pt idx="5899">
                  <c:v>9.6999999999999993</c:v>
                </c:pt>
                <c:pt idx="5900">
                  <c:v>5.2</c:v>
                </c:pt>
                <c:pt idx="5901">
                  <c:v>4.9000000000000004</c:v>
                </c:pt>
                <c:pt idx="5902">
                  <c:v>8.4</c:v>
                </c:pt>
                <c:pt idx="5903">
                  <c:v>7.7</c:v>
                </c:pt>
                <c:pt idx="5904">
                  <c:v>5.8</c:v>
                </c:pt>
                <c:pt idx="5905">
                  <c:v>8.8000000000000007</c:v>
                </c:pt>
                <c:pt idx="5906">
                  <c:v>8.8000000000000007</c:v>
                </c:pt>
                <c:pt idx="5907">
                  <c:v>4.2</c:v>
                </c:pt>
                <c:pt idx="5908">
                  <c:v>9.8000000000000007</c:v>
                </c:pt>
                <c:pt idx="5909">
                  <c:v>9.5</c:v>
                </c:pt>
                <c:pt idx="5910">
                  <c:v>4.3</c:v>
                </c:pt>
                <c:pt idx="5911">
                  <c:v>9.4</c:v>
                </c:pt>
                <c:pt idx="5912">
                  <c:v>9</c:v>
                </c:pt>
                <c:pt idx="5913">
                  <c:v>6.1</c:v>
                </c:pt>
                <c:pt idx="5914">
                  <c:v>9.1</c:v>
                </c:pt>
                <c:pt idx="5915">
                  <c:v>8.6</c:v>
                </c:pt>
                <c:pt idx="5916">
                  <c:v>7.9</c:v>
                </c:pt>
                <c:pt idx="5917">
                  <c:v>5.9</c:v>
                </c:pt>
                <c:pt idx="5918">
                  <c:v>9.8000000000000007</c:v>
                </c:pt>
                <c:pt idx="5919">
                  <c:v>9.8000000000000007</c:v>
                </c:pt>
                <c:pt idx="5920">
                  <c:v>6.4</c:v>
                </c:pt>
                <c:pt idx="5921">
                  <c:v>9.9</c:v>
                </c:pt>
                <c:pt idx="5922">
                  <c:v>6.6</c:v>
                </c:pt>
                <c:pt idx="5923">
                  <c:v>9.1</c:v>
                </c:pt>
                <c:pt idx="5924">
                  <c:v>8.9</c:v>
                </c:pt>
                <c:pt idx="5925">
                  <c:v>4.5</c:v>
                </c:pt>
                <c:pt idx="5926">
                  <c:v>4.5</c:v>
                </c:pt>
                <c:pt idx="5927">
                  <c:v>7.7</c:v>
                </c:pt>
                <c:pt idx="5928">
                  <c:v>8.1999999999999993</c:v>
                </c:pt>
                <c:pt idx="5929">
                  <c:v>4.8</c:v>
                </c:pt>
                <c:pt idx="5930">
                  <c:v>5</c:v>
                </c:pt>
                <c:pt idx="5931">
                  <c:v>9.6</c:v>
                </c:pt>
                <c:pt idx="5932">
                  <c:v>7.4</c:v>
                </c:pt>
                <c:pt idx="5933">
                  <c:v>5.3</c:v>
                </c:pt>
                <c:pt idx="5934">
                  <c:v>7.6</c:v>
                </c:pt>
                <c:pt idx="5935">
                  <c:v>5.9</c:v>
                </c:pt>
                <c:pt idx="5936">
                  <c:v>5.0999999999999996</c:v>
                </c:pt>
                <c:pt idx="5937">
                  <c:v>4.5999999999999996</c:v>
                </c:pt>
                <c:pt idx="5938">
                  <c:v>8.6999999999999993</c:v>
                </c:pt>
                <c:pt idx="5939">
                  <c:v>9.4</c:v>
                </c:pt>
                <c:pt idx="5940">
                  <c:v>4.7</c:v>
                </c:pt>
                <c:pt idx="5941">
                  <c:v>9.3000000000000007</c:v>
                </c:pt>
                <c:pt idx="5942">
                  <c:v>7.1</c:v>
                </c:pt>
                <c:pt idx="5943">
                  <c:v>4.4000000000000004</c:v>
                </c:pt>
                <c:pt idx="5944">
                  <c:v>7.1</c:v>
                </c:pt>
                <c:pt idx="5945">
                  <c:v>9.6</c:v>
                </c:pt>
                <c:pt idx="5946">
                  <c:v>6.4</c:v>
                </c:pt>
                <c:pt idx="5947">
                  <c:v>9.1999999999999993</c:v>
                </c:pt>
                <c:pt idx="5948">
                  <c:v>5.6</c:v>
                </c:pt>
                <c:pt idx="5949">
                  <c:v>8.3000000000000007</c:v>
                </c:pt>
                <c:pt idx="5950">
                  <c:v>4.8</c:v>
                </c:pt>
                <c:pt idx="5951">
                  <c:v>6.2</c:v>
                </c:pt>
                <c:pt idx="5952">
                  <c:v>4.5999999999999996</c:v>
                </c:pt>
                <c:pt idx="5953">
                  <c:v>9.6999999999999993</c:v>
                </c:pt>
                <c:pt idx="5954">
                  <c:v>4.4000000000000004</c:v>
                </c:pt>
                <c:pt idx="5955">
                  <c:v>5.5</c:v>
                </c:pt>
                <c:pt idx="5956">
                  <c:v>6.3</c:v>
                </c:pt>
                <c:pt idx="5957">
                  <c:v>6.9</c:v>
                </c:pt>
                <c:pt idx="5958">
                  <c:v>8.6999999999999993</c:v>
                </c:pt>
                <c:pt idx="5959">
                  <c:v>4.3</c:v>
                </c:pt>
                <c:pt idx="5960">
                  <c:v>6.8</c:v>
                </c:pt>
                <c:pt idx="5961">
                  <c:v>4.4000000000000004</c:v>
                </c:pt>
                <c:pt idx="5962">
                  <c:v>9.1</c:v>
                </c:pt>
                <c:pt idx="5963">
                  <c:v>4.4000000000000004</c:v>
                </c:pt>
                <c:pt idx="5964">
                  <c:v>4.3</c:v>
                </c:pt>
                <c:pt idx="5965">
                  <c:v>9.6</c:v>
                </c:pt>
                <c:pt idx="5966">
                  <c:v>5.6</c:v>
                </c:pt>
                <c:pt idx="5967">
                  <c:v>4.8</c:v>
                </c:pt>
                <c:pt idx="5968">
                  <c:v>6.7</c:v>
                </c:pt>
                <c:pt idx="5969">
                  <c:v>8</c:v>
                </c:pt>
                <c:pt idx="5970">
                  <c:v>8.4</c:v>
                </c:pt>
                <c:pt idx="5971">
                  <c:v>5.6</c:v>
                </c:pt>
                <c:pt idx="5972">
                  <c:v>7.1</c:v>
                </c:pt>
                <c:pt idx="5973">
                  <c:v>6.5</c:v>
                </c:pt>
                <c:pt idx="5974">
                  <c:v>4</c:v>
                </c:pt>
                <c:pt idx="5975">
                  <c:v>5.4</c:v>
                </c:pt>
                <c:pt idx="5976">
                  <c:v>9.6</c:v>
                </c:pt>
                <c:pt idx="5977">
                  <c:v>7.5</c:v>
                </c:pt>
                <c:pt idx="5978">
                  <c:v>4.3</c:v>
                </c:pt>
                <c:pt idx="5979">
                  <c:v>8</c:v>
                </c:pt>
                <c:pt idx="5980">
                  <c:v>6</c:v>
                </c:pt>
                <c:pt idx="5981">
                  <c:v>8</c:v>
                </c:pt>
                <c:pt idx="5982">
                  <c:v>8.9</c:v>
                </c:pt>
                <c:pt idx="5983">
                  <c:v>4.9000000000000004</c:v>
                </c:pt>
                <c:pt idx="5984">
                  <c:v>5.8</c:v>
                </c:pt>
                <c:pt idx="5985">
                  <c:v>8.6999999999999993</c:v>
                </c:pt>
                <c:pt idx="5986">
                  <c:v>7.8</c:v>
                </c:pt>
                <c:pt idx="5987">
                  <c:v>9.5</c:v>
                </c:pt>
                <c:pt idx="5988">
                  <c:v>5.5</c:v>
                </c:pt>
                <c:pt idx="5989">
                  <c:v>6</c:v>
                </c:pt>
                <c:pt idx="5990">
                  <c:v>10</c:v>
                </c:pt>
                <c:pt idx="5991">
                  <c:v>9.6999999999999993</c:v>
                </c:pt>
                <c:pt idx="5992">
                  <c:v>6</c:v>
                </c:pt>
                <c:pt idx="5993">
                  <c:v>5</c:v>
                </c:pt>
                <c:pt idx="5994">
                  <c:v>6.1</c:v>
                </c:pt>
                <c:pt idx="5995">
                  <c:v>7</c:v>
                </c:pt>
                <c:pt idx="5996">
                  <c:v>4.4000000000000004</c:v>
                </c:pt>
                <c:pt idx="5997">
                  <c:v>8.6999999999999993</c:v>
                </c:pt>
                <c:pt idx="5998">
                  <c:v>7.8</c:v>
                </c:pt>
                <c:pt idx="5999">
                  <c:v>7.3</c:v>
                </c:pt>
                <c:pt idx="6000">
                  <c:v>7.4</c:v>
                </c:pt>
                <c:pt idx="6001">
                  <c:v>6</c:v>
                </c:pt>
                <c:pt idx="6002">
                  <c:v>5.6</c:v>
                </c:pt>
                <c:pt idx="6003">
                  <c:v>8.4</c:v>
                </c:pt>
                <c:pt idx="6004">
                  <c:v>4.3</c:v>
                </c:pt>
                <c:pt idx="6005">
                  <c:v>8.8000000000000007</c:v>
                </c:pt>
                <c:pt idx="6006">
                  <c:v>4.3</c:v>
                </c:pt>
                <c:pt idx="6007">
                  <c:v>5.4</c:v>
                </c:pt>
                <c:pt idx="6008">
                  <c:v>5.8</c:v>
                </c:pt>
                <c:pt idx="6009">
                  <c:v>8.8000000000000007</c:v>
                </c:pt>
                <c:pt idx="6010">
                  <c:v>8.1</c:v>
                </c:pt>
                <c:pt idx="6011">
                  <c:v>5.2</c:v>
                </c:pt>
                <c:pt idx="6012">
                  <c:v>5.6</c:v>
                </c:pt>
                <c:pt idx="6013">
                  <c:v>9</c:v>
                </c:pt>
                <c:pt idx="6014">
                  <c:v>4.5</c:v>
                </c:pt>
                <c:pt idx="6015">
                  <c:v>5.6</c:v>
                </c:pt>
                <c:pt idx="6016">
                  <c:v>7.4</c:v>
                </c:pt>
                <c:pt idx="6017">
                  <c:v>10</c:v>
                </c:pt>
                <c:pt idx="6018">
                  <c:v>8.1999999999999993</c:v>
                </c:pt>
                <c:pt idx="6019">
                  <c:v>6.2</c:v>
                </c:pt>
                <c:pt idx="6020">
                  <c:v>8.6999999999999993</c:v>
                </c:pt>
                <c:pt idx="6021">
                  <c:v>8.3000000000000007</c:v>
                </c:pt>
                <c:pt idx="6022">
                  <c:v>5.8</c:v>
                </c:pt>
                <c:pt idx="6023">
                  <c:v>9.3000000000000007</c:v>
                </c:pt>
                <c:pt idx="6024">
                  <c:v>6.5</c:v>
                </c:pt>
                <c:pt idx="6025">
                  <c:v>6.7</c:v>
                </c:pt>
                <c:pt idx="6026">
                  <c:v>8.9</c:v>
                </c:pt>
                <c:pt idx="6027">
                  <c:v>7.4</c:v>
                </c:pt>
                <c:pt idx="6028">
                  <c:v>5</c:v>
                </c:pt>
                <c:pt idx="6029">
                  <c:v>9.1</c:v>
                </c:pt>
                <c:pt idx="6030">
                  <c:v>7.6</c:v>
                </c:pt>
                <c:pt idx="6031">
                  <c:v>5.7</c:v>
                </c:pt>
                <c:pt idx="6032">
                  <c:v>6.1</c:v>
                </c:pt>
                <c:pt idx="6033">
                  <c:v>9.6999999999999993</c:v>
                </c:pt>
                <c:pt idx="6034">
                  <c:v>6.8</c:v>
                </c:pt>
                <c:pt idx="6035">
                  <c:v>7.4</c:v>
                </c:pt>
                <c:pt idx="6036">
                  <c:v>6.8</c:v>
                </c:pt>
                <c:pt idx="6037">
                  <c:v>9.6</c:v>
                </c:pt>
                <c:pt idx="6038">
                  <c:v>9.6999999999999993</c:v>
                </c:pt>
                <c:pt idx="6039">
                  <c:v>9.4</c:v>
                </c:pt>
                <c:pt idx="6040">
                  <c:v>7.7</c:v>
                </c:pt>
                <c:pt idx="6041">
                  <c:v>7</c:v>
                </c:pt>
                <c:pt idx="6042">
                  <c:v>9.1999999999999993</c:v>
                </c:pt>
                <c:pt idx="6043">
                  <c:v>6.7</c:v>
                </c:pt>
                <c:pt idx="6044">
                  <c:v>5.6</c:v>
                </c:pt>
                <c:pt idx="6045">
                  <c:v>5.9</c:v>
                </c:pt>
                <c:pt idx="6046">
                  <c:v>9.1999999999999993</c:v>
                </c:pt>
                <c:pt idx="6047">
                  <c:v>6.2</c:v>
                </c:pt>
                <c:pt idx="6048">
                  <c:v>7.9</c:v>
                </c:pt>
                <c:pt idx="6049">
                  <c:v>7.8</c:v>
                </c:pt>
                <c:pt idx="6050">
                  <c:v>8.5</c:v>
                </c:pt>
                <c:pt idx="6051">
                  <c:v>8.6999999999999993</c:v>
                </c:pt>
                <c:pt idx="6052">
                  <c:v>4.0999999999999996</c:v>
                </c:pt>
                <c:pt idx="6053">
                  <c:v>5.2</c:v>
                </c:pt>
                <c:pt idx="6054">
                  <c:v>9.1999999999999993</c:v>
                </c:pt>
                <c:pt idx="6055">
                  <c:v>9</c:v>
                </c:pt>
                <c:pt idx="6056">
                  <c:v>5.0999999999999996</c:v>
                </c:pt>
                <c:pt idx="6057">
                  <c:v>8.3000000000000007</c:v>
                </c:pt>
                <c:pt idx="6058">
                  <c:v>8.8000000000000007</c:v>
                </c:pt>
                <c:pt idx="6059">
                  <c:v>5.5</c:v>
                </c:pt>
                <c:pt idx="6060">
                  <c:v>6.7</c:v>
                </c:pt>
                <c:pt idx="6061">
                  <c:v>7</c:v>
                </c:pt>
                <c:pt idx="6062">
                  <c:v>9.1999999999999993</c:v>
                </c:pt>
                <c:pt idx="6063">
                  <c:v>5.3</c:v>
                </c:pt>
                <c:pt idx="6064">
                  <c:v>7.2</c:v>
                </c:pt>
                <c:pt idx="6065">
                  <c:v>8.3000000000000007</c:v>
                </c:pt>
                <c:pt idx="6066">
                  <c:v>5.6</c:v>
                </c:pt>
                <c:pt idx="6067">
                  <c:v>8.3000000000000007</c:v>
                </c:pt>
                <c:pt idx="6068">
                  <c:v>6.8</c:v>
                </c:pt>
                <c:pt idx="6069">
                  <c:v>6.5</c:v>
                </c:pt>
                <c:pt idx="6070">
                  <c:v>8.1</c:v>
                </c:pt>
                <c:pt idx="6071">
                  <c:v>9.6999999999999993</c:v>
                </c:pt>
                <c:pt idx="6072">
                  <c:v>4.2</c:v>
                </c:pt>
                <c:pt idx="6073">
                  <c:v>8.1999999999999993</c:v>
                </c:pt>
                <c:pt idx="6074">
                  <c:v>9.1999999999999993</c:v>
                </c:pt>
                <c:pt idx="6075">
                  <c:v>6.5</c:v>
                </c:pt>
                <c:pt idx="6076">
                  <c:v>8</c:v>
                </c:pt>
                <c:pt idx="6077">
                  <c:v>4.5</c:v>
                </c:pt>
                <c:pt idx="6078">
                  <c:v>7.1</c:v>
                </c:pt>
                <c:pt idx="6079">
                  <c:v>6.7</c:v>
                </c:pt>
                <c:pt idx="6080">
                  <c:v>8.4</c:v>
                </c:pt>
                <c:pt idx="6081">
                  <c:v>7</c:v>
                </c:pt>
                <c:pt idx="6082">
                  <c:v>7.2</c:v>
                </c:pt>
                <c:pt idx="6083">
                  <c:v>8.4</c:v>
                </c:pt>
                <c:pt idx="6084">
                  <c:v>4.3</c:v>
                </c:pt>
                <c:pt idx="6085">
                  <c:v>5.0999999999999996</c:v>
                </c:pt>
                <c:pt idx="6086">
                  <c:v>7.2</c:v>
                </c:pt>
                <c:pt idx="6087">
                  <c:v>6.1</c:v>
                </c:pt>
                <c:pt idx="6088">
                  <c:v>6.2</c:v>
                </c:pt>
                <c:pt idx="6089">
                  <c:v>7.6</c:v>
                </c:pt>
                <c:pt idx="6090">
                  <c:v>6.7</c:v>
                </c:pt>
                <c:pt idx="6091">
                  <c:v>4.4000000000000004</c:v>
                </c:pt>
                <c:pt idx="6092">
                  <c:v>9.8000000000000007</c:v>
                </c:pt>
                <c:pt idx="6093">
                  <c:v>6.3</c:v>
                </c:pt>
                <c:pt idx="6094">
                  <c:v>7.8</c:v>
                </c:pt>
                <c:pt idx="6095">
                  <c:v>7.2</c:v>
                </c:pt>
                <c:pt idx="6096">
                  <c:v>8.1</c:v>
                </c:pt>
                <c:pt idx="6097">
                  <c:v>9</c:v>
                </c:pt>
                <c:pt idx="6098">
                  <c:v>8.6</c:v>
                </c:pt>
                <c:pt idx="6099">
                  <c:v>5</c:v>
                </c:pt>
                <c:pt idx="6100">
                  <c:v>4.0999999999999996</c:v>
                </c:pt>
                <c:pt idx="6101">
                  <c:v>6.9</c:v>
                </c:pt>
                <c:pt idx="6102">
                  <c:v>6.8</c:v>
                </c:pt>
                <c:pt idx="6103">
                  <c:v>9.3000000000000007</c:v>
                </c:pt>
                <c:pt idx="6104">
                  <c:v>6.3</c:v>
                </c:pt>
                <c:pt idx="6105">
                  <c:v>5</c:v>
                </c:pt>
                <c:pt idx="6106">
                  <c:v>4.8</c:v>
                </c:pt>
                <c:pt idx="6107">
                  <c:v>7.9</c:v>
                </c:pt>
                <c:pt idx="6108">
                  <c:v>4.3</c:v>
                </c:pt>
                <c:pt idx="6109">
                  <c:v>9.6</c:v>
                </c:pt>
                <c:pt idx="6110">
                  <c:v>9.5</c:v>
                </c:pt>
                <c:pt idx="6111">
                  <c:v>6.3</c:v>
                </c:pt>
                <c:pt idx="6112">
                  <c:v>5.2</c:v>
                </c:pt>
                <c:pt idx="6113">
                  <c:v>9.4</c:v>
                </c:pt>
                <c:pt idx="6114">
                  <c:v>5.5</c:v>
                </c:pt>
                <c:pt idx="6115">
                  <c:v>4.8</c:v>
                </c:pt>
                <c:pt idx="6116">
                  <c:v>4.2</c:v>
                </c:pt>
                <c:pt idx="6117">
                  <c:v>4.0999999999999996</c:v>
                </c:pt>
                <c:pt idx="6118">
                  <c:v>5.4</c:v>
                </c:pt>
                <c:pt idx="6119">
                  <c:v>9.6</c:v>
                </c:pt>
                <c:pt idx="6120">
                  <c:v>8.8000000000000007</c:v>
                </c:pt>
                <c:pt idx="6121">
                  <c:v>8.6</c:v>
                </c:pt>
                <c:pt idx="6122">
                  <c:v>9</c:v>
                </c:pt>
                <c:pt idx="6123">
                  <c:v>5</c:v>
                </c:pt>
                <c:pt idx="6124">
                  <c:v>9.5</c:v>
                </c:pt>
                <c:pt idx="6125">
                  <c:v>7.6</c:v>
                </c:pt>
                <c:pt idx="6126">
                  <c:v>9.1999999999999993</c:v>
                </c:pt>
                <c:pt idx="6127">
                  <c:v>4.8</c:v>
                </c:pt>
                <c:pt idx="6128">
                  <c:v>4.8</c:v>
                </c:pt>
                <c:pt idx="6129">
                  <c:v>7.4</c:v>
                </c:pt>
                <c:pt idx="6130">
                  <c:v>6.5</c:v>
                </c:pt>
                <c:pt idx="6131">
                  <c:v>9.6</c:v>
                </c:pt>
                <c:pt idx="6132">
                  <c:v>8.5</c:v>
                </c:pt>
                <c:pt idx="6133">
                  <c:v>4.5999999999999996</c:v>
                </c:pt>
                <c:pt idx="6134">
                  <c:v>6.1</c:v>
                </c:pt>
                <c:pt idx="6135">
                  <c:v>8.8000000000000007</c:v>
                </c:pt>
                <c:pt idx="6136">
                  <c:v>4.0999999999999996</c:v>
                </c:pt>
                <c:pt idx="6137">
                  <c:v>8.3000000000000007</c:v>
                </c:pt>
                <c:pt idx="6138">
                  <c:v>8.5</c:v>
                </c:pt>
                <c:pt idx="6139">
                  <c:v>9.1</c:v>
                </c:pt>
                <c:pt idx="6140">
                  <c:v>5.8</c:v>
                </c:pt>
                <c:pt idx="6141">
                  <c:v>9.4</c:v>
                </c:pt>
                <c:pt idx="6142">
                  <c:v>6.8</c:v>
                </c:pt>
                <c:pt idx="6143">
                  <c:v>8.6999999999999993</c:v>
                </c:pt>
                <c:pt idx="6144">
                  <c:v>8.6999999999999993</c:v>
                </c:pt>
                <c:pt idx="6145">
                  <c:v>5.9</c:v>
                </c:pt>
                <c:pt idx="6146">
                  <c:v>5.4</c:v>
                </c:pt>
                <c:pt idx="6147">
                  <c:v>8.8000000000000007</c:v>
                </c:pt>
                <c:pt idx="6148">
                  <c:v>5.0999999999999996</c:v>
                </c:pt>
                <c:pt idx="6149">
                  <c:v>8.3000000000000007</c:v>
                </c:pt>
                <c:pt idx="6150">
                  <c:v>7</c:v>
                </c:pt>
                <c:pt idx="6151">
                  <c:v>7.1</c:v>
                </c:pt>
                <c:pt idx="6152">
                  <c:v>5.2</c:v>
                </c:pt>
                <c:pt idx="6153">
                  <c:v>7</c:v>
                </c:pt>
                <c:pt idx="6154">
                  <c:v>7.4</c:v>
                </c:pt>
                <c:pt idx="6155">
                  <c:v>9.3000000000000007</c:v>
                </c:pt>
                <c:pt idx="6156">
                  <c:v>7.5</c:v>
                </c:pt>
                <c:pt idx="6157">
                  <c:v>4.9000000000000004</c:v>
                </c:pt>
                <c:pt idx="6158">
                  <c:v>4.5999999999999996</c:v>
                </c:pt>
                <c:pt idx="6159">
                  <c:v>5.3</c:v>
                </c:pt>
                <c:pt idx="6160">
                  <c:v>7.7</c:v>
                </c:pt>
                <c:pt idx="6161">
                  <c:v>8.9</c:v>
                </c:pt>
                <c:pt idx="6162">
                  <c:v>9.1999999999999993</c:v>
                </c:pt>
                <c:pt idx="6163">
                  <c:v>4.3</c:v>
                </c:pt>
                <c:pt idx="6164">
                  <c:v>6.5</c:v>
                </c:pt>
                <c:pt idx="6165">
                  <c:v>9.3000000000000007</c:v>
                </c:pt>
                <c:pt idx="6166">
                  <c:v>4.9000000000000004</c:v>
                </c:pt>
                <c:pt idx="6167">
                  <c:v>7.8</c:v>
                </c:pt>
                <c:pt idx="6168">
                  <c:v>5.8</c:v>
                </c:pt>
                <c:pt idx="6169">
                  <c:v>6.3</c:v>
                </c:pt>
                <c:pt idx="6170">
                  <c:v>5.0999999999999996</c:v>
                </c:pt>
                <c:pt idx="6171">
                  <c:v>9</c:v>
                </c:pt>
                <c:pt idx="6172">
                  <c:v>7.9</c:v>
                </c:pt>
                <c:pt idx="6173">
                  <c:v>6</c:v>
                </c:pt>
                <c:pt idx="6174">
                  <c:v>7.8</c:v>
                </c:pt>
                <c:pt idx="6175">
                  <c:v>7.9</c:v>
                </c:pt>
                <c:pt idx="6176">
                  <c:v>5.7</c:v>
                </c:pt>
                <c:pt idx="6177">
                  <c:v>4.4000000000000004</c:v>
                </c:pt>
                <c:pt idx="6178">
                  <c:v>7.1</c:v>
                </c:pt>
                <c:pt idx="6179">
                  <c:v>8.5</c:v>
                </c:pt>
                <c:pt idx="6180">
                  <c:v>8.9</c:v>
                </c:pt>
                <c:pt idx="6181">
                  <c:v>8.6999999999999993</c:v>
                </c:pt>
                <c:pt idx="6182">
                  <c:v>7.9</c:v>
                </c:pt>
                <c:pt idx="6183">
                  <c:v>7.9</c:v>
                </c:pt>
                <c:pt idx="6184">
                  <c:v>7.1</c:v>
                </c:pt>
                <c:pt idx="6185">
                  <c:v>4.5</c:v>
                </c:pt>
                <c:pt idx="6186">
                  <c:v>8.6999999999999993</c:v>
                </c:pt>
                <c:pt idx="6187">
                  <c:v>6.7</c:v>
                </c:pt>
                <c:pt idx="6188">
                  <c:v>7.6</c:v>
                </c:pt>
                <c:pt idx="6189">
                  <c:v>7.2</c:v>
                </c:pt>
                <c:pt idx="6190">
                  <c:v>8.4</c:v>
                </c:pt>
                <c:pt idx="6191">
                  <c:v>8.3000000000000007</c:v>
                </c:pt>
                <c:pt idx="6192">
                  <c:v>4.4000000000000004</c:v>
                </c:pt>
                <c:pt idx="6193">
                  <c:v>7.4</c:v>
                </c:pt>
                <c:pt idx="6194">
                  <c:v>8.1</c:v>
                </c:pt>
                <c:pt idx="6195">
                  <c:v>5.0999999999999996</c:v>
                </c:pt>
                <c:pt idx="6196">
                  <c:v>5.4</c:v>
                </c:pt>
                <c:pt idx="6197">
                  <c:v>8</c:v>
                </c:pt>
                <c:pt idx="6198">
                  <c:v>6.5</c:v>
                </c:pt>
                <c:pt idx="6199">
                  <c:v>4.5999999999999996</c:v>
                </c:pt>
                <c:pt idx="6200">
                  <c:v>4.0999999999999996</c:v>
                </c:pt>
                <c:pt idx="6201">
                  <c:v>8.3000000000000007</c:v>
                </c:pt>
                <c:pt idx="6202">
                  <c:v>5.3</c:v>
                </c:pt>
                <c:pt idx="6203">
                  <c:v>4.4000000000000004</c:v>
                </c:pt>
                <c:pt idx="6204">
                  <c:v>9.8000000000000007</c:v>
                </c:pt>
                <c:pt idx="6205">
                  <c:v>5.3</c:v>
                </c:pt>
                <c:pt idx="6206">
                  <c:v>5</c:v>
                </c:pt>
                <c:pt idx="6207">
                  <c:v>9.4</c:v>
                </c:pt>
                <c:pt idx="6208">
                  <c:v>8.6999999999999993</c:v>
                </c:pt>
                <c:pt idx="6209">
                  <c:v>9.9</c:v>
                </c:pt>
                <c:pt idx="6210">
                  <c:v>9.6</c:v>
                </c:pt>
                <c:pt idx="6211">
                  <c:v>7.1</c:v>
                </c:pt>
                <c:pt idx="6212">
                  <c:v>9.9</c:v>
                </c:pt>
                <c:pt idx="6213">
                  <c:v>7</c:v>
                </c:pt>
                <c:pt idx="6214">
                  <c:v>5.2</c:v>
                </c:pt>
                <c:pt idx="6215">
                  <c:v>9.5</c:v>
                </c:pt>
                <c:pt idx="6216">
                  <c:v>9.8000000000000007</c:v>
                </c:pt>
                <c:pt idx="6217">
                  <c:v>4.2</c:v>
                </c:pt>
                <c:pt idx="6218">
                  <c:v>5</c:v>
                </c:pt>
                <c:pt idx="6219">
                  <c:v>5.3</c:v>
                </c:pt>
                <c:pt idx="6220">
                  <c:v>7</c:v>
                </c:pt>
                <c:pt idx="6221">
                  <c:v>9.6999999999999993</c:v>
                </c:pt>
                <c:pt idx="6222">
                  <c:v>5.5</c:v>
                </c:pt>
                <c:pt idx="6223">
                  <c:v>9.1999999999999993</c:v>
                </c:pt>
                <c:pt idx="6224">
                  <c:v>8.1999999999999993</c:v>
                </c:pt>
                <c:pt idx="6225">
                  <c:v>5.2</c:v>
                </c:pt>
                <c:pt idx="6226">
                  <c:v>4</c:v>
                </c:pt>
                <c:pt idx="6227">
                  <c:v>5</c:v>
                </c:pt>
                <c:pt idx="6228">
                  <c:v>8.8000000000000007</c:v>
                </c:pt>
                <c:pt idx="6229">
                  <c:v>9.8000000000000007</c:v>
                </c:pt>
                <c:pt idx="6230">
                  <c:v>4.7</c:v>
                </c:pt>
                <c:pt idx="6231">
                  <c:v>8.3000000000000007</c:v>
                </c:pt>
                <c:pt idx="6232">
                  <c:v>5.2</c:v>
                </c:pt>
                <c:pt idx="6233">
                  <c:v>9</c:v>
                </c:pt>
                <c:pt idx="6234">
                  <c:v>4.3</c:v>
                </c:pt>
                <c:pt idx="6235">
                  <c:v>6.3</c:v>
                </c:pt>
                <c:pt idx="6236">
                  <c:v>5</c:v>
                </c:pt>
                <c:pt idx="6237">
                  <c:v>5.7</c:v>
                </c:pt>
                <c:pt idx="6238">
                  <c:v>5.6</c:v>
                </c:pt>
                <c:pt idx="6239">
                  <c:v>6.5</c:v>
                </c:pt>
                <c:pt idx="6240">
                  <c:v>6.5</c:v>
                </c:pt>
                <c:pt idx="6241">
                  <c:v>6.8</c:v>
                </c:pt>
                <c:pt idx="6242">
                  <c:v>7.8</c:v>
                </c:pt>
                <c:pt idx="6243">
                  <c:v>6.8</c:v>
                </c:pt>
                <c:pt idx="6244">
                  <c:v>9.6</c:v>
                </c:pt>
                <c:pt idx="6245">
                  <c:v>5.7</c:v>
                </c:pt>
                <c:pt idx="6246">
                  <c:v>4.0999999999999996</c:v>
                </c:pt>
                <c:pt idx="6247">
                  <c:v>5</c:v>
                </c:pt>
                <c:pt idx="6248">
                  <c:v>6.9</c:v>
                </c:pt>
                <c:pt idx="6249">
                  <c:v>6.9</c:v>
                </c:pt>
                <c:pt idx="6250">
                  <c:v>9.8000000000000007</c:v>
                </c:pt>
                <c:pt idx="6251">
                  <c:v>8</c:v>
                </c:pt>
                <c:pt idx="6252">
                  <c:v>6</c:v>
                </c:pt>
                <c:pt idx="6253">
                  <c:v>8.5</c:v>
                </c:pt>
                <c:pt idx="6254">
                  <c:v>4.4000000000000004</c:v>
                </c:pt>
                <c:pt idx="6255">
                  <c:v>6.4</c:v>
                </c:pt>
                <c:pt idx="6256">
                  <c:v>4.4000000000000004</c:v>
                </c:pt>
                <c:pt idx="6257">
                  <c:v>10</c:v>
                </c:pt>
                <c:pt idx="6258">
                  <c:v>6</c:v>
                </c:pt>
                <c:pt idx="6259">
                  <c:v>9.4</c:v>
                </c:pt>
                <c:pt idx="6260">
                  <c:v>8</c:v>
                </c:pt>
                <c:pt idx="6261">
                  <c:v>5.5</c:v>
                </c:pt>
                <c:pt idx="6262">
                  <c:v>8.9</c:v>
                </c:pt>
                <c:pt idx="6263">
                  <c:v>8.6</c:v>
                </c:pt>
                <c:pt idx="6264">
                  <c:v>9.4</c:v>
                </c:pt>
                <c:pt idx="6265">
                  <c:v>6.6</c:v>
                </c:pt>
                <c:pt idx="6266">
                  <c:v>4.7</c:v>
                </c:pt>
                <c:pt idx="6267">
                  <c:v>4.0999999999999996</c:v>
                </c:pt>
                <c:pt idx="6268">
                  <c:v>7.9</c:v>
                </c:pt>
                <c:pt idx="6269">
                  <c:v>5.7</c:v>
                </c:pt>
                <c:pt idx="6270">
                  <c:v>9.4</c:v>
                </c:pt>
                <c:pt idx="6271">
                  <c:v>5.9</c:v>
                </c:pt>
                <c:pt idx="6272">
                  <c:v>7.5</c:v>
                </c:pt>
                <c:pt idx="6273">
                  <c:v>9.5</c:v>
                </c:pt>
                <c:pt idx="6274">
                  <c:v>5.3</c:v>
                </c:pt>
                <c:pt idx="6275">
                  <c:v>4.0999999999999996</c:v>
                </c:pt>
                <c:pt idx="6276">
                  <c:v>6.7</c:v>
                </c:pt>
                <c:pt idx="6277">
                  <c:v>8.6999999999999993</c:v>
                </c:pt>
                <c:pt idx="6278">
                  <c:v>6.4</c:v>
                </c:pt>
                <c:pt idx="6279">
                  <c:v>8.6999999999999993</c:v>
                </c:pt>
                <c:pt idx="6280">
                  <c:v>4.3</c:v>
                </c:pt>
                <c:pt idx="6281">
                  <c:v>5.9</c:v>
                </c:pt>
                <c:pt idx="6282">
                  <c:v>7.5</c:v>
                </c:pt>
                <c:pt idx="6283">
                  <c:v>5.6</c:v>
                </c:pt>
                <c:pt idx="6284">
                  <c:v>6</c:v>
                </c:pt>
                <c:pt idx="6285">
                  <c:v>9.4</c:v>
                </c:pt>
                <c:pt idx="6286">
                  <c:v>4.0999999999999996</c:v>
                </c:pt>
                <c:pt idx="6287">
                  <c:v>7.1</c:v>
                </c:pt>
                <c:pt idx="6288">
                  <c:v>9.5</c:v>
                </c:pt>
                <c:pt idx="6289">
                  <c:v>8.9</c:v>
                </c:pt>
                <c:pt idx="6290">
                  <c:v>5.6</c:v>
                </c:pt>
                <c:pt idx="6291">
                  <c:v>6.1</c:v>
                </c:pt>
                <c:pt idx="6292">
                  <c:v>5.2</c:v>
                </c:pt>
                <c:pt idx="6293">
                  <c:v>9.9</c:v>
                </c:pt>
                <c:pt idx="6294">
                  <c:v>6</c:v>
                </c:pt>
                <c:pt idx="6295">
                  <c:v>8.6</c:v>
                </c:pt>
                <c:pt idx="6296">
                  <c:v>4.0999999999999996</c:v>
                </c:pt>
                <c:pt idx="6297">
                  <c:v>6.6</c:v>
                </c:pt>
                <c:pt idx="6298">
                  <c:v>5.0999999999999996</c:v>
                </c:pt>
                <c:pt idx="6299">
                  <c:v>5.9</c:v>
                </c:pt>
                <c:pt idx="6300">
                  <c:v>9.5</c:v>
                </c:pt>
                <c:pt idx="6301">
                  <c:v>6.8</c:v>
                </c:pt>
                <c:pt idx="6302">
                  <c:v>5.7</c:v>
                </c:pt>
                <c:pt idx="6303">
                  <c:v>6</c:v>
                </c:pt>
                <c:pt idx="6304">
                  <c:v>7.6</c:v>
                </c:pt>
                <c:pt idx="6305">
                  <c:v>5.7</c:v>
                </c:pt>
                <c:pt idx="6306">
                  <c:v>6.3</c:v>
                </c:pt>
                <c:pt idx="6307">
                  <c:v>4.9000000000000004</c:v>
                </c:pt>
                <c:pt idx="6308">
                  <c:v>8.1999999999999993</c:v>
                </c:pt>
                <c:pt idx="6309">
                  <c:v>10</c:v>
                </c:pt>
                <c:pt idx="6310">
                  <c:v>8</c:v>
                </c:pt>
                <c:pt idx="6311">
                  <c:v>6</c:v>
                </c:pt>
                <c:pt idx="6312">
                  <c:v>9.5</c:v>
                </c:pt>
                <c:pt idx="6313">
                  <c:v>8.6</c:v>
                </c:pt>
                <c:pt idx="6314">
                  <c:v>6.1</c:v>
                </c:pt>
                <c:pt idx="6315">
                  <c:v>9.6</c:v>
                </c:pt>
                <c:pt idx="6316">
                  <c:v>9.8000000000000007</c:v>
                </c:pt>
                <c:pt idx="6317">
                  <c:v>7.2</c:v>
                </c:pt>
                <c:pt idx="6318">
                  <c:v>7.8</c:v>
                </c:pt>
                <c:pt idx="6319">
                  <c:v>4.7</c:v>
                </c:pt>
                <c:pt idx="6320">
                  <c:v>5.9</c:v>
                </c:pt>
                <c:pt idx="6321">
                  <c:v>7.1</c:v>
                </c:pt>
                <c:pt idx="6322">
                  <c:v>8.1999999999999993</c:v>
                </c:pt>
                <c:pt idx="6323">
                  <c:v>9.9</c:v>
                </c:pt>
                <c:pt idx="6324">
                  <c:v>8</c:v>
                </c:pt>
                <c:pt idx="6325">
                  <c:v>6.3</c:v>
                </c:pt>
                <c:pt idx="6326">
                  <c:v>6.8</c:v>
                </c:pt>
                <c:pt idx="6327">
                  <c:v>4.9000000000000004</c:v>
                </c:pt>
                <c:pt idx="6328">
                  <c:v>5.6</c:v>
                </c:pt>
                <c:pt idx="6329">
                  <c:v>5</c:v>
                </c:pt>
                <c:pt idx="6330">
                  <c:v>9</c:v>
                </c:pt>
                <c:pt idx="6331">
                  <c:v>4.7</c:v>
                </c:pt>
                <c:pt idx="6332">
                  <c:v>7.4</c:v>
                </c:pt>
                <c:pt idx="6333">
                  <c:v>6.6</c:v>
                </c:pt>
                <c:pt idx="6334">
                  <c:v>4.2</c:v>
                </c:pt>
                <c:pt idx="6335">
                  <c:v>5.9</c:v>
                </c:pt>
                <c:pt idx="6336">
                  <c:v>8.1999999999999993</c:v>
                </c:pt>
                <c:pt idx="6337">
                  <c:v>9.4</c:v>
                </c:pt>
                <c:pt idx="6338">
                  <c:v>9.8000000000000007</c:v>
                </c:pt>
                <c:pt idx="6339">
                  <c:v>8.1999999999999993</c:v>
                </c:pt>
                <c:pt idx="6340">
                  <c:v>6.3</c:v>
                </c:pt>
                <c:pt idx="6341">
                  <c:v>7.9</c:v>
                </c:pt>
                <c:pt idx="6342">
                  <c:v>5</c:v>
                </c:pt>
                <c:pt idx="6343">
                  <c:v>8.4</c:v>
                </c:pt>
                <c:pt idx="6344">
                  <c:v>8.1999999999999993</c:v>
                </c:pt>
                <c:pt idx="6345">
                  <c:v>5.7</c:v>
                </c:pt>
                <c:pt idx="6346">
                  <c:v>7.1</c:v>
                </c:pt>
                <c:pt idx="6347">
                  <c:v>6</c:v>
                </c:pt>
                <c:pt idx="6348">
                  <c:v>6.8</c:v>
                </c:pt>
                <c:pt idx="6349">
                  <c:v>4.3</c:v>
                </c:pt>
                <c:pt idx="6350">
                  <c:v>7.1</c:v>
                </c:pt>
                <c:pt idx="6351">
                  <c:v>9.9</c:v>
                </c:pt>
                <c:pt idx="6352">
                  <c:v>6</c:v>
                </c:pt>
                <c:pt idx="6353">
                  <c:v>4.4000000000000004</c:v>
                </c:pt>
                <c:pt idx="6354">
                  <c:v>6.4</c:v>
                </c:pt>
                <c:pt idx="6355">
                  <c:v>4.8</c:v>
                </c:pt>
                <c:pt idx="6356">
                  <c:v>6.5</c:v>
                </c:pt>
                <c:pt idx="6357">
                  <c:v>9.6999999999999993</c:v>
                </c:pt>
                <c:pt idx="6358">
                  <c:v>5</c:v>
                </c:pt>
                <c:pt idx="6359">
                  <c:v>5</c:v>
                </c:pt>
                <c:pt idx="6360">
                  <c:v>6.3</c:v>
                </c:pt>
                <c:pt idx="6361">
                  <c:v>8.1</c:v>
                </c:pt>
                <c:pt idx="6362">
                  <c:v>7.9</c:v>
                </c:pt>
                <c:pt idx="6363">
                  <c:v>5.8</c:v>
                </c:pt>
                <c:pt idx="6364">
                  <c:v>9.5</c:v>
                </c:pt>
                <c:pt idx="6365">
                  <c:v>9.9</c:v>
                </c:pt>
                <c:pt idx="6366">
                  <c:v>8.4</c:v>
                </c:pt>
                <c:pt idx="6367">
                  <c:v>4.3</c:v>
                </c:pt>
                <c:pt idx="6368">
                  <c:v>8.1999999999999993</c:v>
                </c:pt>
                <c:pt idx="6369">
                  <c:v>8.1999999999999993</c:v>
                </c:pt>
                <c:pt idx="6370">
                  <c:v>8.3000000000000007</c:v>
                </c:pt>
                <c:pt idx="6371">
                  <c:v>10</c:v>
                </c:pt>
                <c:pt idx="6372">
                  <c:v>9.5</c:v>
                </c:pt>
                <c:pt idx="6373">
                  <c:v>8.1</c:v>
                </c:pt>
                <c:pt idx="6374">
                  <c:v>7.9</c:v>
                </c:pt>
                <c:pt idx="6375">
                  <c:v>9.8000000000000007</c:v>
                </c:pt>
                <c:pt idx="6376">
                  <c:v>6.8</c:v>
                </c:pt>
                <c:pt idx="6377">
                  <c:v>9.1999999999999993</c:v>
                </c:pt>
                <c:pt idx="6378">
                  <c:v>9.3000000000000007</c:v>
                </c:pt>
                <c:pt idx="6379">
                  <c:v>4.8</c:v>
                </c:pt>
                <c:pt idx="6380">
                  <c:v>9.6999999999999993</c:v>
                </c:pt>
                <c:pt idx="6381">
                  <c:v>6.8</c:v>
                </c:pt>
                <c:pt idx="6382">
                  <c:v>4.9000000000000004</c:v>
                </c:pt>
                <c:pt idx="6383">
                  <c:v>9.4</c:v>
                </c:pt>
                <c:pt idx="6384">
                  <c:v>9.3000000000000007</c:v>
                </c:pt>
                <c:pt idx="6385">
                  <c:v>8.6</c:v>
                </c:pt>
                <c:pt idx="6386">
                  <c:v>4.5999999999999996</c:v>
                </c:pt>
                <c:pt idx="6387">
                  <c:v>4</c:v>
                </c:pt>
                <c:pt idx="6388">
                  <c:v>4.4000000000000004</c:v>
                </c:pt>
                <c:pt idx="6389">
                  <c:v>4</c:v>
                </c:pt>
                <c:pt idx="6390">
                  <c:v>6.1</c:v>
                </c:pt>
                <c:pt idx="6391">
                  <c:v>4.7</c:v>
                </c:pt>
                <c:pt idx="6392">
                  <c:v>6.5</c:v>
                </c:pt>
                <c:pt idx="6393">
                  <c:v>9.9</c:v>
                </c:pt>
                <c:pt idx="6394">
                  <c:v>9.6</c:v>
                </c:pt>
                <c:pt idx="6395">
                  <c:v>8.6</c:v>
                </c:pt>
                <c:pt idx="6396">
                  <c:v>7.1</c:v>
                </c:pt>
                <c:pt idx="6397">
                  <c:v>5.6</c:v>
                </c:pt>
                <c:pt idx="6398">
                  <c:v>8.1</c:v>
                </c:pt>
                <c:pt idx="6399">
                  <c:v>5.4</c:v>
                </c:pt>
                <c:pt idx="6400">
                  <c:v>7.4</c:v>
                </c:pt>
                <c:pt idx="6401">
                  <c:v>4.5999999999999996</c:v>
                </c:pt>
                <c:pt idx="6402">
                  <c:v>9.3000000000000007</c:v>
                </c:pt>
                <c:pt idx="6403">
                  <c:v>7.2</c:v>
                </c:pt>
                <c:pt idx="6404">
                  <c:v>8.1</c:v>
                </c:pt>
                <c:pt idx="6405">
                  <c:v>6.6</c:v>
                </c:pt>
                <c:pt idx="6406">
                  <c:v>6.1</c:v>
                </c:pt>
                <c:pt idx="6407">
                  <c:v>5.2</c:v>
                </c:pt>
                <c:pt idx="6408">
                  <c:v>7.2</c:v>
                </c:pt>
                <c:pt idx="6409">
                  <c:v>7.5</c:v>
                </c:pt>
                <c:pt idx="6410">
                  <c:v>7.8</c:v>
                </c:pt>
                <c:pt idx="6411">
                  <c:v>6.2</c:v>
                </c:pt>
                <c:pt idx="6412">
                  <c:v>10</c:v>
                </c:pt>
                <c:pt idx="6413">
                  <c:v>8.4</c:v>
                </c:pt>
                <c:pt idx="6414">
                  <c:v>5.8</c:v>
                </c:pt>
                <c:pt idx="6415">
                  <c:v>9.6999999999999993</c:v>
                </c:pt>
                <c:pt idx="6416">
                  <c:v>6.9</c:v>
                </c:pt>
                <c:pt idx="6417">
                  <c:v>4.8</c:v>
                </c:pt>
                <c:pt idx="6418">
                  <c:v>9</c:v>
                </c:pt>
                <c:pt idx="6419">
                  <c:v>8.6999999999999993</c:v>
                </c:pt>
                <c:pt idx="6420">
                  <c:v>6.5</c:v>
                </c:pt>
                <c:pt idx="6421">
                  <c:v>9.6</c:v>
                </c:pt>
                <c:pt idx="6422">
                  <c:v>6</c:v>
                </c:pt>
                <c:pt idx="6423">
                  <c:v>4.5</c:v>
                </c:pt>
                <c:pt idx="6424">
                  <c:v>9.5</c:v>
                </c:pt>
                <c:pt idx="6425">
                  <c:v>4.9000000000000004</c:v>
                </c:pt>
                <c:pt idx="6426">
                  <c:v>5.6</c:v>
                </c:pt>
                <c:pt idx="6427">
                  <c:v>7.1</c:v>
                </c:pt>
                <c:pt idx="6428">
                  <c:v>9.9</c:v>
                </c:pt>
                <c:pt idx="6429">
                  <c:v>6.8</c:v>
                </c:pt>
                <c:pt idx="6430">
                  <c:v>4.0999999999999996</c:v>
                </c:pt>
                <c:pt idx="6431">
                  <c:v>7.7</c:v>
                </c:pt>
                <c:pt idx="6432">
                  <c:v>9.5</c:v>
                </c:pt>
                <c:pt idx="6433">
                  <c:v>9.1999999999999993</c:v>
                </c:pt>
                <c:pt idx="6434">
                  <c:v>6.5</c:v>
                </c:pt>
                <c:pt idx="6435">
                  <c:v>8.1</c:v>
                </c:pt>
                <c:pt idx="6436">
                  <c:v>6.4</c:v>
                </c:pt>
                <c:pt idx="6437">
                  <c:v>6.9</c:v>
                </c:pt>
                <c:pt idx="6438">
                  <c:v>9.8000000000000007</c:v>
                </c:pt>
                <c:pt idx="6439">
                  <c:v>7.3</c:v>
                </c:pt>
                <c:pt idx="6440">
                  <c:v>7.7</c:v>
                </c:pt>
                <c:pt idx="6441">
                  <c:v>8.1</c:v>
                </c:pt>
                <c:pt idx="6442">
                  <c:v>6.9</c:v>
                </c:pt>
                <c:pt idx="6443">
                  <c:v>4.0999999999999996</c:v>
                </c:pt>
                <c:pt idx="6444">
                  <c:v>8.4</c:v>
                </c:pt>
                <c:pt idx="6445">
                  <c:v>6.3</c:v>
                </c:pt>
                <c:pt idx="6446">
                  <c:v>8.1999999999999993</c:v>
                </c:pt>
                <c:pt idx="6447">
                  <c:v>5.2</c:v>
                </c:pt>
                <c:pt idx="6448">
                  <c:v>4.3</c:v>
                </c:pt>
                <c:pt idx="6449">
                  <c:v>9.8000000000000007</c:v>
                </c:pt>
                <c:pt idx="6450">
                  <c:v>5.8</c:v>
                </c:pt>
                <c:pt idx="6451">
                  <c:v>4</c:v>
                </c:pt>
                <c:pt idx="6452">
                  <c:v>7</c:v>
                </c:pt>
                <c:pt idx="6453">
                  <c:v>7.4</c:v>
                </c:pt>
                <c:pt idx="6454">
                  <c:v>7.8</c:v>
                </c:pt>
                <c:pt idx="6455">
                  <c:v>5.4</c:v>
                </c:pt>
                <c:pt idx="6456">
                  <c:v>5.5</c:v>
                </c:pt>
                <c:pt idx="6457">
                  <c:v>5.0999999999999996</c:v>
                </c:pt>
                <c:pt idx="6458">
                  <c:v>7.2</c:v>
                </c:pt>
                <c:pt idx="6459">
                  <c:v>5.8</c:v>
                </c:pt>
                <c:pt idx="6460">
                  <c:v>7.6</c:v>
                </c:pt>
                <c:pt idx="6461">
                  <c:v>4</c:v>
                </c:pt>
                <c:pt idx="6462">
                  <c:v>9.5</c:v>
                </c:pt>
                <c:pt idx="6463">
                  <c:v>8.9</c:v>
                </c:pt>
                <c:pt idx="6464">
                  <c:v>9.6999999999999993</c:v>
                </c:pt>
                <c:pt idx="6465">
                  <c:v>8.8000000000000007</c:v>
                </c:pt>
                <c:pt idx="6466">
                  <c:v>6</c:v>
                </c:pt>
                <c:pt idx="6467">
                  <c:v>8.6</c:v>
                </c:pt>
                <c:pt idx="6468">
                  <c:v>4.9000000000000004</c:v>
                </c:pt>
                <c:pt idx="6469">
                  <c:v>4.3</c:v>
                </c:pt>
                <c:pt idx="6470">
                  <c:v>5.9</c:v>
                </c:pt>
                <c:pt idx="6471">
                  <c:v>8</c:v>
                </c:pt>
                <c:pt idx="6472">
                  <c:v>7.9</c:v>
                </c:pt>
                <c:pt idx="6473">
                  <c:v>6.7</c:v>
                </c:pt>
                <c:pt idx="6474">
                  <c:v>5</c:v>
                </c:pt>
                <c:pt idx="6475">
                  <c:v>5.2</c:v>
                </c:pt>
                <c:pt idx="6476">
                  <c:v>7.3</c:v>
                </c:pt>
                <c:pt idx="6477">
                  <c:v>5.2</c:v>
                </c:pt>
                <c:pt idx="6478">
                  <c:v>7.7</c:v>
                </c:pt>
                <c:pt idx="6479">
                  <c:v>6.9</c:v>
                </c:pt>
                <c:pt idx="6480">
                  <c:v>8.5</c:v>
                </c:pt>
                <c:pt idx="6481">
                  <c:v>4.5999999999999996</c:v>
                </c:pt>
                <c:pt idx="6482">
                  <c:v>8.1</c:v>
                </c:pt>
                <c:pt idx="6483">
                  <c:v>4.8</c:v>
                </c:pt>
                <c:pt idx="6484">
                  <c:v>4.5</c:v>
                </c:pt>
                <c:pt idx="6485">
                  <c:v>8.1999999999999993</c:v>
                </c:pt>
                <c:pt idx="6486">
                  <c:v>7.9</c:v>
                </c:pt>
                <c:pt idx="6487">
                  <c:v>6.6</c:v>
                </c:pt>
                <c:pt idx="6488">
                  <c:v>5.8</c:v>
                </c:pt>
                <c:pt idx="6489">
                  <c:v>9.3000000000000007</c:v>
                </c:pt>
                <c:pt idx="6490">
                  <c:v>5.4</c:v>
                </c:pt>
                <c:pt idx="6491">
                  <c:v>5.9</c:v>
                </c:pt>
                <c:pt idx="6492">
                  <c:v>6.6</c:v>
                </c:pt>
                <c:pt idx="6493">
                  <c:v>5.5</c:v>
                </c:pt>
                <c:pt idx="6494">
                  <c:v>6.1</c:v>
                </c:pt>
                <c:pt idx="6495">
                  <c:v>4.4000000000000004</c:v>
                </c:pt>
                <c:pt idx="6496">
                  <c:v>7.8</c:v>
                </c:pt>
                <c:pt idx="6497">
                  <c:v>9.6999999999999993</c:v>
                </c:pt>
                <c:pt idx="6498">
                  <c:v>6.6</c:v>
                </c:pt>
                <c:pt idx="6499">
                  <c:v>9</c:v>
                </c:pt>
                <c:pt idx="6500">
                  <c:v>5.7</c:v>
                </c:pt>
                <c:pt idx="6501">
                  <c:v>8.8000000000000007</c:v>
                </c:pt>
                <c:pt idx="6502">
                  <c:v>6.9</c:v>
                </c:pt>
                <c:pt idx="6503">
                  <c:v>5.8</c:v>
                </c:pt>
                <c:pt idx="6504">
                  <c:v>5.6</c:v>
                </c:pt>
                <c:pt idx="6505">
                  <c:v>9.6999999999999993</c:v>
                </c:pt>
                <c:pt idx="6506">
                  <c:v>9.6999999999999993</c:v>
                </c:pt>
                <c:pt idx="6507">
                  <c:v>6.3</c:v>
                </c:pt>
                <c:pt idx="6508">
                  <c:v>4.5999999999999996</c:v>
                </c:pt>
                <c:pt idx="6509">
                  <c:v>7</c:v>
                </c:pt>
                <c:pt idx="6510">
                  <c:v>6</c:v>
                </c:pt>
                <c:pt idx="6511">
                  <c:v>9.8000000000000007</c:v>
                </c:pt>
                <c:pt idx="6512">
                  <c:v>9.9</c:v>
                </c:pt>
                <c:pt idx="6513">
                  <c:v>8.9</c:v>
                </c:pt>
                <c:pt idx="6514">
                  <c:v>6.1</c:v>
                </c:pt>
                <c:pt idx="6515">
                  <c:v>8.4</c:v>
                </c:pt>
                <c:pt idx="6516">
                  <c:v>4.3</c:v>
                </c:pt>
                <c:pt idx="6517">
                  <c:v>4</c:v>
                </c:pt>
                <c:pt idx="6518">
                  <c:v>8</c:v>
                </c:pt>
                <c:pt idx="6519">
                  <c:v>5.8</c:v>
                </c:pt>
                <c:pt idx="6520">
                  <c:v>4.0999999999999996</c:v>
                </c:pt>
                <c:pt idx="6521">
                  <c:v>8</c:v>
                </c:pt>
                <c:pt idx="6522">
                  <c:v>5.7</c:v>
                </c:pt>
                <c:pt idx="6523">
                  <c:v>6.5</c:v>
                </c:pt>
                <c:pt idx="6524">
                  <c:v>9.1999999999999993</c:v>
                </c:pt>
                <c:pt idx="6525">
                  <c:v>7.5</c:v>
                </c:pt>
                <c:pt idx="6526">
                  <c:v>7.6</c:v>
                </c:pt>
                <c:pt idx="6527">
                  <c:v>9.1999999999999993</c:v>
                </c:pt>
                <c:pt idx="6528">
                  <c:v>6.1</c:v>
                </c:pt>
                <c:pt idx="6529">
                  <c:v>9.3000000000000007</c:v>
                </c:pt>
                <c:pt idx="6530">
                  <c:v>5</c:v>
                </c:pt>
                <c:pt idx="6531">
                  <c:v>6.2</c:v>
                </c:pt>
                <c:pt idx="6532">
                  <c:v>7.8</c:v>
                </c:pt>
                <c:pt idx="6533">
                  <c:v>7.5</c:v>
                </c:pt>
                <c:pt idx="6534">
                  <c:v>4.3</c:v>
                </c:pt>
                <c:pt idx="6535">
                  <c:v>7.4</c:v>
                </c:pt>
                <c:pt idx="6536">
                  <c:v>7.9</c:v>
                </c:pt>
                <c:pt idx="6537">
                  <c:v>6.8</c:v>
                </c:pt>
                <c:pt idx="6538">
                  <c:v>7.5</c:v>
                </c:pt>
                <c:pt idx="6539">
                  <c:v>4.9000000000000004</c:v>
                </c:pt>
                <c:pt idx="6540">
                  <c:v>6.6</c:v>
                </c:pt>
                <c:pt idx="6541">
                  <c:v>8.1</c:v>
                </c:pt>
                <c:pt idx="6542">
                  <c:v>6.7</c:v>
                </c:pt>
                <c:pt idx="6543">
                  <c:v>8.8000000000000007</c:v>
                </c:pt>
                <c:pt idx="6544">
                  <c:v>8.6</c:v>
                </c:pt>
                <c:pt idx="6545">
                  <c:v>7.6</c:v>
                </c:pt>
                <c:pt idx="6546">
                  <c:v>4.9000000000000004</c:v>
                </c:pt>
                <c:pt idx="6547">
                  <c:v>5.3</c:v>
                </c:pt>
                <c:pt idx="6548">
                  <c:v>6.7</c:v>
                </c:pt>
                <c:pt idx="6549">
                  <c:v>5.3</c:v>
                </c:pt>
                <c:pt idx="6550">
                  <c:v>8.9</c:v>
                </c:pt>
                <c:pt idx="6551">
                  <c:v>5</c:v>
                </c:pt>
                <c:pt idx="6552">
                  <c:v>6</c:v>
                </c:pt>
                <c:pt idx="6553">
                  <c:v>7.2</c:v>
                </c:pt>
                <c:pt idx="6554">
                  <c:v>8.6</c:v>
                </c:pt>
                <c:pt idx="6555">
                  <c:v>7.9</c:v>
                </c:pt>
                <c:pt idx="6556">
                  <c:v>8.1999999999999993</c:v>
                </c:pt>
                <c:pt idx="6557">
                  <c:v>9.4</c:v>
                </c:pt>
                <c:pt idx="6558">
                  <c:v>7.7</c:v>
                </c:pt>
                <c:pt idx="6559">
                  <c:v>9.6999999999999993</c:v>
                </c:pt>
                <c:pt idx="6560">
                  <c:v>9.6</c:v>
                </c:pt>
                <c:pt idx="6561">
                  <c:v>6</c:v>
                </c:pt>
                <c:pt idx="6562">
                  <c:v>9.9</c:v>
                </c:pt>
                <c:pt idx="6563">
                  <c:v>9.1</c:v>
                </c:pt>
                <c:pt idx="6564">
                  <c:v>9.9</c:v>
                </c:pt>
                <c:pt idx="6565">
                  <c:v>6.6</c:v>
                </c:pt>
                <c:pt idx="6566">
                  <c:v>8.8000000000000007</c:v>
                </c:pt>
                <c:pt idx="6567">
                  <c:v>4.4000000000000004</c:v>
                </c:pt>
                <c:pt idx="6568">
                  <c:v>4.5</c:v>
                </c:pt>
                <c:pt idx="6569">
                  <c:v>5.3</c:v>
                </c:pt>
                <c:pt idx="6570">
                  <c:v>5.3</c:v>
                </c:pt>
                <c:pt idx="6571">
                  <c:v>5.2</c:v>
                </c:pt>
                <c:pt idx="6572">
                  <c:v>6.8</c:v>
                </c:pt>
                <c:pt idx="6573">
                  <c:v>8</c:v>
                </c:pt>
                <c:pt idx="6574">
                  <c:v>4.5</c:v>
                </c:pt>
                <c:pt idx="6575">
                  <c:v>5.4</c:v>
                </c:pt>
                <c:pt idx="6576">
                  <c:v>4</c:v>
                </c:pt>
                <c:pt idx="6577">
                  <c:v>6</c:v>
                </c:pt>
                <c:pt idx="6578">
                  <c:v>5</c:v>
                </c:pt>
                <c:pt idx="6579">
                  <c:v>7.9</c:v>
                </c:pt>
                <c:pt idx="6580">
                  <c:v>4.2</c:v>
                </c:pt>
                <c:pt idx="6581">
                  <c:v>5.9</c:v>
                </c:pt>
                <c:pt idx="6582">
                  <c:v>9.5</c:v>
                </c:pt>
                <c:pt idx="6583">
                  <c:v>5.3</c:v>
                </c:pt>
                <c:pt idx="6584">
                  <c:v>4.3</c:v>
                </c:pt>
                <c:pt idx="6585">
                  <c:v>8.3000000000000007</c:v>
                </c:pt>
                <c:pt idx="6586">
                  <c:v>8.3000000000000007</c:v>
                </c:pt>
                <c:pt idx="6587">
                  <c:v>5.4</c:v>
                </c:pt>
                <c:pt idx="6588">
                  <c:v>7.6</c:v>
                </c:pt>
                <c:pt idx="6589">
                  <c:v>8.4</c:v>
                </c:pt>
                <c:pt idx="6590">
                  <c:v>7.6</c:v>
                </c:pt>
                <c:pt idx="6591">
                  <c:v>5</c:v>
                </c:pt>
                <c:pt idx="6592">
                  <c:v>6.5</c:v>
                </c:pt>
                <c:pt idx="6593">
                  <c:v>4.9000000000000004</c:v>
                </c:pt>
                <c:pt idx="6594">
                  <c:v>7.5</c:v>
                </c:pt>
                <c:pt idx="6595">
                  <c:v>7</c:v>
                </c:pt>
                <c:pt idx="6596">
                  <c:v>8.1999999999999993</c:v>
                </c:pt>
                <c:pt idx="6597">
                  <c:v>4.3</c:v>
                </c:pt>
                <c:pt idx="6598">
                  <c:v>5.6</c:v>
                </c:pt>
                <c:pt idx="6599">
                  <c:v>6.8</c:v>
                </c:pt>
                <c:pt idx="6600">
                  <c:v>9.1</c:v>
                </c:pt>
                <c:pt idx="6601">
                  <c:v>4.0999999999999996</c:v>
                </c:pt>
                <c:pt idx="6602">
                  <c:v>8.5</c:v>
                </c:pt>
                <c:pt idx="6603">
                  <c:v>7.1</c:v>
                </c:pt>
                <c:pt idx="6604">
                  <c:v>8.8000000000000007</c:v>
                </c:pt>
                <c:pt idx="6605">
                  <c:v>8.8000000000000007</c:v>
                </c:pt>
                <c:pt idx="6606">
                  <c:v>7.6</c:v>
                </c:pt>
                <c:pt idx="6607">
                  <c:v>8.4</c:v>
                </c:pt>
                <c:pt idx="6608">
                  <c:v>6.1</c:v>
                </c:pt>
                <c:pt idx="6609">
                  <c:v>4.7</c:v>
                </c:pt>
                <c:pt idx="6610">
                  <c:v>6.3</c:v>
                </c:pt>
                <c:pt idx="6611">
                  <c:v>6.3</c:v>
                </c:pt>
                <c:pt idx="6612">
                  <c:v>9.6</c:v>
                </c:pt>
                <c:pt idx="6613">
                  <c:v>4</c:v>
                </c:pt>
                <c:pt idx="6614">
                  <c:v>8</c:v>
                </c:pt>
                <c:pt idx="6615">
                  <c:v>7.1</c:v>
                </c:pt>
                <c:pt idx="6616">
                  <c:v>9.1</c:v>
                </c:pt>
                <c:pt idx="6617">
                  <c:v>7.9</c:v>
                </c:pt>
                <c:pt idx="6618">
                  <c:v>6.1</c:v>
                </c:pt>
                <c:pt idx="6619">
                  <c:v>7.3</c:v>
                </c:pt>
                <c:pt idx="6620">
                  <c:v>8.6</c:v>
                </c:pt>
                <c:pt idx="6621">
                  <c:v>5.9</c:v>
                </c:pt>
                <c:pt idx="6622">
                  <c:v>5.9</c:v>
                </c:pt>
                <c:pt idx="6623">
                  <c:v>4.2</c:v>
                </c:pt>
                <c:pt idx="6624">
                  <c:v>8.4</c:v>
                </c:pt>
                <c:pt idx="6625">
                  <c:v>5.6</c:v>
                </c:pt>
                <c:pt idx="6626">
                  <c:v>5.5</c:v>
                </c:pt>
                <c:pt idx="6627">
                  <c:v>7.4</c:v>
                </c:pt>
                <c:pt idx="6628">
                  <c:v>7.7</c:v>
                </c:pt>
                <c:pt idx="6629">
                  <c:v>5.6</c:v>
                </c:pt>
                <c:pt idx="6630">
                  <c:v>5.8</c:v>
                </c:pt>
                <c:pt idx="6631">
                  <c:v>6.1</c:v>
                </c:pt>
                <c:pt idx="6632">
                  <c:v>7.9</c:v>
                </c:pt>
                <c:pt idx="6633">
                  <c:v>8.6</c:v>
                </c:pt>
                <c:pt idx="6634">
                  <c:v>6.8</c:v>
                </c:pt>
                <c:pt idx="6635">
                  <c:v>6.2</c:v>
                </c:pt>
                <c:pt idx="6636">
                  <c:v>6</c:v>
                </c:pt>
                <c:pt idx="6637">
                  <c:v>6.6</c:v>
                </c:pt>
                <c:pt idx="6638">
                  <c:v>6.4</c:v>
                </c:pt>
                <c:pt idx="6639">
                  <c:v>5.4</c:v>
                </c:pt>
                <c:pt idx="6640">
                  <c:v>6.8</c:v>
                </c:pt>
                <c:pt idx="6641">
                  <c:v>6.9</c:v>
                </c:pt>
                <c:pt idx="6642">
                  <c:v>8.1999999999999993</c:v>
                </c:pt>
                <c:pt idx="6643">
                  <c:v>9.5</c:v>
                </c:pt>
                <c:pt idx="6644">
                  <c:v>5.3</c:v>
                </c:pt>
                <c:pt idx="6645">
                  <c:v>4.2</c:v>
                </c:pt>
                <c:pt idx="6646">
                  <c:v>7.6</c:v>
                </c:pt>
                <c:pt idx="6647">
                  <c:v>9.6</c:v>
                </c:pt>
                <c:pt idx="6648">
                  <c:v>8.1999999999999993</c:v>
                </c:pt>
                <c:pt idx="6649">
                  <c:v>9.6999999999999993</c:v>
                </c:pt>
                <c:pt idx="6650">
                  <c:v>7.6</c:v>
                </c:pt>
                <c:pt idx="6651">
                  <c:v>8</c:v>
                </c:pt>
                <c:pt idx="6652">
                  <c:v>9</c:v>
                </c:pt>
                <c:pt idx="6653">
                  <c:v>8.4</c:v>
                </c:pt>
                <c:pt idx="6654">
                  <c:v>6</c:v>
                </c:pt>
                <c:pt idx="6655">
                  <c:v>4.5</c:v>
                </c:pt>
                <c:pt idx="6656">
                  <c:v>6.9</c:v>
                </c:pt>
                <c:pt idx="6657">
                  <c:v>9.8000000000000007</c:v>
                </c:pt>
                <c:pt idx="6658">
                  <c:v>5.5</c:v>
                </c:pt>
                <c:pt idx="6659">
                  <c:v>5.3</c:v>
                </c:pt>
                <c:pt idx="6660">
                  <c:v>5.6</c:v>
                </c:pt>
                <c:pt idx="6661">
                  <c:v>7.4</c:v>
                </c:pt>
                <c:pt idx="6662">
                  <c:v>9.6999999999999993</c:v>
                </c:pt>
                <c:pt idx="6663">
                  <c:v>8.8000000000000007</c:v>
                </c:pt>
                <c:pt idx="6664">
                  <c:v>6.5</c:v>
                </c:pt>
                <c:pt idx="6665">
                  <c:v>6.8</c:v>
                </c:pt>
                <c:pt idx="6666">
                  <c:v>5.2</c:v>
                </c:pt>
                <c:pt idx="6667">
                  <c:v>9</c:v>
                </c:pt>
                <c:pt idx="6668">
                  <c:v>6.6</c:v>
                </c:pt>
                <c:pt idx="6669">
                  <c:v>4.3</c:v>
                </c:pt>
                <c:pt idx="6670">
                  <c:v>9.8000000000000007</c:v>
                </c:pt>
                <c:pt idx="6671">
                  <c:v>6.4</c:v>
                </c:pt>
                <c:pt idx="6672">
                  <c:v>8.8000000000000007</c:v>
                </c:pt>
                <c:pt idx="6673">
                  <c:v>5.4</c:v>
                </c:pt>
                <c:pt idx="6674">
                  <c:v>6.5</c:v>
                </c:pt>
                <c:pt idx="6675">
                  <c:v>6.4</c:v>
                </c:pt>
                <c:pt idx="6676">
                  <c:v>6</c:v>
                </c:pt>
                <c:pt idx="6677">
                  <c:v>6.2</c:v>
                </c:pt>
                <c:pt idx="6678">
                  <c:v>4.8</c:v>
                </c:pt>
                <c:pt idx="6679">
                  <c:v>7.4</c:v>
                </c:pt>
                <c:pt idx="6680">
                  <c:v>4.2</c:v>
                </c:pt>
                <c:pt idx="6681">
                  <c:v>9.4</c:v>
                </c:pt>
                <c:pt idx="6682">
                  <c:v>9.4</c:v>
                </c:pt>
                <c:pt idx="6683">
                  <c:v>5</c:v>
                </c:pt>
                <c:pt idx="6684">
                  <c:v>7.1</c:v>
                </c:pt>
                <c:pt idx="6685">
                  <c:v>4.0999999999999996</c:v>
                </c:pt>
                <c:pt idx="6686">
                  <c:v>7</c:v>
                </c:pt>
                <c:pt idx="6687">
                  <c:v>4.3</c:v>
                </c:pt>
                <c:pt idx="6688">
                  <c:v>5.6</c:v>
                </c:pt>
                <c:pt idx="6689">
                  <c:v>4.3</c:v>
                </c:pt>
                <c:pt idx="6690">
                  <c:v>9.1999999999999993</c:v>
                </c:pt>
                <c:pt idx="6691">
                  <c:v>5</c:v>
                </c:pt>
                <c:pt idx="6692">
                  <c:v>8.6999999999999993</c:v>
                </c:pt>
                <c:pt idx="6693">
                  <c:v>7.6</c:v>
                </c:pt>
                <c:pt idx="6694">
                  <c:v>8.8000000000000007</c:v>
                </c:pt>
                <c:pt idx="6695">
                  <c:v>6.9</c:v>
                </c:pt>
                <c:pt idx="6696">
                  <c:v>5.6</c:v>
                </c:pt>
                <c:pt idx="6697">
                  <c:v>6</c:v>
                </c:pt>
                <c:pt idx="6698">
                  <c:v>7.9</c:v>
                </c:pt>
                <c:pt idx="6699">
                  <c:v>7.3</c:v>
                </c:pt>
                <c:pt idx="6700">
                  <c:v>8.6999999999999993</c:v>
                </c:pt>
                <c:pt idx="6701">
                  <c:v>4.4000000000000004</c:v>
                </c:pt>
                <c:pt idx="6702">
                  <c:v>5.7</c:v>
                </c:pt>
                <c:pt idx="6703">
                  <c:v>8</c:v>
                </c:pt>
                <c:pt idx="6704">
                  <c:v>10</c:v>
                </c:pt>
                <c:pt idx="6705">
                  <c:v>4.5</c:v>
                </c:pt>
                <c:pt idx="6706">
                  <c:v>5.7</c:v>
                </c:pt>
                <c:pt idx="6707">
                  <c:v>7.7</c:v>
                </c:pt>
                <c:pt idx="6708">
                  <c:v>4.3</c:v>
                </c:pt>
                <c:pt idx="6709">
                  <c:v>7.7</c:v>
                </c:pt>
                <c:pt idx="6710">
                  <c:v>5.4</c:v>
                </c:pt>
                <c:pt idx="6711">
                  <c:v>5.7</c:v>
                </c:pt>
                <c:pt idx="6712">
                  <c:v>7.7</c:v>
                </c:pt>
                <c:pt idx="6713">
                  <c:v>7.8</c:v>
                </c:pt>
                <c:pt idx="6714">
                  <c:v>8.1999999999999993</c:v>
                </c:pt>
                <c:pt idx="6715">
                  <c:v>5</c:v>
                </c:pt>
                <c:pt idx="6716">
                  <c:v>7.4</c:v>
                </c:pt>
                <c:pt idx="6717">
                  <c:v>6.7</c:v>
                </c:pt>
                <c:pt idx="6718">
                  <c:v>7.7</c:v>
                </c:pt>
                <c:pt idx="6719">
                  <c:v>7.6</c:v>
                </c:pt>
                <c:pt idx="6720">
                  <c:v>6.4</c:v>
                </c:pt>
                <c:pt idx="6721">
                  <c:v>9.8000000000000007</c:v>
                </c:pt>
                <c:pt idx="6722">
                  <c:v>5.6</c:v>
                </c:pt>
                <c:pt idx="6723">
                  <c:v>4.0999999999999996</c:v>
                </c:pt>
                <c:pt idx="6724">
                  <c:v>9.6</c:v>
                </c:pt>
                <c:pt idx="6725">
                  <c:v>7.1</c:v>
                </c:pt>
                <c:pt idx="6726">
                  <c:v>7.1</c:v>
                </c:pt>
                <c:pt idx="6727">
                  <c:v>9.4</c:v>
                </c:pt>
                <c:pt idx="6728">
                  <c:v>6.9</c:v>
                </c:pt>
                <c:pt idx="6729">
                  <c:v>7.8</c:v>
                </c:pt>
                <c:pt idx="6730">
                  <c:v>7.3</c:v>
                </c:pt>
                <c:pt idx="6731">
                  <c:v>7.6</c:v>
                </c:pt>
                <c:pt idx="6732">
                  <c:v>7</c:v>
                </c:pt>
                <c:pt idx="6733">
                  <c:v>8.4</c:v>
                </c:pt>
                <c:pt idx="6734">
                  <c:v>4.0999999999999996</c:v>
                </c:pt>
                <c:pt idx="6735">
                  <c:v>8.9</c:v>
                </c:pt>
                <c:pt idx="6736">
                  <c:v>7.1</c:v>
                </c:pt>
                <c:pt idx="6737">
                  <c:v>6.2</c:v>
                </c:pt>
                <c:pt idx="6738">
                  <c:v>6.8</c:v>
                </c:pt>
                <c:pt idx="6739">
                  <c:v>9.6999999999999993</c:v>
                </c:pt>
                <c:pt idx="6740">
                  <c:v>6.4</c:v>
                </c:pt>
                <c:pt idx="6741">
                  <c:v>4.9000000000000004</c:v>
                </c:pt>
                <c:pt idx="6742">
                  <c:v>9.4</c:v>
                </c:pt>
                <c:pt idx="6743">
                  <c:v>4.0999999999999996</c:v>
                </c:pt>
                <c:pt idx="6744">
                  <c:v>4.5</c:v>
                </c:pt>
                <c:pt idx="6745">
                  <c:v>5.9</c:v>
                </c:pt>
                <c:pt idx="6746">
                  <c:v>7</c:v>
                </c:pt>
                <c:pt idx="6747">
                  <c:v>5.8</c:v>
                </c:pt>
                <c:pt idx="6748">
                  <c:v>5.6</c:v>
                </c:pt>
                <c:pt idx="6749">
                  <c:v>9.9</c:v>
                </c:pt>
                <c:pt idx="6750">
                  <c:v>7</c:v>
                </c:pt>
                <c:pt idx="6751">
                  <c:v>9.1999999999999993</c:v>
                </c:pt>
                <c:pt idx="6752">
                  <c:v>9.6</c:v>
                </c:pt>
                <c:pt idx="6753">
                  <c:v>9.1999999999999993</c:v>
                </c:pt>
                <c:pt idx="6754">
                  <c:v>8.4</c:v>
                </c:pt>
                <c:pt idx="6755">
                  <c:v>5.3</c:v>
                </c:pt>
                <c:pt idx="6756">
                  <c:v>4.4000000000000004</c:v>
                </c:pt>
                <c:pt idx="6757">
                  <c:v>5.0999999999999996</c:v>
                </c:pt>
                <c:pt idx="6758">
                  <c:v>7.4</c:v>
                </c:pt>
                <c:pt idx="6759">
                  <c:v>7.7</c:v>
                </c:pt>
                <c:pt idx="6760">
                  <c:v>7.1</c:v>
                </c:pt>
                <c:pt idx="6761">
                  <c:v>7</c:v>
                </c:pt>
                <c:pt idx="6762">
                  <c:v>9.1999999999999993</c:v>
                </c:pt>
                <c:pt idx="6763">
                  <c:v>9.1</c:v>
                </c:pt>
                <c:pt idx="6764">
                  <c:v>8.4</c:v>
                </c:pt>
                <c:pt idx="6765">
                  <c:v>6.4</c:v>
                </c:pt>
                <c:pt idx="6766">
                  <c:v>6.8</c:v>
                </c:pt>
                <c:pt idx="6767">
                  <c:v>7.9</c:v>
                </c:pt>
                <c:pt idx="6768">
                  <c:v>4.4000000000000004</c:v>
                </c:pt>
                <c:pt idx="6769">
                  <c:v>9.4</c:v>
                </c:pt>
                <c:pt idx="6770">
                  <c:v>6.2</c:v>
                </c:pt>
                <c:pt idx="6771">
                  <c:v>5.7</c:v>
                </c:pt>
                <c:pt idx="6772">
                  <c:v>9.9</c:v>
                </c:pt>
                <c:pt idx="6773">
                  <c:v>5.2</c:v>
                </c:pt>
                <c:pt idx="6774">
                  <c:v>6.9</c:v>
                </c:pt>
                <c:pt idx="6775">
                  <c:v>6.9</c:v>
                </c:pt>
                <c:pt idx="6776">
                  <c:v>5.3</c:v>
                </c:pt>
                <c:pt idx="6777">
                  <c:v>7.4</c:v>
                </c:pt>
                <c:pt idx="6778">
                  <c:v>7.8</c:v>
                </c:pt>
                <c:pt idx="6779">
                  <c:v>7.8</c:v>
                </c:pt>
                <c:pt idx="6780">
                  <c:v>4.5999999999999996</c:v>
                </c:pt>
                <c:pt idx="6781">
                  <c:v>9.8000000000000007</c:v>
                </c:pt>
                <c:pt idx="6782">
                  <c:v>6.9</c:v>
                </c:pt>
                <c:pt idx="6783">
                  <c:v>8.6</c:v>
                </c:pt>
                <c:pt idx="6784">
                  <c:v>5.2</c:v>
                </c:pt>
                <c:pt idx="6785">
                  <c:v>8.6999999999999993</c:v>
                </c:pt>
                <c:pt idx="6786">
                  <c:v>5.9</c:v>
                </c:pt>
                <c:pt idx="6787">
                  <c:v>7.5</c:v>
                </c:pt>
                <c:pt idx="6788">
                  <c:v>4</c:v>
                </c:pt>
                <c:pt idx="6789">
                  <c:v>6.8</c:v>
                </c:pt>
                <c:pt idx="6790">
                  <c:v>8.4</c:v>
                </c:pt>
                <c:pt idx="6791">
                  <c:v>6.8</c:v>
                </c:pt>
                <c:pt idx="6792">
                  <c:v>7.2</c:v>
                </c:pt>
                <c:pt idx="6793">
                  <c:v>8.1999999999999993</c:v>
                </c:pt>
                <c:pt idx="6794">
                  <c:v>9.4</c:v>
                </c:pt>
                <c:pt idx="6795">
                  <c:v>7.8</c:v>
                </c:pt>
                <c:pt idx="6796">
                  <c:v>9.5</c:v>
                </c:pt>
                <c:pt idx="6797">
                  <c:v>9.6999999999999993</c:v>
                </c:pt>
                <c:pt idx="6798">
                  <c:v>4.0999999999999996</c:v>
                </c:pt>
                <c:pt idx="6799">
                  <c:v>5.5</c:v>
                </c:pt>
                <c:pt idx="6800">
                  <c:v>5.6</c:v>
                </c:pt>
                <c:pt idx="6801">
                  <c:v>9.4</c:v>
                </c:pt>
                <c:pt idx="6802">
                  <c:v>4.9000000000000004</c:v>
                </c:pt>
                <c:pt idx="6803">
                  <c:v>4.5</c:v>
                </c:pt>
                <c:pt idx="6804">
                  <c:v>8.4</c:v>
                </c:pt>
                <c:pt idx="6805">
                  <c:v>7.4</c:v>
                </c:pt>
                <c:pt idx="6806">
                  <c:v>6.1</c:v>
                </c:pt>
                <c:pt idx="6807">
                  <c:v>5.6</c:v>
                </c:pt>
                <c:pt idx="6808">
                  <c:v>4.7</c:v>
                </c:pt>
                <c:pt idx="6809">
                  <c:v>7.5</c:v>
                </c:pt>
                <c:pt idx="6810">
                  <c:v>8.1999999999999993</c:v>
                </c:pt>
                <c:pt idx="6811">
                  <c:v>8.4</c:v>
                </c:pt>
                <c:pt idx="6812">
                  <c:v>8.1999999999999993</c:v>
                </c:pt>
                <c:pt idx="6813">
                  <c:v>6.1</c:v>
                </c:pt>
                <c:pt idx="6814">
                  <c:v>5.5</c:v>
                </c:pt>
                <c:pt idx="6815">
                  <c:v>8.5</c:v>
                </c:pt>
                <c:pt idx="6816">
                  <c:v>6.9</c:v>
                </c:pt>
                <c:pt idx="6817">
                  <c:v>7.5</c:v>
                </c:pt>
                <c:pt idx="6818">
                  <c:v>8.3000000000000007</c:v>
                </c:pt>
                <c:pt idx="6819">
                  <c:v>7</c:v>
                </c:pt>
                <c:pt idx="6820">
                  <c:v>6.6</c:v>
                </c:pt>
                <c:pt idx="6821">
                  <c:v>4.4000000000000004</c:v>
                </c:pt>
                <c:pt idx="6822">
                  <c:v>9</c:v>
                </c:pt>
                <c:pt idx="6823">
                  <c:v>7</c:v>
                </c:pt>
                <c:pt idx="6824">
                  <c:v>9.5</c:v>
                </c:pt>
                <c:pt idx="6825">
                  <c:v>8</c:v>
                </c:pt>
                <c:pt idx="6826">
                  <c:v>6.7</c:v>
                </c:pt>
                <c:pt idx="6827">
                  <c:v>5.5</c:v>
                </c:pt>
                <c:pt idx="6828">
                  <c:v>8.6999999999999993</c:v>
                </c:pt>
                <c:pt idx="6829">
                  <c:v>6</c:v>
                </c:pt>
                <c:pt idx="6830">
                  <c:v>6.5</c:v>
                </c:pt>
                <c:pt idx="6831">
                  <c:v>5</c:v>
                </c:pt>
                <c:pt idx="6832">
                  <c:v>7</c:v>
                </c:pt>
                <c:pt idx="6833">
                  <c:v>7.2</c:v>
                </c:pt>
                <c:pt idx="6834">
                  <c:v>5.6</c:v>
                </c:pt>
                <c:pt idx="6835">
                  <c:v>8.6999999999999993</c:v>
                </c:pt>
                <c:pt idx="6836">
                  <c:v>7.9</c:v>
                </c:pt>
                <c:pt idx="6837">
                  <c:v>9.6</c:v>
                </c:pt>
                <c:pt idx="6838">
                  <c:v>8.8000000000000007</c:v>
                </c:pt>
                <c:pt idx="6839">
                  <c:v>7.4</c:v>
                </c:pt>
                <c:pt idx="6840">
                  <c:v>5.7</c:v>
                </c:pt>
                <c:pt idx="6841">
                  <c:v>5.7</c:v>
                </c:pt>
                <c:pt idx="6842">
                  <c:v>8.1999999999999993</c:v>
                </c:pt>
                <c:pt idx="6843">
                  <c:v>5.4</c:v>
                </c:pt>
                <c:pt idx="6844">
                  <c:v>8.1999999999999993</c:v>
                </c:pt>
                <c:pt idx="6845">
                  <c:v>7</c:v>
                </c:pt>
                <c:pt idx="6846">
                  <c:v>7.4</c:v>
                </c:pt>
                <c:pt idx="6847">
                  <c:v>8.9</c:v>
                </c:pt>
                <c:pt idx="6848">
                  <c:v>7.1</c:v>
                </c:pt>
                <c:pt idx="6849">
                  <c:v>6.5</c:v>
                </c:pt>
                <c:pt idx="6850">
                  <c:v>6</c:v>
                </c:pt>
                <c:pt idx="6851">
                  <c:v>4</c:v>
                </c:pt>
                <c:pt idx="6852">
                  <c:v>8.1</c:v>
                </c:pt>
                <c:pt idx="6853">
                  <c:v>5.4</c:v>
                </c:pt>
                <c:pt idx="6854">
                  <c:v>8.5</c:v>
                </c:pt>
                <c:pt idx="6855">
                  <c:v>8.9</c:v>
                </c:pt>
                <c:pt idx="6856">
                  <c:v>8.6</c:v>
                </c:pt>
                <c:pt idx="6857">
                  <c:v>7.6</c:v>
                </c:pt>
                <c:pt idx="6858">
                  <c:v>5.5</c:v>
                </c:pt>
                <c:pt idx="6859">
                  <c:v>6.6</c:v>
                </c:pt>
                <c:pt idx="6860">
                  <c:v>9.5</c:v>
                </c:pt>
                <c:pt idx="6861">
                  <c:v>7.9</c:v>
                </c:pt>
                <c:pt idx="6862">
                  <c:v>5.7</c:v>
                </c:pt>
                <c:pt idx="6863">
                  <c:v>9.9</c:v>
                </c:pt>
                <c:pt idx="6864">
                  <c:v>4.9000000000000004</c:v>
                </c:pt>
                <c:pt idx="6865">
                  <c:v>5.6</c:v>
                </c:pt>
                <c:pt idx="6866">
                  <c:v>8.6999999999999993</c:v>
                </c:pt>
                <c:pt idx="6867">
                  <c:v>5.7</c:v>
                </c:pt>
                <c:pt idx="6868">
                  <c:v>9.5</c:v>
                </c:pt>
                <c:pt idx="6869">
                  <c:v>6.9</c:v>
                </c:pt>
                <c:pt idx="6870">
                  <c:v>6.1</c:v>
                </c:pt>
                <c:pt idx="6871">
                  <c:v>8.3000000000000007</c:v>
                </c:pt>
                <c:pt idx="6872">
                  <c:v>5.7</c:v>
                </c:pt>
                <c:pt idx="6873">
                  <c:v>9</c:v>
                </c:pt>
                <c:pt idx="6874">
                  <c:v>8.4</c:v>
                </c:pt>
                <c:pt idx="6875">
                  <c:v>7.1</c:v>
                </c:pt>
                <c:pt idx="6876">
                  <c:v>7.9</c:v>
                </c:pt>
                <c:pt idx="6877">
                  <c:v>5.5</c:v>
                </c:pt>
                <c:pt idx="6878">
                  <c:v>5.6</c:v>
                </c:pt>
                <c:pt idx="6879">
                  <c:v>4.9000000000000004</c:v>
                </c:pt>
                <c:pt idx="6880">
                  <c:v>4.7</c:v>
                </c:pt>
                <c:pt idx="6881">
                  <c:v>8.6999999999999993</c:v>
                </c:pt>
                <c:pt idx="6882">
                  <c:v>9.9</c:v>
                </c:pt>
                <c:pt idx="6883">
                  <c:v>4.5999999999999996</c:v>
                </c:pt>
                <c:pt idx="6884">
                  <c:v>5.4</c:v>
                </c:pt>
                <c:pt idx="6885">
                  <c:v>8.8000000000000007</c:v>
                </c:pt>
                <c:pt idx="6886">
                  <c:v>7.1</c:v>
                </c:pt>
                <c:pt idx="6887">
                  <c:v>5.4</c:v>
                </c:pt>
                <c:pt idx="6888">
                  <c:v>6.4</c:v>
                </c:pt>
                <c:pt idx="6889">
                  <c:v>5.9</c:v>
                </c:pt>
                <c:pt idx="6890">
                  <c:v>7.9</c:v>
                </c:pt>
                <c:pt idx="6891">
                  <c:v>9.6</c:v>
                </c:pt>
                <c:pt idx="6892">
                  <c:v>5.4</c:v>
                </c:pt>
                <c:pt idx="6893">
                  <c:v>4.5</c:v>
                </c:pt>
                <c:pt idx="6894">
                  <c:v>6.7</c:v>
                </c:pt>
                <c:pt idx="6895">
                  <c:v>5.6</c:v>
                </c:pt>
                <c:pt idx="6896">
                  <c:v>6.3</c:v>
                </c:pt>
                <c:pt idx="6897">
                  <c:v>8.1999999999999993</c:v>
                </c:pt>
                <c:pt idx="6898">
                  <c:v>4.3</c:v>
                </c:pt>
                <c:pt idx="6899">
                  <c:v>8.1</c:v>
                </c:pt>
                <c:pt idx="6900">
                  <c:v>6.9</c:v>
                </c:pt>
                <c:pt idx="6901">
                  <c:v>8.3000000000000007</c:v>
                </c:pt>
                <c:pt idx="6902">
                  <c:v>9.3000000000000007</c:v>
                </c:pt>
                <c:pt idx="6903">
                  <c:v>9.6999999999999993</c:v>
                </c:pt>
                <c:pt idx="6904">
                  <c:v>4.4000000000000004</c:v>
                </c:pt>
                <c:pt idx="6905">
                  <c:v>8.8000000000000007</c:v>
                </c:pt>
                <c:pt idx="6906">
                  <c:v>4.0999999999999996</c:v>
                </c:pt>
                <c:pt idx="6907">
                  <c:v>9.8000000000000007</c:v>
                </c:pt>
                <c:pt idx="6908">
                  <c:v>5.6</c:v>
                </c:pt>
                <c:pt idx="6909">
                  <c:v>4.3</c:v>
                </c:pt>
                <c:pt idx="6910">
                  <c:v>8.1</c:v>
                </c:pt>
                <c:pt idx="6911">
                  <c:v>4.4000000000000004</c:v>
                </c:pt>
                <c:pt idx="6912">
                  <c:v>9.5</c:v>
                </c:pt>
                <c:pt idx="6913">
                  <c:v>8.6999999999999993</c:v>
                </c:pt>
                <c:pt idx="6914">
                  <c:v>4.7</c:v>
                </c:pt>
                <c:pt idx="6915">
                  <c:v>6.7</c:v>
                </c:pt>
                <c:pt idx="6916">
                  <c:v>7.1</c:v>
                </c:pt>
                <c:pt idx="6917">
                  <c:v>7.7</c:v>
                </c:pt>
                <c:pt idx="6918">
                  <c:v>7.8</c:v>
                </c:pt>
                <c:pt idx="6919">
                  <c:v>6.6</c:v>
                </c:pt>
                <c:pt idx="6920">
                  <c:v>6.8</c:v>
                </c:pt>
                <c:pt idx="6921">
                  <c:v>5</c:v>
                </c:pt>
                <c:pt idx="6922">
                  <c:v>7.4</c:v>
                </c:pt>
                <c:pt idx="6923">
                  <c:v>5.8</c:v>
                </c:pt>
                <c:pt idx="6924">
                  <c:v>8.6999999999999993</c:v>
                </c:pt>
                <c:pt idx="6925">
                  <c:v>8.8000000000000007</c:v>
                </c:pt>
                <c:pt idx="6926">
                  <c:v>6.7</c:v>
                </c:pt>
                <c:pt idx="6927">
                  <c:v>6.5</c:v>
                </c:pt>
                <c:pt idx="6928">
                  <c:v>5.2</c:v>
                </c:pt>
                <c:pt idx="6929">
                  <c:v>6.8</c:v>
                </c:pt>
                <c:pt idx="6930">
                  <c:v>9.6</c:v>
                </c:pt>
                <c:pt idx="6931">
                  <c:v>6.1</c:v>
                </c:pt>
                <c:pt idx="6932">
                  <c:v>4.5999999999999996</c:v>
                </c:pt>
                <c:pt idx="6933">
                  <c:v>7.1</c:v>
                </c:pt>
                <c:pt idx="6934">
                  <c:v>9.8000000000000007</c:v>
                </c:pt>
                <c:pt idx="6935">
                  <c:v>9.1</c:v>
                </c:pt>
                <c:pt idx="6936">
                  <c:v>5.7</c:v>
                </c:pt>
                <c:pt idx="6937">
                  <c:v>5.7</c:v>
                </c:pt>
                <c:pt idx="6938">
                  <c:v>4.8</c:v>
                </c:pt>
                <c:pt idx="6939">
                  <c:v>5.4</c:v>
                </c:pt>
                <c:pt idx="6940">
                  <c:v>9.8000000000000007</c:v>
                </c:pt>
                <c:pt idx="6941">
                  <c:v>5.0999999999999996</c:v>
                </c:pt>
                <c:pt idx="6942">
                  <c:v>5</c:v>
                </c:pt>
                <c:pt idx="6943">
                  <c:v>9.3000000000000007</c:v>
                </c:pt>
                <c:pt idx="6944">
                  <c:v>6.8</c:v>
                </c:pt>
                <c:pt idx="6945">
                  <c:v>6.4</c:v>
                </c:pt>
                <c:pt idx="6946">
                  <c:v>4.8</c:v>
                </c:pt>
                <c:pt idx="6947">
                  <c:v>4</c:v>
                </c:pt>
                <c:pt idx="6948">
                  <c:v>9.4</c:v>
                </c:pt>
                <c:pt idx="6949">
                  <c:v>5.3</c:v>
                </c:pt>
                <c:pt idx="6950">
                  <c:v>8</c:v>
                </c:pt>
                <c:pt idx="6951">
                  <c:v>4.3</c:v>
                </c:pt>
                <c:pt idx="6952">
                  <c:v>5.5</c:v>
                </c:pt>
                <c:pt idx="6953">
                  <c:v>5.9</c:v>
                </c:pt>
                <c:pt idx="6954">
                  <c:v>8.1</c:v>
                </c:pt>
                <c:pt idx="6955">
                  <c:v>7.9</c:v>
                </c:pt>
                <c:pt idx="6956">
                  <c:v>8.5</c:v>
                </c:pt>
                <c:pt idx="6957">
                  <c:v>4.7</c:v>
                </c:pt>
                <c:pt idx="6958">
                  <c:v>5.2</c:v>
                </c:pt>
                <c:pt idx="6959">
                  <c:v>4.5</c:v>
                </c:pt>
                <c:pt idx="6960">
                  <c:v>8.5</c:v>
                </c:pt>
                <c:pt idx="6961">
                  <c:v>4.8</c:v>
                </c:pt>
                <c:pt idx="6962">
                  <c:v>4.0999999999999996</c:v>
                </c:pt>
                <c:pt idx="6963">
                  <c:v>5.6</c:v>
                </c:pt>
                <c:pt idx="6964">
                  <c:v>4.4000000000000004</c:v>
                </c:pt>
                <c:pt idx="6965">
                  <c:v>7.5</c:v>
                </c:pt>
                <c:pt idx="6966">
                  <c:v>6.5</c:v>
                </c:pt>
                <c:pt idx="6967">
                  <c:v>6.3</c:v>
                </c:pt>
                <c:pt idx="6968">
                  <c:v>8.9</c:v>
                </c:pt>
                <c:pt idx="6969">
                  <c:v>5.6</c:v>
                </c:pt>
                <c:pt idx="6970">
                  <c:v>7.1</c:v>
                </c:pt>
                <c:pt idx="6971">
                  <c:v>5.5</c:v>
                </c:pt>
                <c:pt idx="6972">
                  <c:v>9.6999999999999993</c:v>
                </c:pt>
                <c:pt idx="6973">
                  <c:v>4.5999999999999996</c:v>
                </c:pt>
                <c:pt idx="6974">
                  <c:v>6.1</c:v>
                </c:pt>
                <c:pt idx="6975">
                  <c:v>9.9</c:v>
                </c:pt>
                <c:pt idx="6976">
                  <c:v>6.5</c:v>
                </c:pt>
                <c:pt idx="6977">
                  <c:v>9.8000000000000007</c:v>
                </c:pt>
                <c:pt idx="6978">
                  <c:v>9.1</c:v>
                </c:pt>
                <c:pt idx="6979">
                  <c:v>5.7</c:v>
                </c:pt>
                <c:pt idx="6980">
                  <c:v>8.9</c:v>
                </c:pt>
                <c:pt idx="6981">
                  <c:v>6.6</c:v>
                </c:pt>
                <c:pt idx="6982">
                  <c:v>7</c:v>
                </c:pt>
                <c:pt idx="6983">
                  <c:v>6.1</c:v>
                </c:pt>
                <c:pt idx="6984">
                  <c:v>6.1</c:v>
                </c:pt>
                <c:pt idx="6985">
                  <c:v>6.6</c:v>
                </c:pt>
                <c:pt idx="6986">
                  <c:v>6.4</c:v>
                </c:pt>
                <c:pt idx="6987">
                  <c:v>6.1</c:v>
                </c:pt>
                <c:pt idx="6988">
                  <c:v>5.6</c:v>
                </c:pt>
                <c:pt idx="6989">
                  <c:v>6.7</c:v>
                </c:pt>
                <c:pt idx="6990">
                  <c:v>9.3000000000000007</c:v>
                </c:pt>
                <c:pt idx="6991">
                  <c:v>6</c:v>
                </c:pt>
                <c:pt idx="6992">
                  <c:v>8.1999999999999993</c:v>
                </c:pt>
                <c:pt idx="6993">
                  <c:v>4.8</c:v>
                </c:pt>
                <c:pt idx="6994">
                  <c:v>7.3</c:v>
                </c:pt>
                <c:pt idx="6995">
                  <c:v>9.1999999999999993</c:v>
                </c:pt>
                <c:pt idx="6996">
                  <c:v>6.2</c:v>
                </c:pt>
                <c:pt idx="6997">
                  <c:v>6.7</c:v>
                </c:pt>
                <c:pt idx="6998">
                  <c:v>9.6</c:v>
                </c:pt>
                <c:pt idx="6999">
                  <c:v>8.9</c:v>
                </c:pt>
                <c:pt idx="7000">
                  <c:v>9.1999999999999993</c:v>
                </c:pt>
                <c:pt idx="7001">
                  <c:v>8.6</c:v>
                </c:pt>
                <c:pt idx="7002">
                  <c:v>9.3000000000000007</c:v>
                </c:pt>
                <c:pt idx="7003">
                  <c:v>4.8</c:v>
                </c:pt>
                <c:pt idx="7004">
                  <c:v>5</c:v>
                </c:pt>
                <c:pt idx="7005">
                  <c:v>5.0999999999999996</c:v>
                </c:pt>
                <c:pt idx="7006">
                  <c:v>6.3</c:v>
                </c:pt>
                <c:pt idx="7007">
                  <c:v>9.8000000000000007</c:v>
                </c:pt>
                <c:pt idx="7008">
                  <c:v>7.6</c:v>
                </c:pt>
                <c:pt idx="7009">
                  <c:v>7.4</c:v>
                </c:pt>
                <c:pt idx="7010">
                  <c:v>7.7</c:v>
                </c:pt>
                <c:pt idx="7011">
                  <c:v>7.7</c:v>
                </c:pt>
                <c:pt idx="7012">
                  <c:v>9</c:v>
                </c:pt>
                <c:pt idx="7013">
                  <c:v>9.8000000000000007</c:v>
                </c:pt>
                <c:pt idx="7014">
                  <c:v>9.3000000000000007</c:v>
                </c:pt>
                <c:pt idx="7015">
                  <c:v>5.2</c:v>
                </c:pt>
                <c:pt idx="7016">
                  <c:v>6.7</c:v>
                </c:pt>
                <c:pt idx="7017">
                  <c:v>7.3</c:v>
                </c:pt>
                <c:pt idx="7018">
                  <c:v>8.8000000000000007</c:v>
                </c:pt>
                <c:pt idx="7019">
                  <c:v>6.3</c:v>
                </c:pt>
                <c:pt idx="7020">
                  <c:v>7.3</c:v>
                </c:pt>
                <c:pt idx="7021">
                  <c:v>6</c:v>
                </c:pt>
                <c:pt idx="7022">
                  <c:v>9.1</c:v>
                </c:pt>
                <c:pt idx="7023">
                  <c:v>6.4</c:v>
                </c:pt>
                <c:pt idx="7024">
                  <c:v>4.3</c:v>
                </c:pt>
                <c:pt idx="7025">
                  <c:v>6.2</c:v>
                </c:pt>
                <c:pt idx="7026">
                  <c:v>5.4</c:v>
                </c:pt>
                <c:pt idx="7027">
                  <c:v>6.2</c:v>
                </c:pt>
                <c:pt idx="7028">
                  <c:v>7.5</c:v>
                </c:pt>
                <c:pt idx="7029">
                  <c:v>8.3000000000000007</c:v>
                </c:pt>
                <c:pt idx="7030">
                  <c:v>9.6</c:v>
                </c:pt>
                <c:pt idx="7031">
                  <c:v>5</c:v>
                </c:pt>
                <c:pt idx="7032">
                  <c:v>6.1</c:v>
                </c:pt>
                <c:pt idx="7033">
                  <c:v>7.7</c:v>
                </c:pt>
                <c:pt idx="7034">
                  <c:v>5.0999999999999996</c:v>
                </c:pt>
                <c:pt idx="7035">
                  <c:v>6.9</c:v>
                </c:pt>
                <c:pt idx="7036">
                  <c:v>6.1</c:v>
                </c:pt>
                <c:pt idx="7037">
                  <c:v>6.6</c:v>
                </c:pt>
                <c:pt idx="7038">
                  <c:v>7.9</c:v>
                </c:pt>
                <c:pt idx="7039">
                  <c:v>5.3</c:v>
                </c:pt>
                <c:pt idx="7040">
                  <c:v>7.3</c:v>
                </c:pt>
                <c:pt idx="7041">
                  <c:v>5.4</c:v>
                </c:pt>
                <c:pt idx="7042">
                  <c:v>8.6</c:v>
                </c:pt>
                <c:pt idx="7043">
                  <c:v>6.8</c:v>
                </c:pt>
                <c:pt idx="7044">
                  <c:v>5.5</c:v>
                </c:pt>
                <c:pt idx="7045">
                  <c:v>5</c:v>
                </c:pt>
                <c:pt idx="7046">
                  <c:v>4.8</c:v>
                </c:pt>
                <c:pt idx="7047">
                  <c:v>8.9</c:v>
                </c:pt>
                <c:pt idx="7048">
                  <c:v>9.1999999999999993</c:v>
                </c:pt>
                <c:pt idx="7049">
                  <c:v>8.6999999999999993</c:v>
                </c:pt>
                <c:pt idx="7050">
                  <c:v>4.3</c:v>
                </c:pt>
                <c:pt idx="7051">
                  <c:v>9.1</c:v>
                </c:pt>
                <c:pt idx="7052">
                  <c:v>6.7</c:v>
                </c:pt>
                <c:pt idx="7053">
                  <c:v>7.1</c:v>
                </c:pt>
                <c:pt idx="7054">
                  <c:v>5.0999999999999996</c:v>
                </c:pt>
                <c:pt idx="7055">
                  <c:v>8.9</c:v>
                </c:pt>
                <c:pt idx="7056">
                  <c:v>5</c:v>
                </c:pt>
                <c:pt idx="7057">
                  <c:v>5.8</c:v>
                </c:pt>
                <c:pt idx="7058">
                  <c:v>5.5</c:v>
                </c:pt>
                <c:pt idx="7059">
                  <c:v>6.1</c:v>
                </c:pt>
                <c:pt idx="7060">
                  <c:v>8.1</c:v>
                </c:pt>
                <c:pt idx="7061">
                  <c:v>6.1</c:v>
                </c:pt>
                <c:pt idx="7062">
                  <c:v>7.8</c:v>
                </c:pt>
                <c:pt idx="7063">
                  <c:v>7.7</c:v>
                </c:pt>
                <c:pt idx="7064">
                  <c:v>5</c:v>
                </c:pt>
                <c:pt idx="7065">
                  <c:v>7</c:v>
                </c:pt>
                <c:pt idx="7066">
                  <c:v>8.5</c:v>
                </c:pt>
                <c:pt idx="7067">
                  <c:v>8.5</c:v>
                </c:pt>
                <c:pt idx="7068">
                  <c:v>5.2</c:v>
                </c:pt>
                <c:pt idx="7069">
                  <c:v>5.3</c:v>
                </c:pt>
                <c:pt idx="7070">
                  <c:v>9.6</c:v>
                </c:pt>
                <c:pt idx="7071">
                  <c:v>6.7</c:v>
                </c:pt>
                <c:pt idx="7072">
                  <c:v>7.7</c:v>
                </c:pt>
                <c:pt idx="7073">
                  <c:v>7.8</c:v>
                </c:pt>
                <c:pt idx="7074">
                  <c:v>5.0999999999999996</c:v>
                </c:pt>
                <c:pt idx="7075">
                  <c:v>4.0999999999999996</c:v>
                </c:pt>
                <c:pt idx="7076">
                  <c:v>4.7</c:v>
                </c:pt>
                <c:pt idx="7077">
                  <c:v>4.0999999999999996</c:v>
                </c:pt>
                <c:pt idx="7078">
                  <c:v>8.9</c:v>
                </c:pt>
                <c:pt idx="7079">
                  <c:v>9.9</c:v>
                </c:pt>
                <c:pt idx="7080">
                  <c:v>7</c:v>
                </c:pt>
                <c:pt idx="7081">
                  <c:v>8.1</c:v>
                </c:pt>
                <c:pt idx="7082">
                  <c:v>4.7</c:v>
                </c:pt>
                <c:pt idx="7083">
                  <c:v>9.6999999999999993</c:v>
                </c:pt>
                <c:pt idx="7084">
                  <c:v>7.2</c:v>
                </c:pt>
                <c:pt idx="7085">
                  <c:v>9.6999999999999993</c:v>
                </c:pt>
                <c:pt idx="7086">
                  <c:v>5.6</c:v>
                </c:pt>
                <c:pt idx="7087">
                  <c:v>4</c:v>
                </c:pt>
                <c:pt idx="7088">
                  <c:v>5</c:v>
                </c:pt>
                <c:pt idx="7089">
                  <c:v>8.3000000000000007</c:v>
                </c:pt>
                <c:pt idx="7090">
                  <c:v>6.8</c:v>
                </c:pt>
                <c:pt idx="7091">
                  <c:v>6.5</c:v>
                </c:pt>
                <c:pt idx="7092">
                  <c:v>5.4</c:v>
                </c:pt>
                <c:pt idx="7093">
                  <c:v>6.4</c:v>
                </c:pt>
                <c:pt idx="7094">
                  <c:v>9.1</c:v>
                </c:pt>
                <c:pt idx="7095">
                  <c:v>7.2</c:v>
                </c:pt>
                <c:pt idx="7096">
                  <c:v>7.3</c:v>
                </c:pt>
                <c:pt idx="7097">
                  <c:v>4.3</c:v>
                </c:pt>
                <c:pt idx="7098">
                  <c:v>4.7</c:v>
                </c:pt>
                <c:pt idx="7099">
                  <c:v>5.9</c:v>
                </c:pt>
                <c:pt idx="7100">
                  <c:v>4.3</c:v>
                </c:pt>
                <c:pt idx="7101">
                  <c:v>8.5</c:v>
                </c:pt>
                <c:pt idx="7102">
                  <c:v>5.8</c:v>
                </c:pt>
                <c:pt idx="7103">
                  <c:v>8.5</c:v>
                </c:pt>
                <c:pt idx="7104">
                  <c:v>7</c:v>
                </c:pt>
                <c:pt idx="7105">
                  <c:v>5.6</c:v>
                </c:pt>
                <c:pt idx="7106">
                  <c:v>6.4</c:v>
                </c:pt>
                <c:pt idx="7107">
                  <c:v>9.8000000000000007</c:v>
                </c:pt>
                <c:pt idx="7108">
                  <c:v>4.2</c:v>
                </c:pt>
                <c:pt idx="7109">
                  <c:v>7.2</c:v>
                </c:pt>
                <c:pt idx="7110">
                  <c:v>7.9</c:v>
                </c:pt>
                <c:pt idx="7111">
                  <c:v>8.8000000000000007</c:v>
                </c:pt>
                <c:pt idx="7112">
                  <c:v>8.3000000000000007</c:v>
                </c:pt>
                <c:pt idx="7113">
                  <c:v>8.8000000000000007</c:v>
                </c:pt>
                <c:pt idx="7114">
                  <c:v>7.3</c:v>
                </c:pt>
                <c:pt idx="7115">
                  <c:v>8.1999999999999993</c:v>
                </c:pt>
                <c:pt idx="7116">
                  <c:v>7</c:v>
                </c:pt>
                <c:pt idx="7117">
                  <c:v>5</c:v>
                </c:pt>
                <c:pt idx="7118">
                  <c:v>9.1</c:v>
                </c:pt>
                <c:pt idx="7119">
                  <c:v>9.5</c:v>
                </c:pt>
                <c:pt idx="7120">
                  <c:v>10</c:v>
                </c:pt>
                <c:pt idx="7121">
                  <c:v>10</c:v>
                </c:pt>
                <c:pt idx="7122">
                  <c:v>5</c:v>
                </c:pt>
                <c:pt idx="7123">
                  <c:v>5.4</c:v>
                </c:pt>
                <c:pt idx="7124">
                  <c:v>8.1</c:v>
                </c:pt>
                <c:pt idx="7125">
                  <c:v>7.4</c:v>
                </c:pt>
                <c:pt idx="7126">
                  <c:v>7.7</c:v>
                </c:pt>
                <c:pt idx="7127">
                  <c:v>7.5</c:v>
                </c:pt>
                <c:pt idx="7128">
                  <c:v>9.5</c:v>
                </c:pt>
                <c:pt idx="7129">
                  <c:v>5.0999999999999996</c:v>
                </c:pt>
                <c:pt idx="7130">
                  <c:v>7.3</c:v>
                </c:pt>
                <c:pt idx="7131">
                  <c:v>9.3000000000000007</c:v>
                </c:pt>
                <c:pt idx="7132">
                  <c:v>8.1999999999999993</c:v>
                </c:pt>
                <c:pt idx="7133">
                  <c:v>5</c:v>
                </c:pt>
                <c:pt idx="7134">
                  <c:v>9.4</c:v>
                </c:pt>
                <c:pt idx="7135">
                  <c:v>7.4</c:v>
                </c:pt>
                <c:pt idx="7136">
                  <c:v>5</c:v>
                </c:pt>
                <c:pt idx="7137">
                  <c:v>6.8</c:v>
                </c:pt>
                <c:pt idx="7138">
                  <c:v>9.6999999999999993</c:v>
                </c:pt>
                <c:pt idx="7139">
                  <c:v>6.8</c:v>
                </c:pt>
                <c:pt idx="7140">
                  <c:v>7.3</c:v>
                </c:pt>
                <c:pt idx="7141">
                  <c:v>8.4</c:v>
                </c:pt>
                <c:pt idx="7142">
                  <c:v>6.4</c:v>
                </c:pt>
                <c:pt idx="7143">
                  <c:v>7.3</c:v>
                </c:pt>
                <c:pt idx="7144">
                  <c:v>8.3000000000000007</c:v>
                </c:pt>
                <c:pt idx="7145">
                  <c:v>8.8000000000000007</c:v>
                </c:pt>
                <c:pt idx="7146">
                  <c:v>9.5</c:v>
                </c:pt>
                <c:pt idx="7147">
                  <c:v>4.8</c:v>
                </c:pt>
                <c:pt idx="7148">
                  <c:v>5.3</c:v>
                </c:pt>
                <c:pt idx="7149">
                  <c:v>8.5</c:v>
                </c:pt>
                <c:pt idx="7150">
                  <c:v>4.0999999999999996</c:v>
                </c:pt>
                <c:pt idx="7151">
                  <c:v>9</c:v>
                </c:pt>
                <c:pt idx="7152">
                  <c:v>9.8000000000000007</c:v>
                </c:pt>
                <c:pt idx="7153">
                  <c:v>5.4</c:v>
                </c:pt>
                <c:pt idx="7154">
                  <c:v>9.5</c:v>
                </c:pt>
                <c:pt idx="7155">
                  <c:v>4.2</c:v>
                </c:pt>
                <c:pt idx="7156">
                  <c:v>9.4</c:v>
                </c:pt>
                <c:pt idx="7157">
                  <c:v>6.7</c:v>
                </c:pt>
                <c:pt idx="7158">
                  <c:v>7.3</c:v>
                </c:pt>
                <c:pt idx="7159">
                  <c:v>6.8</c:v>
                </c:pt>
                <c:pt idx="7160">
                  <c:v>8.6999999999999993</c:v>
                </c:pt>
                <c:pt idx="7161">
                  <c:v>5.7</c:v>
                </c:pt>
                <c:pt idx="7162">
                  <c:v>8.8000000000000007</c:v>
                </c:pt>
                <c:pt idx="7163">
                  <c:v>5.4</c:v>
                </c:pt>
                <c:pt idx="7164">
                  <c:v>4.3</c:v>
                </c:pt>
                <c:pt idx="7165">
                  <c:v>7.3</c:v>
                </c:pt>
                <c:pt idx="7166">
                  <c:v>7.1</c:v>
                </c:pt>
                <c:pt idx="7167">
                  <c:v>8.3000000000000007</c:v>
                </c:pt>
                <c:pt idx="7168">
                  <c:v>8.1999999999999993</c:v>
                </c:pt>
                <c:pt idx="7169">
                  <c:v>4.9000000000000004</c:v>
                </c:pt>
                <c:pt idx="7170">
                  <c:v>5.8</c:v>
                </c:pt>
                <c:pt idx="7171">
                  <c:v>5.0999999999999996</c:v>
                </c:pt>
                <c:pt idx="7172">
                  <c:v>4.0999999999999996</c:v>
                </c:pt>
                <c:pt idx="7173">
                  <c:v>7.7</c:v>
                </c:pt>
                <c:pt idx="7174">
                  <c:v>8.1</c:v>
                </c:pt>
                <c:pt idx="7175">
                  <c:v>7.7</c:v>
                </c:pt>
                <c:pt idx="7176">
                  <c:v>5.7</c:v>
                </c:pt>
                <c:pt idx="7177">
                  <c:v>5.2</c:v>
                </c:pt>
                <c:pt idx="7178">
                  <c:v>8</c:v>
                </c:pt>
                <c:pt idx="7179">
                  <c:v>6.4</c:v>
                </c:pt>
                <c:pt idx="7180">
                  <c:v>5</c:v>
                </c:pt>
                <c:pt idx="7181">
                  <c:v>5.6</c:v>
                </c:pt>
                <c:pt idx="7182">
                  <c:v>8.8000000000000007</c:v>
                </c:pt>
                <c:pt idx="7183">
                  <c:v>9.3000000000000007</c:v>
                </c:pt>
                <c:pt idx="7184">
                  <c:v>5.7</c:v>
                </c:pt>
                <c:pt idx="7185">
                  <c:v>6.5</c:v>
                </c:pt>
                <c:pt idx="7186">
                  <c:v>7.3</c:v>
                </c:pt>
                <c:pt idx="7187">
                  <c:v>6.8</c:v>
                </c:pt>
                <c:pt idx="7188">
                  <c:v>8.6</c:v>
                </c:pt>
                <c:pt idx="7189">
                  <c:v>8.4</c:v>
                </c:pt>
                <c:pt idx="7190">
                  <c:v>4.7</c:v>
                </c:pt>
                <c:pt idx="7191">
                  <c:v>6.5</c:v>
                </c:pt>
                <c:pt idx="7192">
                  <c:v>7</c:v>
                </c:pt>
                <c:pt idx="7193">
                  <c:v>4.5999999999999996</c:v>
                </c:pt>
                <c:pt idx="7194">
                  <c:v>9.6</c:v>
                </c:pt>
                <c:pt idx="7195">
                  <c:v>5.6</c:v>
                </c:pt>
                <c:pt idx="7196">
                  <c:v>5.8</c:v>
                </c:pt>
                <c:pt idx="7197">
                  <c:v>5.4</c:v>
                </c:pt>
                <c:pt idx="7198">
                  <c:v>4.5</c:v>
                </c:pt>
                <c:pt idx="7199">
                  <c:v>6.7</c:v>
                </c:pt>
                <c:pt idx="7200">
                  <c:v>8.5</c:v>
                </c:pt>
                <c:pt idx="7201">
                  <c:v>6.5</c:v>
                </c:pt>
                <c:pt idx="7202">
                  <c:v>4.9000000000000004</c:v>
                </c:pt>
                <c:pt idx="7203">
                  <c:v>6.7</c:v>
                </c:pt>
                <c:pt idx="7204">
                  <c:v>7.9</c:v>
                </c:pt>
                <c:pt idx="7205">
                  <c:v>6.3</c:v>
                </c:pt>
                <c:pt idx="7206">
                  <c:v>6</c:v>
                </c:pt>
                <c:pt idx="7207">
                  <c:v>6.5</c:v>
                </c:pt>
                <c:pt idx="7208">
                  <c:v>8.5</c:v>
                </c:pt>
                <c:pt idx="7209">
                  <c:v>8.5</c:v>
                </c:pt>
                <c:pt idx="7210">
                  <c:v>4.5999999999999996</c:v>
                </c:pt>
                <c:pt idx="7211">
                  <c:v>7.7</c:v>
                </c:pt>
                <c:pt idx="7212">
                  <c:v>7.3</c:v>
                </c:pt>
                <c:pt idx="7213">
                  <c:v>4.3</c:v>
                </c:pt>
                <c:pt idx="7214">
                  <c:v>8.3000000000000007</c:v>
                </c:pt>
                <c:pt idx="7215">
                  <c:v>6.6</c:v>
                </c:pt>
                <c:pt idx="7216">
                  <c:v>4.4000000000000004</c:v>
                </c:pt>
                <c:pt idx="7217">
                  <c:v>9.4</c:v>
                </c:pt>
                <c:pt idx="7218">
                  <c:v>4.7</c:v>
                </c:pt>
                <c:pt idx="7219">
                  <c:v>9.6999999999999993</c:v>
                </c:pt>
                <c:pt idx="7220">
                  <c:v>8.1999999999999993</c:v>
                </c:pt>
                <c:pt idx="7221">
                  <c:v>6.3</c:v>
                </c:pt>
                <c:pt idx="7222">
                  <c:v>4.7</c:v>
                </c:pt>
                <c:pt idx="7223">
                  <c:v>8</c:v>
                </c:pt>
                <c:pt idx="7224">
                  <c:v>6.1</c:v>
                </c:pt>
                <c:pt idx="7225">
                  <c:v>7.4</c:v>
                </c:pt>
                <c:pt idx="7226">
                  <c:v>9.6</c:v>
                </c:pt>
                <c:pt idx="7227">
                  <c:v>7.5</c:v>
                </c:pt>
                <c:pt idx="7228">
                  <c:v>6.6</c:v>
                </c:pt>
                <c:pt idx="7229">
                  <c:v>7.8</c:v>
                </c:pt>
                <c:pt idx="7230">
                  <c:v>5.5</c:v>
                </c:pt>
                <c:pt idx="7231">
                  <c:v>9.5</c:v>
                </c:pt>
                <c:pt idx="7232">
                  <c:v>7.9</c:v>
                </c:pt>
                <c:pt idx="7233">
                  <c:v>8.4</c:v>
                </c:pt>
                <c:pt idx="7234">
                  <c:v>9.1999999999999993</c:v>
                </c:pt>
                <c:pt idx="7235">
                  <c:v>9.1</c:v>
                </c:pt>
                <c:pt idx="7236">
                  <c:v>7.4</c:v>
                </c:pt>
                <c:pt idx="7237">
                  <c:v>7.1</c:v>
                </c:pt>
                <c:pt idx="7238">
                  <c:v>8.6999999999999993</c:v>
                </c:pt>
                <c:pt idx="7239">
                  <c:v>5.9</c:v>
                </c:pt>
                <c:pt idx="7240">
                  <c:v>6.4</c:v>
                </c:pt>
                <c:pt idx="7241">
                  <c:v>6</c:v>
                </c:pt>
                <c:pt idx="7242">
                  <c:v>5.2</c:v>
                </c:pt>
                <c:pt idx="7243">
                  <c:v>9.6999999999999993</c:v>
                </c:pt>
                <c:pt idx="7244">
                  <c:v>10</c:v>
                </c:pt>
                <c:pt idx="7245">
                  <c:v>7.6</c:v>
                </c:pt>
                <c:pt idx="7246">
                  <c:v>4.2</c:v>
                </c:pt>
                <c:pt idx="7247">
                  <c:v>5.4</c:v>
                </c:pt>
                <c:pt idx="7248">
                  <c:v>6.2</c:v>
                </c:pt>
                <c:pt idx="7249">
                  <c:v>7</c:v>
                </c:pt>
                <c:pt idx="7250">
                  <c:v>7.9</c:v>
                </c:pt>
                <c:pt idx="7251">
                  <c:v>8</c:v>
                </c:pt>
                <c:pt idx="7252">
                  <c:v>8.3000000000000007</c:v>
                </c:pt>
                <c:pt idx="7253">
                  <c:v>8</c:v>
                </c:pt>
                <c:pt idx="7254">
                  <c:v>9.6</c:v>
                </c:pt>
                <c:pt idx="7255">
                  <c:v>9.1999999999999993</c:v>
                </c:pt>
                <c:pt idx="7256">
                  <c:v>7.1</c:v>
                </c:pt>
                <c:pt idx="7257">
                  <c:v>4.5</c:v>
                </c:pt>
                <c:pt idx="7258">
                  <c:v>7.5</c:v>
                </c:pt>
                <c:pt idx="7259">
                  <c:v>9.8000000000000007</c:v>
                </c:pt>
                <c:pt idx="7260">
                  <c:v>6.9</c:v>
                </c:pt>
                <c:pt idx="7261">
                  <c:v>7.4</c:v>
                </c:pt>
                <c:pt idx="7262">
                  <c:v>8.3000000000000007</c:v>
                </c:pt>
                <c:pt idx="7263">
                  <c:v>4.2</c:v>
                </c:pt>
                <c:pt idx="7264">
                  <c:v>5.6</c:v>
                </c:pt>
                <c:pt idx="7265">
                  <c:v>8.6999999999999993</c:v>
                </c:pt>
                <c:pt idx="7266">
                  <c:v>9.8000000000000007</c:v>
                </c:pt>
                <c:pt idx="7267">
                  <c:v>6.2</c:v>
                </c:pt>
                <c:pt idx="7268">
                  <c:v>5.3</c:v>
                </c:pt>
                <c:pt idx="7269">
                  <c:v>4.0999999999999996</c:v>
                </c:pt>
                <c:pt idx="7270">
                  <c:v>6</c:v>
                </c:pt>
                <c:pt idx="7271">
                  <c:v>4.7</c:v>
                </c:pt>
                <c:pt idx="7272">
                  <c:v>7.9</c:v>
                </c:pt>
                <c:pt idx="7273">
                  <c:v>8.6</c:v>
                </c:pt>
                <c:pt idx="7274">
                  <c:v>7.1</c:v>
                </c:pt>
                <c:pt idx="7275">
                  <c:v>5.2</c:v>
                </c:pt>
                <c:pt idx="7276">
                  <c:v>6.2</c:v>
                </c:pt>
                <c:pt idx="7277">
                  <c:v>4</c:v>
                </c:pt>
                <c:pt idx="7278">
                  <c:v>8.1</c:v>
                </c:pt>
                <c:pt idx="7279">
                  <c:v>7.2</c:v>
                </c:pt>
                <c:pt idx="7280">
                  <c:v>8.5</c:v>
                </c:pt>
                <c:pt idx="7281">
                  <c:v>5.4</c:v>
                </c:pt>
                <c:pt idx="7282">
                  <c:v>8.3000000000000007</c:v>
                </c:pt>
                <c:pt idx="7283">
                  <c:v>8.5</c:v>
                </c:pt>
                <c:pt idx="7284">
                  <c:v>5.4</c:v>
                </c:pt>
                <c:pt idx="7285">
                  <c:v>8.9</c:v>
                </c:pt>
                <c:pt idx="7286">
                  <c:v>8.1</c:v>
                </c:pt>
                <c:pt idx="7287">
                  <c:v>9.9</c:v>
                </c:pt>
                <c:pt idx="7288">
                  <c:v>4.7</c:v>
                </c:pt>
                <c:pt idx="7289">
                  <c:v>8.4</c:v>
                </c:pt>
                <c:pt idx="7290">
                  <c:v>4.5</c:v>
                </c:pt>
                <c:pt idx="7291">
                  <c:v>4.2</c:v>
                </c:pt>
                <c:pt idx="7292">
                  <c:v>6.1</c:v>
                </c:pt>
                <c:pt idx="7293">
                  <c:v>4.2</c:v>
                </c:pt>
                <c:pt idx="7294">
                  <c:v>6</c:v>
                </c:pt>
                <c:pt idx="7295">
                  <c:v>5</c:v>
                </c:pt>
                <c:pt idx="7296">
                  <c:v>5.9</c:v>
                </c:pt>
                <c:pt idx="7297">
                  <c:v>9.6999999999999993</c:v>
                </c:pt>
                <c:pt idx="7298">
                  <c:v>8.1</c:v>
                </c:pt>
                <c:pt idx="7299">
                  <c:v>4.3</c:v>
                </c:pt>
                <c:pt idx="7300">
                  <c:v>7.6</c:v>
                </c:pt>
                <c:pt idx="7301">
                  <c:v>9.1</c:v>
                </c:pt>
                <c:pt idx="7302">
                  <c:v>9.6999999999999993</c:v>
                </c:pt>
                <c:pt idx="7303">
                  <c:v>7.6</c:v>
                </c:pt>
                <c:pt idx="7304">
                  <c:v>4.5</c:v>
                </c:pt>
                <c:pt idx="7305">
                  <c:v>7.9</c:v>
                </c:pt>
                <c:pt idx="7306">
                  <c:v>5.6</c:v>
                </c:pt>
                <c:pt idx="7307">
                  <c:v>5.5</c:v>
                </c:pt>
                <c:pt idx="7308">
                  <c:v>9.9</c:v>
                </c:pt>
                <c:pt idx="7309">
                  <c:v>7.1</c:v>
                </c:pt>
                <c:pt idx="7310">
                  <c:v>4.9000000000000004</c:v>
                </c:pt>
                <c:pt idx="7311">
                  <c:v>8.5</c:v>
                </c:pt>
                <c:pt idx="7312">
                  <c:v>8.1</c:v>
                </c:pt>
                <c:pt idx="7313">
                  <c:v>9.3000000000000007</c:v>
                </c:pt>
                <c:pt idx="7314">
                  <c:v>5</c:v>
                </c:pt>
                <c:pt idx="7315">
                  <c:v>4.4000000000000004</c:v>
                </c:pt>
                <c:pt idx="7316">
                  <c:v>8.1</c:v>
                </c:pt>
                <c:pt idx="7317">
                  <c:v>4.7</c:v>
                </c:pt>
                <c:pt idx="7318">
                  <c:v>4.8</c:v>
                </c:pt>
                <c:pt idx="7319">
                  <c:v>4.3</c:v>
                </c:pt>
                <c:pt idx="7320">
                  <c:v>4.3</c:v>
                </c:pt>
                <c:pt idx="7321">
                  <c:v>4.4000000000000004</c:v>
                </c:pt>
                <c:pt idx="7322">
                  <c:v>4.7</c:v>
                </c:pt>
                <c:pt idx="7323">
                  <c:v>6.3</c:v>
                </c:pt>
                <c:pt idx="7324">
                  <c:v>6.6</c:v>
                </c:pt>
                <c:pt idx="7325">
                  <c:v>5.8</c:v>
                </c:pt>
                <c:pt idx="7326">
                  <c:v>7.3</c:v>
                </c:pt>
                <c:pt idx="7327">
                  <c:v>8.3000000000000007</c:v>
                </c:pt>
                <c:pt idx="7328">
                  <c:v>6.2</c:v>
                </c:pt>
                <c:pt idx="7329">
                  <c:v>8.1999999999999993</c:v>
                </c:pt>
                <c:pt idx="7330">
                  <c:v>9.9</c:v>
                </c:pt>
                <c:pt idx="7331">
                  <c:v>9.6</c:v>
                </c:pt>
                <c:pt idx="7332">
                  <c:v>9.8000000000000007</c:v>
                </c:pt>
                <c:pt idx="7333">
                  <c:v>8.4</c:v>
                </c:pt>
                <c:pt idx="7334">
                  <c:v>5</c:v>
                </c:pt>
                <c:pt idx="7335">
                  <c:v>9.6</c:v>
                </c:pt>
                <c:pt idx="7336">
                  <c:v>8</c:v>
                </c:pt>
                <c:pt idx="7337">
                  <c:v>5.8</c:v>
                </c:pt>
                <c:pt idx="7338">
                  <c:v>7.4</c:v>
                </c:pt>
                <c:pt idx="7339">
                  <c:v>4.3</c:v>
                </c:pt>
                <c:pt idx="7340">
                  <c:v>7.6</c:v>
                </c:pt>
                <c:pt idx="7341">
                  <c:v>8.6</c:v>
                </c:pt>
                <c:pt idx="7342">
                  <c:v>6.6</c:v>
                </c:pt>
                <c:pt idx="7343">
                  <c:v>8.1</c:v>
                </c:pt>
                <c:pt idx="7344">
                  <c:v>5</c:v>
                </c:pt>
                <c:pt idx="7345">
                  <c:v>9.1999999999999993</c:v>
                </c:pt>
                <c:pt idx="7346">
                  <c:v>6.4</c:v>
                </c:pt>
                <c:pt idx="7347">
                  <c:v>5.4</c:v>
                </c:pt>
                <c:pt idx="7348">
                  <c:v>8.8000000000000007</c:v>
                </c:pt>
                <c:pt idx="7349">
                  <c:v>5.5</c:v>
                </c:pt>
                <c:pt idx="7350">
                  <c:v>4.5</c:v>
                </c:pt>
                <c:pt idx="7351">
                  <c:v>4.5999999999999996</c:v>
                </c:pt>
                <c:pt idx="7352">
                  <c:v>8.1</c:v>
                </c:pt>
                <c:pt idx="7353">
                  <c:v>6.9</c:v>
                </c:pt>
                <c:pt idx="7354">
                  <c:v>4.8</c:v>
                </c:pt>
                <c:pt idx="7355">
                  <c:v>9.5</c:v>
                </c:pt>
                <c:pt idx="7356">
                  <c:v>9</c:v>
                </c:pt>
                <c:pt idx="7357">
                  <c:v>4.2</c:v>
                </c:pt>
                <c:pt idx="7358">
                  <c:v>6.5</c:v>
                </c:pt>
                <c:pt idx="7359">
                  <c:v>9.5</c:v>
                </c:pt>
                <c:pt idx="7360">
                  <c:v>8.8000000000000007</c:v>
                </c:pt>
                <c:pt idx="7361">
                  <c:v>5</c:v>
                </c:pt>
                <c:pt idx="7362">
                  <c:v>9.9</c:v>
                </c:pt>
                <c:pt idx="7363">
                  <c:v>4.4000000000000004</c:v>
                </c:pt>
                <c:pt idx="7364">
                  <c:v>6.2</c:v>
                </c:pt>
                <c:pt idx="7365">
                  <c:v>4.3</c:v>
                </c:pt>
                <c:pt idx="7366">
                  <c:v>5.3</c:v>
                </c:pt>
                <c:pt idx="7367">
                  <c:v>5.2</c:v>
                </c:pt>
                <c:pt idx="7368">
                  <c:v>7.8</c:v>
                </c:pt>
                <c:pt idx="7369">
                  <c:v>7.6</c:v>
                </c:pt>
                <c:pt idx="7370">
                  <c:v>4.3</c:v>
                </c:pt>
                <c:pt idx="7371">
                  <c:v>9.8000000000000007</c:v>
                </c:pt>
                <c:pt idx="7372">
                  <c:v>9.5</c:v>
                </c:pt>
                <c:pt idx="7373">
                  <c:v>4.8</c:v>
                </c:pt>
                <c:pt idx="7374">
                  <c:v>4.5</c:v>
                </c:pt>
                <c:pt idx="7375">
                  <c:v>5.8</c:v>
                </c:pt>
                <c:pt idx="7376">
                  <c:v>6.1</c:v>
                </c:pt>
                <c:pt idx="7377">
                  <c:v>7.9</c:v>
                </c:pt>
                <c:pt idx="7378">
                  <c:v>4.2</c:v>
                </c:pt>
                <c:pt idx="7379">
                  <c:v>5.2</c:v>
                </c:pt>
                <c:pt idx="7380">
                  <c:v>8.3000000000000007</c:v>
                </c:pt>
                <c:pt idx="7381">
                  <c:v>4.2</c:v>
                </c:pt>
                <c:pt idx="7382">
                  <c:v>8</c:v>
                </c:pt>
                <c:pt idx="7383">
                  <c:v>5.2</c:v>
                </c:pt>
                <c:pt idx="7384">
                  <c:v>4.5</c:v>
                </c:pt>
                <c:pt idx="7385">
                  <c:v>7.5</c:v>
                </c:pt>
                <c:pt idx="7386">
                  <c:v>8.4</c:v>
                </c:pt>
                <c:pt idx="7387">
                  <c:v>4</c:v>
                </c:pt>
                <c:pt idx="7388">
                  <c:v>9.6</c:v>
                </c:pt>
                <c:pt idx="7389">
                  <c:v>5.6</c:v>
                </c:pt>
                <c:pt idx="7390">
                  <c:v>9.5</c:v>
                </c:pt>
                <c:pt idx="7391">
                  <c:v>9.5</c:v>
                </c:pt>
                <c:pt idx="7392">
                  <c:v>6.1</c:v>
                </c:pt>
                <c:pt idx="7393">
                  <c:v>8.5</c:v>
                </c:pt>
                <c:pt idx="7394">
                  <c:v>4.3</c:v>
                </c:pt>
                <c:pt idx="7395">
                  <c:v>9.1</c:v>
                </c:pt>
                <c:pt idx="7396">
                  <c:v>4.0999999999999996</c:v>
                </c:pt>
                <c:pt idx="7397">
                  <c:v>9.3000000000000007</c:v>
                </c:pt>
                <c:pt idx="7398">
                  <c:v>4.0999999999999996</c:v>
                </c:pt>
                <c:pt idx="7399">
                  <c:v>8.5</c:v>
                </c:pt>
                <c:pt idx="7400">
                  <c:v>7.4</c:v>
                </c:pt>
                <c:pt idx="7401">
                  <c:v>8.6999999999999993</c:v>
                </c:pt>
                <c:pt idx="7402">
                  <c:v>9.6999999999999993</c:v>
                </c:pt>
                <c:pt idx="7403">
                  <c:v>5.4</c:v>
                </c:pt>
                <c:pt idx="7404">
                  <c:v>7.6</c:v>
                </c:pt>
                <c:pt idx="7405">
                  <c:v>8.5</c:v>
                </c:pt>
                <c:pt idx="7406">
                  <c:v>4.7</c:v>
                </c:pt>
                <c:pt idx="7407">
                  <c:v>5.7</c:v>
                </c:pt>
                <c:pt idx="7408">
                  <c:v>9.1999999999999993</c:v>
                </c:pt>
                <c:pt idx="7409">
                  <c:v>9</c:v>
                </c:pt>
                <c:pt idx="7410">
                  <c:v>8.3000000000000007</c:v>
                </c:pt>
                <c:pt idx="7411">
                  <c:v>6.4</c:v>
                </c:pt>
                <c:pt idx="7412">
                  <c:v>5.4</c:v>
                </c:pt>
                <c:pt idx="7413">
                  <c:v>8.9</c:v>
                </c:pt>
                <c:pt idx="7414">
                  <c:v>9.9</c:v>
                </c:pt>
                <c:pt idx="7415">
                  <c:v>6.4</c:v>
                </c:pt>
                <c:pt idx="7416">
                  <c:v>5.5</c:v>
                </c:pt>
                <c:pt idx="7417">
                  <c:v>6.1</c:v>
                </c:pt>
                <c:pt idx="7418">
                  <c:v>9.9</c:v>
                </c:pt>
                <c:pt idx="7419">
                  <c:v>4.3</c:v>
                </c:pt>
                <c:pt idx="7420">
                  <c:v>7</c:v>
                </c:pt>
                <c:pt idx="7421">
                  <c:v>10</c:v>
                </c:pt>
                <c:pt idx="7422">
                  <c:v>4.3</c:v>
                </c:pt>
                <c:pt idx="7423">
                  <c:v>7.3</c:v>
                </c:pt>
                <c:pt idx="7424">
                  <c:v>7.5</c:v>
                </c:pt>
                <c:pt idx="7425">
                  <c:v>8.4</c:v>
                </c:pt>
                <c:pt idx="7426">
                  <c:v>8.6</c:v>
                </c:pt>
                <c:pt idx="7427">
                  <c:v>8.9</c:v>
                </c:pt>
                <c:pt idx="7428">
                  <c:v>4.8</c:v>
                </c:pt>
                <c:pt idx="7429">
                  <c:v>6.4</c:v>
                </c:pt>
                <c:pt idx="7430">
                  <c:v>5.8</c:v>
                </c:pt>
                <c:pt idx="7431">
                  <c:v>9.1999999999999993</c:v>
                </c:pt>
                <c:pt idx="7432">
                  <c:v>9.1999999999999993</c:v>
                </c:pt>
                <c:pt idx="7433">
                  <c:v>4.7</c:v>
                </c:pt>
                <c:pt idx="7434">
                  <c:v>7.8</c:v>
                </c:pt>
                <c:pt idx="7435">
                  <c:v>8.3000000000000007</c:v>
                </c:pt>
                <c:pt idx="7436">
                  <c:v>4.5</c:v>
                </c:pt>
                <c:pt idx="7437">
                  <c:v>6.4</c:v>
                </c:pt>
                <c:pt idx="7438">
                  <c:v>5.0999999999999996</c:v>
                </c:pt>
                <c:pt idx="7439">
                  <c:v>4.4000000000000004</c:v>
                </c:pt>
                <c:pt idx="7440">
                  <c:v>6.8</c:v>
                </c:pt>
                <c:pt idx="7441">
                  <c:v>5.0999999999999996</c:v>
                </c:pt>
                <c:pt idx="7442">
                  <c:v>6.7</c:v>
                </c:pt>
                <c:pt idx="7443">
                  <c:v>9.8000000000000007</c:v>
                </c:pt>
                <c:pt idx="7444">
                  <c:v>7.7</c:v>
                </c:pt>
                <c:pt idx="7445">
                  <c:v>6.3</c:v>
                </c:pt>
                <c:pt idx="7446">
                  <c:v>5</c:v>
                </c:pt>
                <c:pt idx="7447">
                  <c:v>7.4</c:v>
                </c:pt>
                <c:pt idx="7448">
                  <c:v>6.3</c:v>
                </c:pt>
                <c:pt idx="7449">
                  <c:v>4.2</c:v>
                </c:pt>
                <c:pt idx="7450">
                  <c:v>4.5999999999999996</c:v>
                </c:pt>
                <c:pt idx="7451">
                  <c:v>9.3000000000000007</c:v>
                </c:pt>
                <c:pt idx="7452">
                  <c:v>6.7</c:v>
                </c:pt>
                <c:pt idx="7453">
                  <c:v>5.8</c:v>
                </c:pt>
                <c:pt idx="7454">
                  <c:v>5.4</c:v>
                </c:pt>
                <c:pt idx="7455">
                  <c:v>4</c:v>
                </c:pt>
                <c:pt idx="7456">
                  <c:v>5.4</c:v>
                </c:pt>
                <c:pt idx="7457">
                  <c:v>6.8</c:v>
                </c:pt>
                <c:pt idx="7458">
                  <c:v>7.8</c:v>
                </c:pt>
                <c:pt idx="7459">
                  <c:v>9.5</c:v>
                </c:pt>
                <c:pt idx="7460">
                  <c:v>8.4</c:v>
                </c:pt>
                <c:pt idx="7461">
                  <c:v>6.7</c:v>
                </c:pt>
                <c:pt idx="7462">
                  <c:v>7.3</c:v>
                </c:pt>
                <c:pt idx="7463">
                  <c:v>4.4000000000000004</c:v>
                </c:pt>
                <c:pt idx="7464">
                  <c:v>6.8</c:v>
                </c:pt>
                <c:pt idx="7465">
                  <c:v>5.7</c:v>
                </c:pt>
                <c:pt idx="7466">
                  <c:v>8.6</c:v>
                </c:pt>
                <c:pt idx="7467">
                  <c:v>7.6</c:v>
                </c:pt>
                <c:pt idx="7468">
                  <c:v>9.9</c:v>
                </c:pt>
                <c:pt idx="7469">
                  <c:v>4.2</c:v>
                </c:pt>
                <c:pt idx="7470">
                  <c:v>7.7</c:v>
                </c:pt>
                <c:pt idx="7471">
                  <c:v>7.9</c:v>
                </c:pt>
                <c:pt idx="7472">
                  <c:v>6.1</c:v>
                </c:pt>
                <c:pt idx="7473">
                  <c:v>4.3</c:v>
                </c:pt>
                <c:pt idx="7474">
                  <c:v>9.6999999999999993</c:v>
                </c:pt>
                <c:pt idx="7475">
                  <c:v>6.1</c:v>
                </c:pt>
                <c:pt idx="7476">
                  <c:v>7.2</c:v>
                </c:pt>
                <c:pt idx="7477">
                  <c:v>6.9</c:v>
                </c:pt>
                <c:pt idx="7478">
                  <c:v>9.1</c:v>
                </c:pt>
                <c:pt idx="7479">
                  <c:v>5.8</c:v>
                </c:pt>
                <c:pt idx="7480">
                  <c:v>9.9</c:v>
                </c:pt>
                <c:pt idx="7481">
                  <c:v>8.4</c:v>
                </c:pt>
                <c:pt idx="7482">
                  <c:v>7.7</c:v>
                </c:pt>
                <c:pt idx="7483">
                  <c:v>6.1</c:v>
                </c:pt>
                <c:pt idx="7484">
                  <c:v>4.4000000000000004</c:v>
                </c:pt>
                <c:pt idx="7485">
                  <c:v>6.9</c:v>
                </c:pt>
                <c:pt idx="7486">
                  <c:v>8.6</c:v>
                </c:pt>
                <c:pt idx="7487">
                  <c:v>7</c:v>
                </c:pt>
                <c:pt idx="7488">
                  <c:v>9.1999999999999993</c:v>
                </c:pt>
                <c:pt idx="7489">
                  <c:v>6.5</c:v>
                </c:pt>
                <c:pt idx="7490">
                  <c:v>6.6</c:v>
                </c:pt>
                <c:pt idx="7491">
                  <c:v>8.6</c:v>
                </c:pt>
                <c:pt idx="7492">
                  <c:v>6.6</c:v>
                </c:pt>
                <c:pt idx="7493">
                  <c:v>5.8</c:v>
                </c:pt>
                <c:pt idx="7494">
                  <c:v>7.4</c:v>
                </c:pt>
                <c:pt idx="7495">
                  <c:v>5.7</c:v>
                </c:pt>
                <c:pt idx="7496">
                  <c:v>8.6</c:v>
                </c:pt>
                <c:pt idx="7497">
                  <c:v>6.5</c:v>
                </c:pt>
                <c:pt idx="7498">
                  <c:v>8.3000000000000007</c:v>
                </c:pt>
                <c:pt idx="7499">
                  <c:v>7.4</c:v>
                </c:pt>
                <c:pt idx="7500">
                  <c:v>8.8000000000000007</c:v>
                </c:pt>
                <c:pt idx="7501">
                  <c:v>8.6999999999999993</c:v>
                </c:pt>
                <c:pt idx="7502">
                  <c:v>7.7</c:v>
                </c:pt>
                <c:pt idx="7503">
                  <c:v>5.2</c:v>
                </c:pt>
                <c:pt idx="7504">
                  <c:v>9.3000000000000007</c:v>
                </c:pt>
                <c:pt idx="7505">
                  <c:v>9.5</c:v>
                </c:pt>
                <c:pt idx="7506">
                  <c:v>9.6</c:v>
                </c:pt>
                <c:pt idx="7507">
                  <c:v>7.5</c:v>
                </c:pt>
                <c:pt idx="7508">
                  <c:v>4.4000000000000004</c:v>
                </c:pt>
                <c:pt idx="7509">
                  <c:v>7.4</c:v>
                </c:pt>
                <c:pt idx="7510">
                  <c:v>7.3</c:v>
                </c:pt>
                <c:pt idx="7511">
                  <c:v>7.4</c:v>
                </c:pt>
                <c:pt idx="7512">
                  <c:v>6.2</c:v>
                </c:pt>
                <c:pt idx="7513">
                  <c:v>8.5</c:v>
                </c:pt>
                <c:pt idx="7514">
                  <c:v>4.5</c:v>
                </c:pt>
                <c:pt idx="7515">
                  <c:v>5.4</c:v>
                </c:pt>
                <c:pt idx="7516">
                  <c:v>7.9</c:v>
                </c:pt>
                <c:pt idx="7517">
                  <c:v>6.3</c:v>
                </c:pt>
                <c:pt idx="7518">
                  <c:v>9.5</c:v>
                </c:pt>
                <c:pt idx="7519">
                  <c:v>4.8</c:v>
                </c:pt>
                <c:pt idx="7520">
                  <c:v>7.6</c:v>
                </c:pt>
                <c:pt idx="7521">
                  <c:v>9.1</c:v>
                </c:pt>
                <c:pt idx="7522">
                  <c:v>6.1</c:v>
                </c:pt>
                <c:pt idx="7523">
                  <c:v>4.0999999999999996</c:v>
                </c:pt>
                <c:pt idx="7524">
                  <c:v>7.6</c:v>
                </c:pt>
                <c:pt idx="7525">
                  <c:v>4.4000000000000004</c:v>
                </c:pt>
                <c:pt idx="7526">
                  <c:v>9.8000000000000007</c:v>
                </c:pt>
                <c:pt idx="7527">
                  <c:v>4.0999999999999996</c:v>
                </c:pt>
                <c:pt idx="7528">
                  <c:v>9</c:v>
                </c:pt>
                <c:pt idx="7529">
                  <c:v>5.6</c:v>
                </c:pt>
                <c:pt idx="7530">
                  <c:v>5.2</c:v>
                </c:pt>
                <c:pt idx="7531">
                  <c:v>4.5999999999999996</c:v>
                </c:pt>
                <c:pt idx="7532">
                  <c:v>7.1</c:v>
                </c:pt>
                <c:pt idx="7533">
                  <c:v>6.4</c:v>
                </c:pt>
                <c:pt idx="7534">
                  <c:v>7.1</c:v>
                </c:pt>
                <c:pt idx="7535">
                  <c:v>8.6</c:v>
                </c:pt>
                <c:pt idx="7536">
                  <c:v>7.7</c:v>
                </c:pt>
                <c:pt idx="7537">
                  <c:v>5.8</c:v>
                </c:pt>
                <c:pt idx="7538">
                  <c:v>7.2</c:v>
                </c:pt>
                <c:pt idx="7539">
                  <c:v>4.9000000000000004</c:v>
                </c:pt>
                <c:pt idx="7540">
                  <c:v>8.6</c:v>
                </c:pt>
                <c:pt idx="7541">
                  <c:v>7.8</c:v>
                </c:pt>
                <c:pt idx="7542">
                  <c:v>9.4</c:v>
                </c:pt>
                <c:pt idx="7543">
                  <c:v>6.1</c:v>
                </c:pt>
                <c:pt idx="7544">
                  <c:v>8</c:v>
                </c:pt>
                <c:pt idx="7545">
                  <c:v>6.7</c:v>
                </c:pt>
                <c:pt idx="7546">
                  <c:v>5.9</c:v>
                </c:pt>
                <c:pt idx="7547">
                  <c:v>7.5</c:v>
                </c:pt>
                <c:pt idx="7548">
                  <c:v>7.4</c:v>
                </c:pt>
                <c:pt idx="7549">
                  <c:v>7.8</c:v>
                </c:pt>
                <c:pt idx="7550">
                  <c:v>6.9</c:v>
                </c:pt>
                <c:pt idx="7551">
                  <c:v>6.8</c:v>
                </c:pt>
                <c:pt idx="7552">
                  <c:v>4.5</c:v>
                </c:pt>
                <c:pt idx="7553">
                  <c:v>10</c:v>
                </c:pt>
                <c:pt idx="7554">
                  <c:v>8.3000000000000007</c:v>
                </c:pt>
                <c:pt idx="7555">
                  <c:v>8.1999999999999993</c:v>
                </c:pt>
                <c:pt idx="7556">
                  <c:v>7.2</c:v>
                </c:pt>
                <c:pt idx="7557">
                  <c:v>6.8</c:v>
                </c:pt>
                <c:pt idx="7558">
                  <c:v>7.8</c:v>
                </c:pt>
                <c:pt idx="7559">
                  <c:v>8</c:v>
                </c:pt>
                <c:pt idx="7560">
                  <c:v>6.4</c:v>
                </c:pt>
                <c:pt idx="7561">
                  <c:v>9.1999999999999993</c:v>
                </c:pt>
                <c:pt idx="7562">
                  <c:v>5.3</c:v>
                </c:pt>
                <c:pt idx="7563">
                  <c:v>8.9</c:v>
                </c:pt>
                <c:pt idx="7564">
                  <c:v>5.6</c:v>
                </c:pt>
                <c:pt idx="7565">
                  <c:v>6.5</c:v>
                </c:pt>
                <c:pt idx="7566">
                  <c:v>4.5999999999999996</c:v>
                </c:pt>
                <c:pt idx="7567">
                  <c:v>8.1</c:v>
                </c:pt>
                <c:pt idx="7568">
                  <c:v>8.5</c:v>
                </c:pt>
                <c:pt idx="7569">
                  <c:v>4.5</c:v>
                </c:pt>
                <c:pt idx="7570">
                  <c:v>9.6999999999999993</c:v>
                </c:pt>
                <c:pt idx="7571">
                  <c:v>6.3</c:v>
                </c:pt>
                <c:pt idx="7572">
                  <c:v>4.4000000000000004</c:v>
                </c:pt>
                <c:pt idx="7573">
                  <c:v>5</c:v>
                </c:pt>
                <c:pt idx="7574">
                  <c:v>7</c:v>
                </c:pt>
                <c:pt idx="7575">
                  <c:v>4.5</c:v>
                </c:pt>
                <c:pt idx="7576">
                  <c:v>7.9</c:v>
                </c:pt>
                <c:pt idx="7577">
                  <c:v>9.9</c:v>
                </c:pt>
                <c:pt idx="7578">
                  <c:v>9</c:v>
                </c:pt>
                <c:pt idx="7579">
                  <c:v>7</c:v>
                </c:pt>
                <c:pt idx="7580">
                  <c:v>5.3</c:v>
                </c:pt>
                <c:pt idx="7581">
                  <c:v>7.8</c:v>
                </c:pt>
                <c:pt idx="7582">
                  <c:v>6.1</c:v>
                </c:pt>
                <c:pt idx="7583">
                  <c:v>5.4</c:v>
                </c:pt>
                <c:pt idx="7584">
                  <c:v>10</c:v>
                </c:pt>
                <c:pt idx="7585">
                  <c:v>8.8000000000000007</c:v>
                </c:pt>
                <c:pt idx="7586">
                  <c:v>4.7</c:v>
                </c:pt>
                <c:pt idx="7587">
                  <c:v>4.8</c:v>
                </c:pt>
                <c:pt idx="7588">
                  <c:v>5.6</c:v>
                </c:pt>
                <c:pt idx="7589">
                  <c:v>4.4000000000000004</c:v>
                </c:pt>
                <c:pt idx="7590">
                  <c:v>6.3</c:v>
                </c:pt>
                <c:pt idx="7591">
                  <c:v>5.5</c:v>
                </c:pt>
                <c:pt idx="7592">
                  <c:v>9.9</c:v>
                </c:pt>
                <c:pt idx="7593">
                  <c:v>9</c:v>
                </c:pt>
                <c:pt idx="7594">
                  <c:v>9</c:v>
                </c:pt>
                <c:pt idx="7595">
                  <c:v>6.9</c:v>
                </c:pt>
                <c:pt idx="7596">
                  <c:v>4.5</c:v>
                </c:pt>
                <c:pt idx="7597">
                  <c:v>6.2</c:v>
                </c:pt>
                <c:pt idx="7598">
                  <c:v>7.1</c:v>
                </c:pt>
                <c:pt idx="7599">
                  <c:v>6.7</c:v>
                </c:pt>
                <c:pt idx="7600">
                  <c:v>9.4</c:v>
                </c:pt>
                <c:pt idx="7601">
                  <c:v>5.4</c:v>
                </c:pt>
                <c:pt idx="7602">
                  <c:v>6.4</c:v>
                </c:pt>
                <c:pt idx="7603">
                  <c:v>6.9</c:v>
                </c:pt>
                <c:pt idx="7604">
                  <c:v>4.5999999999999996</c:v>
                </c:pt>
                <c:pt idx="7605">
                  <c:v>6.1</c:v>
                </c:pt>
                <c:pt idx="7606">
                  <c:v>9.8000000000000007</c:v>
                </c:pt>
                <c:pt idx="7607">
                  <c:v>8.4</c:v>
                </c:pt>
                <c:pt idx="7608">
                  <c:v>8.9</c:v>
                </c:pt>
                <c:pt idx="7609">
                  <c:v>7.6</c:v>
                </c:pt>
                <c:pt idx="7610">
                  <c:v>5.5</c:v>
                </c:pt>
                <c:pt idx="7611">
                  <c:v>4.8</c:v>
                </c:pt>
                <c:pt idx="7612">
                  <c:v>9.3000000000000007</c:v>
                </c:pt>
                <c:pt idx="7613">
                  <c:v>5.3</c:v>
                </c:pt>
                <c:pt idx="7614">
                  <c:v>6.9</c:v>
                </c:pt>
                <c:pt idx="7615">
                  <c:v>4.7</c:v>
                </c:pt>
                <c:pt idx="7616">
                  <c:v>7.9</c:v>
                </c:pt>
                <c:pt idx="7617">
                  <c:v>4.4000000000000004</c:v>
                </c:pt>
                <c:pt idx="7618">
                  <c:v>6.9</c:v>
                </c:pt>
                <c:pt idx="7619">
                  <c:v>7</c:v>
                </c:pt>
                <c:pt idx="7620">
                  <c:v>4.7</c:v>
                </c:pt>
                <c:pt idx="7621">
                  <c:v>7</c:v>
                </c:pt>
                <c:pt idx="7622">
                  <c:v>4.0999999999999996</c:v>
                </c:pt>
                <c:pt idx="7623">
                  <c:v>7.6</c:v>
                </c:pt>
                <c:pt idx="7624">
                  <c:v>4.5999999999999996</c:v>
                </c:pt>
                <c:pt idx="7625">
                  <c:v>5.7</c:v>
                </c:pt>
                <c:pt idx="7626">
                  <c:v>5.3</c:v>
                </c:pt>
                <c:pt idx="7627">
                  <c:v>4.8</c:v>
                </c:pt>
                <c:pt idx="7628">
                  <c:v>6.9</c:v>
                </c:pt>
                <c:pt idx="7629">
                  <c:v>7.6</c:v>
                </c:pt>
                <c:pt idx="7630">
                  <c:v>5.7</c:v>
                </c:pt>
                <c:pt idx="7631">
                  <c:v>8.9</c:v>
                </c:pt>
                <c:pt idx="7632">
                  <c:v>5.3</c:v>
                </c:pt>
                <c:pt idx="7633">
                  <c:v>8.4</c:v>
                </c:pt>
                <c:pt idx="7634">
                  <c:v>8.9</c:v>
                </c:pt>
                <c:pt idx="7635">
                  <c:v>4.2</c:v>
                </c:pt>
                <c:pt idx="7636">
                  <c:v>9.6</c:v>
                </c:pt>
                <c:pt idx="7637">
                  <c:v>8.6999999999999993</c:v>
                </c:pt>
                <c:pt idx="7638">
                  <c:v>8.4</c:v>
                </c:pt>
                <c:pt idx="7639">
                  <c:v>8.9</c:v>
                </c:pt>
                <c:pt idx="7640">
                  <c:v>8.6999999999999993</c:v>
                </c:pt>
                <c:pt idx="7641">
                  <c:v>7.2</c:v>
                </c:pt>
                <c:pt idx="7642">
                  <c:v>4.3</c:v>
                </c:pt>
                <c:pt idx="7643">
                  <c:v>7.4</c:v>
                </c:pt>
                <c:pt idx="7644">
                  <c:v>4.5999999999999996</c:v>
                </c:pt>
                <c:pt idx="7645">
                  <c:v>6.7</c:v>
                </c:pt>
                <c:pt idx="7646">
                  <c:v>7.9</c:v>
                </c:pt>
                <c:pt idx="7647">
                  <c:v>5.8</c:v>
                </c:pt>
                <c:pt idx="7648">
                  <c:v>8</c:v>
                </c:pt>
                <c:pt idx="7649">
                  <c:v>9.6</c:v>
                </c:pt>
                <c:pt idx="7650">
                  <c:v>7.3</c:v>
                </c:pt>
                <c:pt idx="7651">
                  <c:v>7.8</c:v>
                </c:pt>
                <c:pt idx="7652">
                  <c:v>8.6999999999999993</c:v>
                </c:pt>
                <c:pt idx="7653">
                  <c:v>7.1</c:v>
                </c:pt>
                <c:pt idx="7654">
                  <c:v>8.6999999999999993</c:v>
                </c:pt>
                <c:pt idx="7655">
                  <c:v>4.3</c:v>
                </c:pt>
                <c:pt idx="7656">
                  <c:v>7.8</c:v>
                </c:pt>
                <c:pt idx="7657">
                  <c:v>9.3000000000000007</c:v>
                </c:pt>
                <c:pt idx="7658">
                  <c:v>9.6</c:v>
                </c:pt>
                <c:pt idx="7659">
                  <c:v>7.1</c:v>
                </c:pt>
                <c:pt idx="7660">
                  <c:v>8</c:v>
                </c:pt>
                <c:pt idx="7661">
                  <c:v>6</c:v>
                </c:pt>
                <c:pt idx="7662">
                  <c:v>7.7</c:v>
                </c:pt>
                <c:pt idx="7663">
                  <c:v>5</c:v>
                </c:pt>
                <c:pt idx="7664">
                  <c:v>8.5</c:v>
                </c:pt>
                <c:pt idx="7665">
                  <c:v>4.2</c:v>
                </c:pt>
                <c:pt idx="7666">
                  <c:v>5.0999999999999996</c:v>
                </c:pt>
                <c:pt idx="7667">
                  <c:v>4.8</c:v>
                </c:pt>
                <c:pt idx="7668">
                  <c:v>8.6</c:v>
                </c:pt>
                <c:pt idx="7669">
                  <c:v>9.4</c:v>
                </c:pt>
                <c:pt idx="7670">
                  <c:v>5.6</c:v>
                </c:pt>
                <c:pt idx="7671">
                  <c:v>6.5</c:v>
                </c:pt>
                <c:pt idx="7672">
                  <c:v>9.9</c:v>
                </c:pt>
                <c:pt idx="7673">
                  <c:v>7.9</c:v>
                </c:pt>
                <c:pt idx="7674">
                  <c:v>9.1</c:v>
                </c:pt>
                <c:pt idx="7675">
                  <c:v>9.4</c:v>
                </c:pt>
                <c:pt idx="7676">
                  <c:v>7.4</c:v>
                </c:pt>
                <c:pt idx="7677">
                  <c:v>7.6</c:v>
                </c:pt>
                <c:pt idx="7678">
                  <c:v>8.4</c:v>
                </c:pt>
                <c:pt idx="7679">
                  <c:v>5.3</c:v>
                </c:pt>
                <c:pt idx="7680">
                  <c:v>9.9</c:v>
                </c:pt>
                <c:pt idx="7681">
                  <c:v>6.8</c:v>
                </c:pt>
                <c:pt idx="7682">
                  <c:v>5.7</c:v>
                </c:pt>
                <c:pt idx="7683">
                  <c:v>4.8</c:v>
                </c:pt>
                <c:pt idx="7684">
                  <c:v>9.1999999999999993</c:v>
                </c:pt>
                <c:pt idx="7685">
                  <c:v>8.3000000000000007</c:v>
                </c:pt>
                <c:pt idx="7686">
                  <c:v>8.6999999999999993</c:v>
                </c:pt>
                <c:pt idx="7687">
                  <c:v>5.9</c:v>
                </c:pt>
                <c:pt idx="7688">
                  <c:v>6.1</c:v>
                </c:pt>
                <c:pt idx="7689">
                  <c:v>8.5</c:v>
                </c:pt>
                <c:pt idx="7690">
                  <c:v>8</c:v>
                </c:pt>
                <c:pt idx="7691">
                  <c:v>6.4</c:v>
                </c:pt>
                <c:pt idx="7692">
                  <c:v>4.5999999999999996</c:v>
                </c:pt>
                <c:pt idx="7693">
                  <c:v>5.7</c:v>
                </c:pt>
                <c:pt idx="7694">
                  <c:v>7.3</c:v>
                </c:pt>
                <c:pt idx="7695">
                  <c:v>4.5999999999999996</c:v>
                </c:pt>
                <c:pt idx="7696">
                  <c:v>6.9</c:v>
                </c:pt>
                <c:pt idx="7697">
                  <c:v>8.5</c:v>
                </c:pt>
                <c:pt idx="7698">
                  <c:v>5.5</c:v>
                </c:pt>
                <c:pt idx="7699">
                  <c:v>9.6999999999999993</c:v>
                </c:pt>
                <c:pt idx="7700">
                  <c:v>8.4</c:v>
                </c:pt>
                <c:pt idx="7701">
                  <c:v>9.4</c:v>
                </c:pt>
                <c:pt idx="7702">
                  <c:v>9.6</c:v>
                </c:pt>
                <c:pt idx="7703">
                  <c:v>6.9</c:v>
                </c:pt>
                <c:pt idx="7704">
                  <c:v>4.8</c:v>
                </c:pt>
                <c:pt idx="7705">
                  <c:v>7.5</c:v>
                </c:pt>
                <c:pt idx="7706">
                  <c:v>8</c:v>
                </c:pt>
                <c:pt idx="7707">
                  <c:v>8.1999999999999993</c:v>
                </c:pt>
                <c:pt idx="7708">
                  <c:v>4</c:v>
                </c:pt>
                <c:pt idx="7709">
                  <c:v>6.3</c:v>
                </c:pt>
                <c:pt idx="7710">
                  <c:v>6.3</c:v>
                </c:pt>
                <c:pt idx="7711">
                  <c:v>4.3</c:v>
                </c:pt>
                <c:pt idx="7712">
                  <c:v>6</c:v>
                </c:pt>
                <c:pt idx="7713">
                  <c:v>4.7</c:v>
                </c:pt>
                <c:pt idx="7714">
                  <c:v>7.2</c:v>
                </c:pt>
                <c:pt idx="7715">
                  <c:v>7.1</c:v>
                </c:pt>
                <c:pt idx="7716">
                  <c:v>9.8000000000000007</c:v>
                </c:pt>
                <c:pt idx="7717">
                  <c:v>7</c:v>
                </c:pt>
                <c:pt idx="7718">
                  <c:v>4.4000000000000004</c:v>
                </c:pt>
                <c:pt idx="7719">
                  <c:v>4.3</c:v>
                </c:pt>
                <c:pt idx="7720">
                  <c:v>6.2</c:v>
                </c:pt>
                <c:pt idx="7721">
                  <c:v>4.0999999999999996</c:v>
                </c:pt>
                <c:pt idx="7722">
                  <c:v>8.1</c:v>
                </c:pt>
                <c:pt idx="7723">
                  <c:v>4.4000000000000004</c:v>
                </c:pt>
                <c:pt idx="7724">
                  <c:v>9.4</c:v>
                </c:pt>
                <c:pt idx="7725">
                  <c:v>8.3000000000000007</c:v>
                </c:pt>
                <c:pt idx="7726">
                  <c:v>6.2</c:v>
                </c:pt>
                <c:pt idx="7727">
                  <c:v>9.6</c:v>
                </c:pt>
                <c:pt idx="7728">
                  <c:v>9</c:v>
                </c:pt>
                <c:pt idx="7729">
                  <c:v>6</c:v>
                </c:pt>
                <c:pt idx="7730">
                  <c:v>9.1999999999999993</c:v>
                </c:pt>
                <c:pt idx="7731">
                  <c:v>9.5</c:v>
                </c:pt>
                <c:pt idx="7732">
                  <c:v>8.1999999999999993</c:v>
                </c:pt>
                <c:pt idx="7733">
                  <c:v>6.7</c:v>
                </c:pt>
                <c:pt idx="7734">
                  <c:v>4.2</c:v>
                </c:pt>
                <c:pt idx="7735">
                  <c:v>6.7</c:v>
                </c:pt>
                <c:pt idx="7736">
                  <c:v>9.4</c:v>
                </c:pt>
                <c:pt idx="7737">
                  <c:v>7</c:v>
                </c:pt>
                <c:pt idx="7738">
                  <c:v>5.3</c:v>
                </c:pt>
                <c:pt idx="7739">
                  <c:v>9.6999999999999993</c:v>
                </c:pt>
                <c:pt idx="7740">
                  <c:v>5.2</c:v>
                </c:pt>
                <c:pt idx="7741">
                  <c:v>9.5</c:v>
                </c:pt>
                <c:pt idx="7742">
                  <c:v>7.6</c:v>
                </c:pt>
                <c:pt idx="7743">
                  <c:v>7.5</c:v>
                </c:pt>
                <c:pt idx="7744">
                  <c:v>6.4</c:v>
                </c:pt>
                <c:pt idx="7745">
                  <c:v>5.3</c:v>
                </c:pt>
                <c:pt idx="7746">
                  <c:v>7.3</c:v>
                </c:pt>
                <c:pt idx="7747">
                  <c:v>6.5</c:v>
                </c:pt>
                <c:pt idx="7748">
                  <c:v>6</c:v>
                </c:pt>
                <c:pt idx="7749">
                  <c:v>7</c:v>
                </c:pt>
                <c:pt idx="7750">
                  <c:v>7.4</c:v>
                </c:pt>
                <c:pt idx="7751">
                  <c:v>5.4</c:v>
                </c:pt>
                <c:pt idx="7752">
                  <c:v>8</c:v>
                </c:pt>
                <c:pt idx="7753">
                  <c:v>9.1</c:v>
                </c:pt>
                <c:pt idx="7754">
                  <c:v>8</c:v>
                </c:pt>
                <c:pt idx="7755">
                  <c:v>5.4</c:v>
                </c:pt>
                <c:pt idx="7756">
                  <c:v>4.4000000000000004</c:v>
                </c:pt>
                <c:pt idx="7757">
                  <c:v>7.5</c:v>
                </c:pt>
                <c:pt idx="7758">
                  <c:v>5.9</c:v>
                </c:pt>
                <c:pt idx="7759">
                  <c:v>10</c:v>
                </c:pt>
                <c:pt idx="7760">
                  <c:v>4.4000000000000004</c:v>
                </c:pt>
                <c:pt idx="7761">
                  <c:v>4.8</c:v>
                </c:pt>
                <c:pt idx="7762">
                  <c:v>7.2</c:v>
                </c:pt>
                <c:pt idx="7763">
                  <c:v>6.7</c:v>
                </c:pt>
                <c:pt idx="7764">
                  <c:v>4.3</c:v>
                </c:pt>
                <c:pt idx="7765">
                  <c:v>7.5</c:v>
                </c:pt>
                <c:pt idx="7766">
                  <c:v>8.3000000000000007</c:v>
                </c:pt>
                <c:pt idx="7767">
                  <c:v>10</c:v>
                </c:pt>
                <c:pt idx="7768">
                  <c:v>4</c:v>
                </c:pt>
                <c:pt idx="7769">
                  <c:v>8.6</c:v>
                </c:pt>
                <c:pt idx="7770">
                  <c:v>9.8000000000000007</c:v>
                </c:pt>
                <c:pt idx="7771">
                  <c:v>4.4000000000000004</c:v>
                </c:pt>
                <c:pt idx="7772">
                  <c:v>8.6</c:v>
                </c:pt>
                <c:pt idx="7773">
                  <c:v>9</c:v>
                </c:pt>
                <c:pt idx="7774">
                  <c:v>6.4</c:v>
                </c:pt>
                <c:pt idx="7775">
                  <c:v>9.9</c:v>
                </c:pt>
                <c:pt idx="7776">
                  <c:v>9.9</c:v>
                </c:pt>
                <c:pt idx="7777">
                  <c:v>8</c:v>
                </c:pt>
                <c:pt idx="7778">
                  <c:v>5.4</c:v>
                </c:pt>
                <c:pt idx="7779">
                  <c:v>9.9</c:v>
                </c:pt>
                <c:pt idx="7780">
                  <c:v>6.4</c:v>
                </c:pt>
                <c:pt idx="7781">
                  <c:v>8.3000000000000007</c:v>
                </c:pt>
                <c:pt idx="7782">
                  <c:v>6.6</c:v>
                </c:pt>
                <c:pt idx="7783">
                  <c:v>5.2</c:v>
                </c:pt>
                <c:pt idx="7784">
                  <c:v>4.9000000000000004</c:v>
                </c:pt>
                <c:pt idx="7785">
                  <c:v>5.6</c:v>
                </c:pt>
                <c:pt idx="7786">
                  <c:v>6.9</c:v>
                </c:pt>
                <c:pt idx="7787">
                  <c:v>4.5</c:v>
                </c:pt>
                <c:pt idx="7788">
                  <c:v>5.5</c:v>
                </c:pt>
                <c:pt idx="7789">
                  <c:v>7.3</c:v>
                </c:pt>
                <c:pt idx="7790">
                  <c:v>4.4000000000000004</c:v>
                </c:pt>
                <c:pt idx="7791">
                  <c:v>6.3</c:v>
                </c:pt>
                <c:pt idx="7792">
                  <c:v>6.9</c:v>
                </c:pt>
                <c:pt idx="7793">
                  <c:v>4.5999999999999996</c:v>
                </c:pt>
                <c:pt idx="7794">
                  <c:v>8.6999999999999993</c:v>
                </c:pt>
                <c:pt idx="7795">
                  <c:v>4.4000000000000004</c:v>
                </c:pt>
                <c:pt idx="7796">
                  <c:v>7.5</c:v>
                </c:pt>
                <c:pt idx="7797">
                  <c:v>8.3000000000000007</c:v>
                </c:pt>
                <c:pt idx="7798">
                  <c:v>6.3</c:v>
                </c:pt>
                <c:pt idx="7799">
                  <c:v>8.1</c:v>
                </c:pt>
                <c:pt idx="7800">
                  <c:v>9.4</c:v>
                </c:pt>
                <c:pt idx="7801">
                  <c:v>9.8000000000000007</c:v>
                </c:pt>
                <c:pt idx="7802">
                  <c:v>6.1</c:v>
                </c:pt>
                <c:pt idx="7803">
                  <c:v>5.7</c:v>
                </c:pt>
                <c:pt idx="7804">
                  <c:v>8</c:v>
                </c:pt>
                <c:pt idx="7805">
                  <c:v>5.8</c:v>
                </c:pt>
                <c:pt idx="7806">
                  <c:v>6.2</c:v>
                </c:pt>
                <c:pt idx="7807">
                  <c:v>6</c:v>
                </c:pt>
                <c:pt idx="7808">
                  <c:v>5.6</c:v>
                </c:pt>
                <c:pt idx="7809">
                  <c:v>5.0999999999999996</c:v>
                </c:pt>
                <c:pt idx="7810">
                  <c:v>8.6</c:v>
                </c:pt>
                <c:pt idx="7811">
                  <c:v>9.9</c:v>
                </c:pt>
                <c:pt idx="7812">
                  <c:v>9.6</c:v>
                </c:pt>
                <c:pt idx="7813">
                  <c:v>5.0999999999999996</c:v>
                </c:pt>
                <c:pt idx="7814">
                  <c:v>4.4000000000000004</c:v>
                </c:pt>
                <c:pt idx="7815">
                  <c:v>9.1</c:v>
                </c:pt>
                <c:pt idx="7816">
                  <c:v>9.9</c:v>
                </c:pt>
                <c:pt idx="7817">
                  <c:v>9.1999999999999993</c:v>
                </c:pt>
                <c:pt idx="7818">
                  <c:v>7.8</c:v>
                </c:pt>
                <c:pt idx="7819">
                  <c:v>4.2</c:v>
                </c:pt>
                <c:pt idx="7820">
                  <c:v>8</c:v>
                </c:pt>
                <c:pt idx="7821">
                  <c:v>9</c:v>
                </c:pt>
                <c:pt idx="7822">
                  <c:v>8.3000000000000007</c:v>
                </c:pt>
                <c:pt idx="7823">
                  <c:v>8.1999999999999993</c:v>
                </c:pt>
                <c:pt idx="7824">
                  <c:v>9</c:v>
                </c:pt>
                <c:pt idx="7825">
                  <c:v>9.1999999999999993</c:v>
                </c:pt>
                <c:pt idx="7826">
                  <c:v>4.7</c:v>
                </c:pt>
                <c:pt idx="7827">
                  <c:v>7.8</c:v>
                </c:pt>
                <c:pt idx="7828">
                  <c:v>6.1</c:v>
                </c:pt>
                <c:pt idx="7829">
                  <c:v>8.1</c:v>
                </c:pt>
                <c:pt idx="7830">
                  <c:v>5.0999999999999996</c:v>
                </c:pt>
                <c:pt idx="7831">
                  <c:v>7.8</c:v>
                </c:pt>
                <c:pt idx="7832">
                  <c:v>4.5999999999999996</c:v>
                </c:pt>
                <c:pt idx="7833">
                  <c:v>7.2</c:v>
                </c:pt>
                <c:pt idx="7834">
                  <c:v>9.6999999999999993</c:v>
                </c:pt>
                <c:pt idx="7835">
                  <c:v>4.5999999999999996</c:v>
                </c:pt>
                <c:pt idx="7836">
                  <c:v>9.1999999999999993</c:v>
                </c:pt>
                <c:pt idx="7837">
                  <c:v>6.7</c:v>
                </c:pt>
                <c:pt idx="7838">
                  <c:v>6.8</c:v>
                </c:pt>
                <c:pt idx="7839">
                  <c:v>6.7</c:v>
                </c:pt>
                <c:pt idx="7840">
                  <c:v>10</c:v>
                </c:pt>
                <c:pt idx="7841">
                  <c:v>4.4000000000000004</c:v>
                </c:pt>
                <c:pt idx="7842">
                  <c:v>7.6</c:v>
                </c:pt>
                <c:pt idx="7843">
                  <c:v>8</c:v>
                </c:pt>
                <c:pt idx="7844">
                  <c:v>5.7</c:v>
                </c:pt>
                <c:pt idx="7845">
                  <c:v>9.4</c:v>
                </c:pt>
                <c:pt idx="7846">
                  <c:v>8.6999999999999993</c:v>
                </c:pt>
                <c:pt idx="7847">
                  <c:v>4.2</c:v>
                </c:pt>
                <c:pt idx="7848">
                  <c:v>6.5</c:v>
                </c:pt>
                <c:pt idx="7849">
                  <c:v>6.7</c:v>
                </c:pt>
                <c:pt idx="7850">
                  <c:v>5.7</c:v>
                </c:pt>
                <c:pt idx="7851">
                  <c:v>9.9</c:v>
                </c:pt>
                <c:pt idx="7852">
                  <c:v>7.9</c:v>
                </c:pt>
                <c:pt idx="7853">
                  <c:v>5.8</c:v>
                </c:pt>
                <c:pt idx="7854">
                  <c:v>5.3</c:v>
                </c:pt>
                <c:pt idx="7855">
                  <c:v>7.7</c:v>
                </c:pt>
                <c:pt idx="7856">
                  <c:v>8.6</c:v>
                </c:pt>
                <c:pt idx="7857">
                  <c:v>5.7</c:v>
                </c:pt>
                <c:pt idx="7858">
                  <c:v>4.9000000000000004</c:v>
                </c:pt>
                <c:pt idx="7859">
                  <c:v>9.6999999999999993</c:v>
                </c:pt>
                <c:pt idx="7860">
                  <c:v>8.4</c:v>
                </c:pt>
                <c:pt idx="7861">
                  <c:v>4.5999999999999996</c:v>
                </c:pt>
                <c:pt idx="7862">
                  <c:v>6.4</c:v>
                </c:pt>
                <c:pt idx="7863">
                  <c:v>8.6</c:v>
                </c:pt>
                <c:pt idx="7864">
                  <c:v>8.6999999999999993</c:v>
                </c:pt>
                <c:pt idx="7865">
                  <c:v>9.6</c:v>
                </c:pt>
                <c:pt idx="7866">
                  <c:v>6.4</c:v>
                </c:pt>
                <c:pt idx="7867">
                  <c:v>7.3</c:v>
                </c:pt>
                <c:pt idx="7868">
                  <c:v>4.3</c:v>
                </c:pt>
                <c:pt idx="7869">
                  <c:v>5.4</c:v>
                </c:pt>
                <c:pt idx="7870">
                  <c:v>6.3</c:v>
                </c:pt>
                <c:pt idx="7871">
                  <c:v>8.1</c:v>
                </c:pt>
                <c:pt idx="7872">
                  <c:v>7.7</c:v>
                </c:pt>
                <c:pt idx="7873">
                  <c:v>7.9</c:v>
                </c:pt>
                <c:pt idx="7874">
                  <c:v>4.4000000000000004</c:v>
                </c:pt>
                <c:pt idx="7875">
                  <c:v>4.8</c:v>
                </c:pt>
                <c:pt idx="7876">
                  <c:v>7.5</c:v>
                </c:pt>
                <c:pt idx="7877">
                  <c:v>10</c:v>
                </c:pt>
                <c:pt idx="7878">
                  <c:v>4.4000000000000004</c:v>
                </c:pt>
                <c:pt idx="7879">
                  <c:v>6.8</c:v>
                </c:pt>
                <c:pt idx="7880">
                  <c:v>4</c:v>
                </c:pt>
                <c:pt idx="7881">
                  <c:v>4.4000000000000004</c:v>
                </c:pt>
                <c:pt idx="7882">
                  <c:v>5.5</c:v>
                </c:pt>
                <c:pt idx="7883">
                  <c:v>8.1</c:v>
                </c:pt>
                <c:pt idx="7884">
                  <c:v>5.6</c:v>
                </c:pt>
                <c:pt idx="7885">
                  <c:v>5.5</c:v>
                </c:pt>
                <c:pt idx="7886">
                  <c:v>8.4</c:v>
                </c:pt>
                <c:pt idx="7887">
                  <c:v>7.6</c:v>
                </c:pt>
                <c:pt idx="7888">
                  <c:v>6.9</c:v>
                </c:pt>
                <c:pt idx="7889">
                  <c:v>9.5</c:v>
                </c:pt>
                <c:pt idx="7890">
                  <c:v>9.9</c:v>
                </c:pt>
                <c:pt idx="7891">
                  <c:v>5.7</c:v>
                </c:pt>
                <c:pt idx="7892">
                  <c:v>5.5</c:v>
                </c:pt>
                <c:pt idx="7893">
                  <c:v>8.3000000000000007</c:v>
                </c:pt>
                <c:pt idx="7894">
                  <c:v>8.3000000000000007</c:v>
                </c:pt>
                <c:pt idx="7895">
                  <c:v>8.5</c:v>
                </c:pt>
                <c:pt idx="7896">
                  <c:v>6.7</c:v>
                </c:pt>
                <c:pt idx="7897">
                  <c:v>7.2</c:v>
                </c:pt>
                <c:pt idx="7898">
                  <c:v>5.6</c:v>
                </c:pt>
                <c:pt idx="7899">
                  <c:v>4.8</c:v>
                </c:pt>
                <c:pt idx="7900">
                  <c:v>6.3</c:v>
                </c:pt>
                <c:pt idx="7901">
                  <c:v>4.0999999999999996</c:v>
                </c:pt>
                <c:pt idx="7902">
                  <c:v>7.7</c:v>
                </c:pt>
                <c:pt idx="7903">
                  <c:v>9</c:v>
                </c:pt>
                <c:pt idx="7904">
                  <c:v>8.6</c:v>
                </c:pt>
                <c:pt idx="7905">
                  <c:v>5.6</c:v>
                </c:pt>
                <c:pt idx="7906">
                  <c:v>4.3</c:v>
                </c:pt>
                <c:pt idx="7907">
                  <c:v>6.6</c:v>
                </c:pt>
                <c:pt idx="7908">
                  <c:v>9.3000000000000007</c:v>
                </c:pt>
                <c:pt idx="7909">
                  <c:v>8.3000000000000007</c:v>
                </c:pt>
                <c:pt idx="7910">
                  <c:v>9.1</c:v>
                </c:pt>
                <c:pt idx="7911">
                  <c:v>5.0999999999999996</c:v>
                </c:pt>
                <c:pt idx="7912">
                  <c:v>6.4</c:v>
                </c:pt>
                <c:pt idx="7913">
                  <c:v>8.6999999999999993</c:v>
                </c:pt>
                <c:pt idx="7914">
                  <c:v>6.2</c:v>
                </c:pt>
                <c:pt idx="7915">
                  <c:v>5.4</c:v>
                </c:pt>
                <c:pt idx="7916">
                  <c:v>6</c:v>
                </c:pt>
                <c:pt idx="7917">
                  <c:v>5.7</c:v>
                </c:pt>
                <c:pt idx="7918">
                  <c:v>5.2</c:v>
                </c:pt>
                <c:pt idx="7919">
                  <c:v>7.1</c:v>
                </c:pt>
                <c:pt idx="7920">
                  <c:v>8.5</c:v>
                </c:pt>
                <c:pt idx="7921">
                  <c:v>7.1</c:v>
                </c:pt>
                <c:pt idx="7922">
                  <c:v>9.4</c:v>
                </c:pt>
                <c:pt idx="7923">
                  <c:v>9.9</c:v>
                </c:pt>
                <c:pt idx="7924">
                  <c:v>8.3000000000000007</c:v>
                </c:pt>
                <c:pt idx="7925">
                  <c:v>9.9</c:v>
                </c:pt>
                <c:pt idx="7926">
                  <c:v>5.4</c:v>
                </c:pt>
                <c:pt idx="7927">
                  <c:v>10</c:v>
                </c:pt>
                <c:pt idx="7928">
                  <c:v>7.8</c:v>
                </c:pt>
                <c:pt idx="7929">
                  <c:v>4.2</c:v>
                </c:pt>
                <c:pt idx="7930">
                  <c:v>9.4</c:v>
                </c:pt>
                <c:pt idx="7931">
                  <c:v>6.9</c:v>
                </c:pt>
                <c:pt idx="7932">
                  <c:v>7.8</c:v>
                </c:pt>
                <c:pt idx="7933">
                  <c:v>7.6</c:v>
                </c:pt>
                <c:pt idx="7934">
                  <c:v>5.8</c:v>
                </c:pt>
                <c:pt idx="7935">
                  <c:v>4.0999999999999996</c:v>
                </c:pt>
                <c:pt idx="7936">
                  <c:v>5.5</c:v>
                </c:pt>
                <c:pt idx="7937">
                  <c:v>4.2</c:v>
                </c:pt>
                <c:pt idx="7938">
                  <c:v>6.8</c:v>
                </c:pt>
                <c:pt idx="7939">
                  <c:v>4.8</c:v>
                </c:pt>
                <c:pt idx="7940">
                  <c:v>7.4</c:v>
                </c:pt>
                <c:pt idx="7941">
                  <c:v>7.7</c:v>
                </c:pt>
                <c:pt idx="7942">
                  <c:v>5.0999999999999996</c:v>
                </c:pt>
                <c:pt idx="7943">
                  <c:v>5.7</c:v>
                </c:pt>
                <c:pt idx="7944">
                  <c:v>5.2</c:v>
                </c:pt>
                <c:pt idx="7945">
                  <c:v>8.6999999999999993</c:v>
                </c:pt>
                <c:pt idx="7946">
                  <c:v>6.7</c:v>
                </c:pt>
                <c:pt idx="7947">
                  <c:v>8.3000000000000007</c:v>
                </c:pt>
                <c:pt idx="7948">
                  <c:v>5.2</c:v>
                </c:pt>
                <c:pt idx="7949">
                  <c:v>7.9</c:v>
                </c:pt>
                <c:pt idx="7950">
                  <c:v>7.9</c:v>
                </c:pt>
                <c:pt idx="7951">
                  <c:v>9.6</c:v>
                </c:pt>
                <c:pt idx="7952">
                  <c:v>10</c:v>
                </c:pt>
                <c:pt idx="7953">
                  <c:v>9.4</c:v>
                </c:pt>
                <c:pt idx="7954">
                  <c:v>6.5</c:v>
                </c:pt>
                <c:pt idx="7955">
                  <c:v>7.3</c:v>
                </c:pt>
                <c:pt idx="7956">
                  <c:v>8.3000000000000007</c:v>
                </c:pt>
                <c:pt idx="7957">
                  <c:v>6.9</c:v>
                </c:pt>
                <c:pt idx="7958">
                  <c:v>6.7</c:v>
                </c:pt>
                <c:pt idx="7959">
                  <c:v>8.6</c:v>
                </c:pt>
                <c:pt idx="7960">
                  <c:v>7.1</c:v>
                </c:pt>
                <c:pt idx="7961">
                  <c:v>7</c:v>
                </c:pt>
                <c:pt idx="7962">
                  <c:v>5.3</c:v>
                </c:pt>
                <c:pt idx="7963">
                  <c:v>6.6</c:v>
                </c:pt>
                <c:pt idx="7964">
                  <c:v>5.2</c:v>
                </c:pt>
                <c:pt idx="7965">
                  <c:v>8.9</c:v>
                </c:pt>
                <c:pt idx="7966">
                  <c:v>7.2</c:v>
                </c:pt>
                <c:pt idx="7967">
                  <c:v>8.1</c:v>
                </c:pt>
                <c:pt idx="7968">
                  <c:v>8.6</c:v>
                </c:pt>
                <c:pt idx="7969">
                  <c:v>6.6</c:v>
                </c:pt>
                <c:pt idx="7970">
                  <c:v>7.4</c:v>
                </c:pt>
                <c:pt idx="7971">
                  <c:v>8.1</c:v>
                </c:pt>
                <c:pt idx="7972">
                  <c:v>8.9</c:v>
                </c:pt>
                <c:pt idx="7973">
                  <c:v>6.3</c:v>
                </c:pt>
                <c:pt idx="7974">
                  <c:v>7.4</c:v>
                </c:pt>
                <c:pt idx="7975">
                  <c:v>8.9</c:v>
                </c:pt>
                <c:pt idx="7976">
                  <c:v>4.8</c:v>
                </c:pt>
                <c:pt idx="7977">
                  <c:v>6.8</c:v>
                </c:pt>
                <c:pt idx="7978">
                  <c:v>8.4</c:v>
                </c:pt>
                <c:pt idx="7979">
                  <c:v>9.4</c:v>
                </c:pt>
                <c:pt idx="7980">
                  <c:v>8.6999999999999993</c:v>
                </c:pt>
                <c:pt idx="7981">
                  <c:v>9.4</c:v>
                </c:pt>
                <c:pt idx="7982">
                  <c:v>6.9</c:v>
                </c:pt>
                <c:pt idx="7983">
                  <c:v>5.7</c:v>
                </c:pt>
                <c:pt idx="7984">
                  <c:v>6.8</c:v>
                </c:pt>
                <c:pt idx="7985">
                  <c:v>7.9</c:v>
                </c:pt>
                <c:pt idx="7986">
                  <c:v>6.4</c:v>
                </c:pt>
                <c:pt idx="7987">
                  <c:v>8.3000000000000007</c:v>
                </c:pt>
                <c:pt idx="7988">
                  <c:v>5.4</c:v>
                </c:pt>
                <c:pt idx="7989">
                  <c:v>6.4</c:v>
                </c:pt>
                <c:pt idx="7990">
                  <c:v>7.3</c:v>
                </c:pt>
                <c:pt idx="7991">
                  <c:v>5.8</c:v>
                </c:pt>
                <c:pt idx="7992">
                  <c:v>5</c:v>
                </c:pt>
                <c:pt idx="7993">
                  <c:v>8.8000000000000007</c:v>
                </c:pt>
                <c:pt idx="7994">
                  <c:v>8.6</c:v>
                </c:pt>
                <c:pt idx="7995">
                  <c:v>6.8</c:v>
                </c:pt>
                <c:pt idx="7996">
                  <c:v>8.9</c:v>
                </c:pt>
                <c:pt idx="7997">
                  <c:v>8.6999999999999993</c:v>
                </c:pt>
                <c:pt idx="7998">
                  <c:v>5.6</c:v>
                </c:pt>
                <c:pt idx="7999">
                  <c:v>8.5</c:v>
                </c:pt>
                <c:pt idx="8000">
                  <c:v>5.3</c:v>
                </c:pt>
                <c:pt idx="8001">
                  <c:v>9.6</c:v>
                </c:pt>
                <c:pt idx="8002">
                  <c:v>4.5</c:v>
                </c:pt>
                <c:pt idx="8003">
                  <c:v>4.5</c:v>
                </c:pt>
                <c:pt idx="8004">
                  <c:v>5.4</c:v>
                </c:pt>
                <c:pt idx="8005">
                  <c:v>8.6</c:v>
                </c:pt>
                <c:pt idx="8006">
                  <c:v>8.3000000000000007</c:v>
                </c:pt>
                <c:pt idx="8007">
                  <c:v>6</c:v>
                </c:pt>
                <c:pt idx="8008">
                  <c:v>6.8</c:v>
                </c:pt>
                <c:pt idx="8009">
                  <c:v>8.3000000000000007</c:v>
                </c:pt>
                <c:pt idx="8010">
                  <c:v>7.1</c:v>
                </c:pt>
                <c:pt idx="8011">
                  <c:v>8.1</c:v>
                </c:pt>
                <c:pt idx="8012">
                  <c:v>6.8</c:v>
                </c:pt>
                <c:pt idx="8013">
                  <c:v>5.7</c:v>
                </c:pt>
                <c:pt idx="8014">
                  <c:v>7.9</c:v>
                </c:pt>
                <c:pt idx="8015">
                  <c:v>6.9</c:v>
                </c:pt>
                <c:pt idx="8016">
                  <c:v>4.3</c:v>
                </c:pt>
                <c:pt idx="8017">
                  <c:v>5</c:v>
                </c:pt>
                <c:pt idx="8018">
                  <c:v>4.8</c:v>
                </c:pt>
                <c:pt idx="8019">
                  <c:v>8.6999999999999993</c:v>
                </c:pt>
                <c:pt idx="8020">
                  <c:v>4.5999999999999996</c:v>
                </c:pt>
                <c:pt idx="8021">
                  <c:v>6.4</c:v>
                </c:pt>
                <c:pt idx="8022">
                  <c:v>6</c:v>
                </c:pt>
                <c:pt idx="8023">
                  <c:v>8.6999999999999993</c:v>
                </c:pt>
                <c:pt idx="8024">
                  <c:v>8.4</c:v>
                </c:pt>
                <c:pt idx="8025">
                  <c:v>9.4</c:v>
                </c:pt>
                <c:pt idx="8026">
                  <c:v>4</c:v>
                </c:pt>
                <c:pt idx="8027">
                  <c:v>6.8</c:v>
                </c:pt>
                <c:pt idx="8028">
                  <c:v>8.8000000000000007</c:v>
                </c:pt>
                <c:pt idx="8029">
                  <c:v>5.2</c:v>
                </c:pt>
                <c:pt idx="8030">
                  <c:v>9</c:v>
                </c:pt>
                <c:pt idx="8031">
                  <c:v>4.0999999999999996</c:v>
                </c:pt>
                <c:pt idx="8032">
                  <c:v>8.4</c:v>
                </c:pt>
                <c:pt idx="8033">
                  <c:v>7</c:v>
                </c:pt>
                <c:pt idx="8034">
                  <c:v>9.3000000000000007</c:v>
                </c:pt>
                <c:pt idx="8035">
                  <c:v>9.1999999999999993</c:v>
                </c:pt>
                <c:pt idx="8036">
                  <c:v>5.0999999999999996</c:v>
                </c:pt>
                <c:pt idx="8037">
                  <c:v>8</c:v>
                </c:pt>
                <c:pt idx="8038">
                  <c:v>6</c:v>
                </c:pt>
                <c:pt idx="8039">
                  <c:v>7.9</c:v>
                </c:pt>
                <c:pt idx="8040">
                  <c:v>6.2</c:v>
                </c:pt>
                <c:pt idx="8041">
                  <c:v>9.6</c:v>
                </c:pt>
                <c:pt idx="8042">
                  <c:v>4.0999999999999996</c:v>
                </c:pt>
                <c:pt idx="8043">
                  <c:v>6.2</c:v>
                </c:pt>
                <c:pt idx="8044">
                  <c:v>9.4</c:v>
                </c:pt>
                <c:pt idx="8045">
                  <c:v>4.7</c:v>
                </c:pt>
                <c:pt idx="8046">
                  <c:v>7.1</c:v>
                </c:pt>
                <c:pt idx="8047">
                  <c:v>9.1999999999999993</c:v>
                </c:pt>
                <c:pt idx="8048">
                  <c:v>8.8000000000000007</c:v>
                </c:pt>
                <c:pt idx="8049">
                  <c:v>7.7</c:v>
                </c:pt>
                <c:pt idx="8050">
                  <c:v>4.7</c:v>
                </c:pt>
                <c:pt idx="8051">
                  <c:v>6.6</c:v>
                </c:pt>
                <c:pt idx="8052">
                  <c:v>9.4</c:v>
                </c:pt>
                <c:pt idx="8053">
                  <c:v>6.7</c:v>
                </c:pt>
                <c:pt idx="8054">
                  <c:v>5.7</c:v>
                </c:pt>
                <c:pt idx="8055">
                  <c:v>7.7</c:v>
                </c:pt>
                <c:pt idx="8056">
                  <c:v>8.5</c:v>
                </c:pt>
                <c:pt idx="8057">
                  <c:v>4.5</c:v>
                </c:pt>
                <c:pt idx="8058">
                  <c:v>5</c:v>
                </c:pt>
                <c:pt idx="8059">
                  <c:v>5.6</c:v>
                </c:pt>
                <c:pt idx="8060">
                  <c:v>5.9</c:v>
                </c:pt>
                <c:pt idx="8061">
                  <c:v>6.2</c:v>
                </c:pt>
                <c:pt idx="8062">
                  <c:v>9.6</c:v>
                </c:pt>
                <c:pt idx="8063">
                  <c:v>7.6</c:v>
                </c:pt>
                <c:pt idx="8064">
                  <c:v>7.5</c:v>
                </c:pt>
                <c:pt idx="8065">
                  <c:v>8.3000000000000007</c:v>
                </c:pt>
                <c:pt idx="8066">
                  <c:v>5.9</c:v>
                </c:pt>
                <c:pt idx="8067">
                  <c:v>8</c:v>
                </c:pt>
                <c:pt idx="8068">
                  <c:v>5.2</c:v>
                </c:pt>
                <c:pt idx="8069">
                  <c:v>8.8000000000000007</c:v>
                </c:pt>
                <c:pt idx="8070">
                  <c:v>6.6</c:v>
                </c:pt>
                <c:pt idx="8071">
                  <c:v>6.9</c:v>
                </c:pt>
                <c:pt idx="8072">
                  <c:v>6.1</c:v>
                </c:pt>
                <c:pt idx="8073">
                  <c:v>9.1</c:v>
                </c:pt>
                <c:pt idx="8074">
                  <c:v>6.5</c:v>
                </c:pt>
                <c:pt idx="8075">
                  <c:v>5</c:v>
                </c:pt>
                <c:pt idx="8076">
                  <c:v>4.2</c:v>
                </c:pt>
                <c:pt idx="8077">
                  <c:v>8</c:v>
                </c:pt>
                <c:pt idx="8078">
                  <c:v>4.9000000000000004</c:v>
                </c:pt>
                <c:pt idx="8079">
                  <c:v>5.2</c:v>
                </c:pt>
                <c:pt idx="8080">
                  <c:v>8.5</c:v>
                </c:pt>
                <c:pt idx="8081">
                  <c:v>7.9</c:v>
                </c:pt>
                <c:pt idx="8082">
                  <c:v>9.3000000000000007</c:v>
                </c:pt>
                <c:pt idx="8083">
                  <c:v>6.7</c:v>
                </c:pt>
                <c:pt idx="8084">
                  <c:v>8.1</c:v>
                </c:pt>
                <c:pt idx="8085">
                  <c:v>8.1</c:v>
                </c:pt>
                <c:pt idx="8086">
                  <c:v>7.5</c:v>
                </c:pt>
                <c:pt idx="8087">
                  <c:v>5.7</c:v>
                </c:pt>
                <c:pt idx="8088">
                  <c:v>5.2</c:v>
                </c:pt>
                <c:pt idx="8089">
                  <c:v>5.3</c:v>
                </c:pt>
                <c:pt idx="8090">
                  <c:v>8.8000000000000007</c:v>
                </c:pt>
                <c:pt idx="8091">
                  <c:v>9.6999999999999993</c:v>
                </c:pt>
                <c:pt idx="8092">
                  <c:v>5.8</c:v>
                </c:pt>
                <c:pt idx="8093">
                  <c:v>8</c:v>
                </c:pt>
                <c:pt idx="8094">
                  <c:v>8</c:v>
                </c:pt>
                <c:pt idx="8095">
                  <c:v>4.3</c:v>
                </c:pt>
                <c:pt idx="8096">
                  <c:v>5.4</c:v>
                </c:pt>
                <c:pt idx="8097">
                  <c:v>6.7</c:v>
                </c:pt>
                <c:pt idx="8098">
                  <c:v>5.4</c:v>
                </c:pt>
                <c:pt idx="8099">
                  <c:v>4.9000000000000004</c:v>
                </c:pt>
                <c:pt idx="8100">
                  <c:v>10</c:v>
                </c:pt>
                <c:pt idx="8101">
                  <c:v>8.3000000000000007</c:v>
                </c:pt>
                <c:pt idx="8102">
                  <c:v>6.1</c:v>
                </c:pt>
                <c:pt idx="8103">
                  <c:v>5.0999999999999996</c:v>
                </c:pt>
                <c:pt idx="8104">
                  <c:v>5.8</c:v>
                </c:pt>
                <c:pt idx="8105">
                  <c:v>8.9</c:v>
                </c:pt>
                <c:pt idx="8106">
                  <c:v>5.9</c:v>
                </c:pt>
                <c:pt idx="8107">
                  <c:v>8.3000000000000007</c:v>
                </c:pt>
                <c:pt idx="8108">
                  <c:v>7.6</c:v>
                </c:pt>
                <c:pt idx="8109">
                  <c:v>6.2</c:v>
                </c:pt>
                <c:pt idx="8110">
                  <c:v>4.7</c:v>
                </c:pt>
                <c:pt idx="8111">
                  <c:v>9.5</c:v>
                </c:pt>
                <c:pt idx="8112">
                  <c:v>5.3</c:v>
                </c:pt>
                <c:pt idx="8113">
                  <c:v>6.7</c:v>
                </c:pt>
                <c:pt idx="8114">
                  <c:v>6.5</c:v>
                </c:pt>
                <c:pt idx="8115">
                  <c:v>4.3</c:v>
                </c:pt>
                <c:pt idx="8116">
                  <c:v>8.9</c:v>
                </c:pt>
                <c:pt idx="8117">
                  <c:v>4.2</c:v>
                </c:pt>
                <c:pt idx="8118">
                  <c:v>8.1</c:v>
                </c:pt>
                <c:pt idx="8119">
                  <c:v>6.3</c:v>
                </c:pt>
                <c:pt idx="8120">
                  <c:v>8.4</c:v>
                </c:pt>
                <c:pt idx="8121">
                  <c:v>4.3</c:v>
                </c:pt>
                <c:pt idx="8122">
                  <c:v>9.6</c:v>
                </c:pt>
                <c:pt idx="8123">
                  <c:v>4.7</c:v>
                </c:pt>
                <c:pt idx="8124">
                  <c:v>8.4</c:v>
                </c:pt>
                <c:pt idx="8125">
                  <c:v>6</c:v>
                </c:pt>
                <c:pt idx="8126">
                  <c:v>9.6999999999999993</c:v>
                </c:pt>
                <c:pt idx="8127">
                  <c:v>8.9</c:v>
                </c:pt>
                <c:pt idx="8128">
                  <c:v>7</c:v>
                </c:pt>
                <c:pt idx="8129">
                  <c:v>9.3000000000000007</c:v>
                </c:pt>
                <c:pt idx="8130">
                  <c:v>9</c:v>
                </c:pt>
                <c:pt idx="8131">
                  <c:v>7.8</c:v>
                </c:pt>
                <c:pt idx="8132">
                  <c:v>8.8000000000000007</c:v>
                </c:pt>
                <c:pt idx="8133">
                  <c:v>9.3000000000000007</c:v>
                </c:pt>
                <c:pt idx="8134">
                  <c:v>4.9000000000000004</c:v>
                </c:pt>
                <c:pt idx="8135">
                  <c:v>7.6</c:v>
                </c:pt>
                <c:pt idx="8136">
                  <c:v>7.4</c:v>
                </c:pt>
                <c:pt idx="8137">
                  <c:v>4.2</c:v>
                </c:pt>
                <c:pt idx="8138">
                  <c:v>6.7</c:v>
                </c:pt>
                <c:pt idx="8139">
                  <c:v>6.8</c:v>
                </c:pt>
                <c:pt idx="8140">
                  <c:v>5.8</c:v>
                </c:pt>
                <c:pt idx="8141">
                  <c:v>7.8</c:v>
                </c:pt>
                <c:pt idx="8142">
                  <c:v>8</c:v>
                </c:pt>
                <c:pt idx="8143">
                  <c:v>8.5</c:v>
                </c:pt>
                <c:pt idx="8144">
                  <c:v>6.4</c:v>
                </c:pt>
                <c:pt idx="8145">
                  <c:v>7.3</c:v>
                </c:pt>
                <c:pt idx="8146">
                  <c:v>9</c:v>
                </c:pt>
                <c:pt idx="8147">
                  <c:v>4.5</c:v>
                </c:pt>
                <c:pt idx="8148">
                  <c:v>7.3</c:v>
                </c:pt>
                <c:pt idx="8149">
                  <c:v>7.3</c:v>
                </c:pt>
                <c:pt idx="8150">
                  <c:v>8.8000000000000007</c:v>
                </c:pt>
                <c:pt idx="8151">
                  <c:v>6.2</c:v>
                </c:pt>
                <c:pt idx="8152">
                  <c:v>5.3</c:v>
                </c:pt>
                <c:pt idx="8153">
                  <c:v>9.4</c:v>
                </c:pt>
                <c:pt idx="8154">
                  <c:v>9.9</c:v>
                </c:pt>
                <c:pt idx="8155">
                  <c:v>5.2</c:v>
                </c:pt>
                <c:pt idx="8156">
                  <c:v>5.7</c:v>
                </c:pt>
                <c:pt idx="8157">
                  <c:v>5.8</c:v>
                </c:pt>
                <c:pt idx="8158">
                  <c:v>8</c:v>
                </c:pt>
                <c:pt idx="8159">
                  <c:v>6.2</c:v>
                </c:pt>
                <c:pt idx="8160">
                  <c:v>8.9</c:v>
                </c:pt>
                <c:pt idx="8161">
                  <c:v>8.6</c:v>
                </c:pt>
                <c:pt idx="8162">
                  <c:v>7.5</c:v>
                </c:pt>
                <c:pt idx="8163">
                  <c:v>6.6</c:v>
                </c:pt>
                <c:pt idx="8164">
                  <c:v>4.3</c:v>
                </c:pt>
                <c:pt idx="8165">
                  <c:v>4.9000000000000004</c:v>
                </c:pt>
                <c:pt idx="8166">
                  <c:v>5.5</c:v>
                </c:pt>
                <c:pt idx="8167">
                  <c:v>9.9</c:v>
                </c:pt>
                <c:pt idx="8168">
                  <c:v>7.4</c:v>
                </c:pt>
                <c:pt idx="8169">
                  <c:v>9.9</c:v>
                </c:pt>
                <c:pt idx="8170">
                  <c:v>4.8</c:v>
                </c:pt>
                <c:pt idx="8171">
                  <c:v>4.8</c:v>
                </c:pt>
                <c:pt idx="8172">
                  <c:v>4.2</c:v>
                </c:pt>
                <c:pt idx="8173">
                  <c:v>6.8</c:v>
                </c:pt>
                <c:pt idx="8174">
                  <c:v>7.4</c:v>
                </c:pt>
                <c:pt idx="8175">
                  <c:v>10</c:v>
                </c:pt>
                <c:pt idx="8176">
                  <c:v>7.9</c:v>
                </c:pt>
                <c:pt idx="8177">
                  <c:v>8</c:v>
                </c:pt>
                <c:pt idx="8178">
                  <c:v>7.3</c:v>
                </c:pt>
                <c:pt idx="8179">
                  <c:v>4.3</c:v>
                </c:pt>
                <c:pt idx="8180">
                  <c:v>5.3</c:v>
                </c:pt>
                <c:pt idx="8181">
                  <c:v>8.8000000000000007</c:v>
                </c:pt>
                <c:pt idx="8182">
                  <c:v>4.5</c:v>
                </c:pt>
                <c:pt idx="8183">
                  <c:v>8.6999999999999993</c:v>
                </c:pt>
                <c:pt idx="8184">
                  <c:v>8.8000000000000007</c:v>
                </c:pt>
                <c:pt idx="8185">
                  <c:v>4.7</c:v>
                </c:pt>
                <c:pt idx="8186">
                  <c:v>4.9000000000000004</c:v>
                </c:pt>
                <c:pt idx="8187">
                  <c:v>4.8</c:v>
                </c:pt>
                <c:pt idx="8188">
                  <c:v>8.6999999999999993</c:v>
                </c:pt>
                <c:pt idx="8189">
                  <c:v>7.2</c:v>
                </c:pt>
                <c:pt idx="8190">
                  <c:v>8.9</c:v>
                </c:pt>
                <c:pt idx="8191">
                  <c:v>5.6</c:v>
                </c:pt>
                <c:pt idx="8192">
                  <c:v>6.5</c:v>
                </c:pt>
                <c:pt idx="8193">
                  <c:v>7.6</c:v>
                </c:pt>
                <c:pt idx="8194">
                  <c:v>7.1</c:v>
                </c:pt>
                <c:pt idx="8195">
                  <c:v>8.1999999999999993</c:v>
                </c:pt>
                <c:pt idx="8196">
                  <c:v>7.2</c:v>
                </c:pt>
                <c:pt idx="8197">
                  <c:v>7.5</c:v>
                </c:pt>
                <c:pt idx="8198">
                  <c:v>4.3</c:v>
                </c:pt>
                <c:pt idx="8199">
                  <c:v>4.3</c:v>
                </c:pt>
                <c:pt idx="8200">
                  <c:v>6.7</c:v>
                </c:pt>
                <c:pt idx="8201">
                  <c:v>5.9</c:v>
                </c:pt>
                <c:pt idx="8202">
                  <c:v>7.6</c:v>
                </c:pt>
                <c:pt idx="8203">
                  <c:v>5.6</c:v>
                </c:pt>
                <c:pt idx="8204">
                  <c:v>9.6</c:v>
                </c:pt>
                <c:pt idx="8205">
                  <c:v>6.5</c:v>
                </c:pt>
                <c:pt idx="8206">
                  <c:v>5.6</c:v>
                </c:pt>
                <c:pt idx="8207">
                  <c:v>7</c:v>
                </c:pt>
                <c:pt idx="8208">
                  <c:v>4.3</c:v>
                </c:pt>
                <c:pt idx="8209">
                  <c:v>6.3</c:v>
                </c:pt>
                <c:pt idx="8210">
                  <c:v>5.4</c:v>
                </c:pt>
                <c:pt idx="8211">
                  <c:v>6.9</c:v>
                </c:pt>
                <c:pt idx="8212">
                  <c:v>9.6</c:v>
                </c:pt>
                <c:pt idx="8213">
                  <c:v>7.7</c:v>
                </c:pt>
                <c:pt idx="8214">
                  <c:v>9.8000000000000007</c:v>
                </c:pt>
                <c:pt idx="8215">
                  <c:v>4.4000000000000004</c:v>
                </c:pt>
                <c:pt idx="8216">
                  <c:v>9</c:v>
                </c:pt>
                <c:pt idx="8217">
                  <c:v>6</c:v>
                </c:pt>
                <c:pt idx="8218">
                  <c:v>4.3</c:v>
                </c:pt>
                <c:pt idx="8219">
                  <c:v>6</c:v>
                </c:pt>
                <c:pt idx="8220">
                  <c:v>5.4</c:v>
                </c:pt>
                <c:pt idx="8221">
                  <c:v>8.1</c:v>
                </c:pt>
                <c:pt idx="8222">
                  <c:v>4.5</c:v>
                </c:pt>
                <c:pt idx="8223">
                  <c:v>7.3</c:v>
                </c:pt>
                <c:pt idx="8224">
                  <c:v>7.6</c:v>
                </c:pt>
                <c:pt idx="8225">
                  <c:v>5.7</c:v>
                </c:pt>
                <c:pt idx="8226">
                  <c:v>4.3</c:v>
                </c:pt>
                <c:pt idx="8227">
                  <c:v>5</c:v>
                </c:pt>
                <c:pt idx="8228">
                  <c:v>9.9</c:v>
                </c:pt>
                <c:pt idx="8229">
                  <c:v>9.1</c:v>
                </c:pt>
                <c:pt idx="8230">
                  <c:v>4.8</c:v>
                </c:pt>
                <c:pt idx="8231">
                  <c:v>8.6999999999999993</c:v>
                </c:pt>
                <c:pt idx="8232">
                  <c:v>9.6999999999999993</c:v>
                </c:pt>
                <c:pt idx="8233">
                  <c:v>6.3</c:v>
                </c:pt>
                <c:pt idx="8234">
                  <c:v>9.6</c:v>
                </c:pt>
                <c:pt idx="8235">
                  <c:v>5.6</c:v>
                </c:pt>
                <c:pt idx="8236">
                  <c:v>7</c:v>
                </c:pt>
                <c:pt idx="8237">
                  <c:v>5</c:v>
                </c:pt>
                <c:pt idx="8238">
                  <c:v>5.3</c:v>
                </c:pt>
                <c:pt idx="8239">
                  <c:v>6</c:v>
                </c:pt>
                <c:pt idx="8240">
                  <c:v>9.4</c:v>
                </c:pt>
                <c:pt idx="8241">
                  <c:v>7.2</c:v>
                </c:pt>
                <c:pt idx="8242">
                  <c:v>8.6999999999999993</c:v>
                </c:pt>
                <c:pt idx="8243">
                  <c:v>5.9</c:v>
                </c:pt>
                <c:pt idx="8244">
                  <c:v>6.7</c:v>
                </c:pt>
                <c:pt idx="8245">
                  <c:v>5.9</c:v>
                </c:pt>
                <c:pt idx="8246">
                  <c:v>7.7</c:v>
                </c:pt>
                <c:pt idx="8247">
                  <c:v>9.9</c:v>
                </c:pt>
                <c:pt idx="8248">
                  <c:v>7.5</c:v>
                </c:pt>
                <c:pt idx="8249">
                  <c:v>7.3</c:v>
                </c:pt>
                <c:pt idx="8250">
                  <c:v>5.4</c:v>
                </c:pt>
                <c:pt idx="8251">
                  <c:v>4.4000000000000004</c:v>
                </c:pt>
                <c:pt idx="8252">
                  <c:v>5.8</c:v>
                </c:pt>
                <c:pt idx="8253">
                  <c:v>4.7</c:v>
                </c:pt>
                <c:pt idx="8254">
                  <c:v>7.5</c:v>
                </c:pt>
                <c:pt idx="8255">
                  <c:v>8.6999999999999993</c:v>
                </c:pt>
                <c:pt idx="8256">
                  <c:v>7.7</c:v>
                </c:pt>
                <c:pt idx="8257">
                  <c:v>9.1</c:v>
                </c:pt>
                <c:pt idx="8258">
                  <c:v>9.4</c:v>
                </c:pt>
                <c:pt idx="8259">
                  <c:v>6.4</c:v>
                </c:pt>
                <c:pt idx="8260">
                  <c:v>7.6</c:v>
                </c:pt>
                <c:pt idx="8261">
                  <c:v>7.4</c:v>
                </c:pt>
                <c:pt idx="8262">
                  <c:v>9.6999999999999993</c:v>
                </c:pt>
                <c:pt idx="8263">
                  <c:v>8.6999999999999993</c:v>
                </c:pt>
                <c:pt idx="8264">
                  <c:v>7.5</c:v>
                </c:pt>
                <c:pt idx="8265">
                  <c:v>4.9000000000000004</c:v>
                </c:pt>
                <c:pt idx="8266">
                  <c:v>5.3</c:v>
                </c:pt>
                <c:pt idx="8267">
                  <c:v>7.9</c:v>
                </c:pt>
                <c:pt idx="8268">
                  <c:v>8.8000000000000007</c:v>
                </c:pt>
                <c:pt idx="8269">
                  <c:v>9.1999999999999993</c:v>
                </c:pt>
                <c:pt idx="8270">
                  <c:v>7.4</c:v>
                </c:pt>
                <c:pt idx="8271">
                  <c:v>8</c:v>
                </c:pt>
                <c:pt idx="8272">
                  <c:v>6.5</c:v>
                </c:pt>
                <c:pt idx="8273">
                  <c:v>9.1999999999999993</c:v>
                </c:pt>
                <c:pt idx="8274">
                  <c:v>8.4</c:v>
                </c:pt>
                <c:pt idx="8275">
                  <c:v>4.2</c:v>
                </c:pt>
                <c:pt idx="8276">
                  <c:v>9.6999999999999993</c:v>
                </c:pt>
                <c:pt idx="8277">
                  <c:v>5.6</c:v>
                </c:pt>
                <c:pt idx="8278">
                  <c:v>9.8000000000000007</c:v>
                </c:pt>
                <c:pt idx="8279">
                  <c:v>9.6999999999999993</c:v>
                </c:pt>
                <c:pt idx="8280">
                  <c:v>8</c:v>
                </c:pt>
                <c:pt idx="8281">
                  <c:v>4.7</c:v>
                </c:pt>
                <c:pt idx="8282">
                  <c:v>8.4</c:v>
                </c:pt>
                <c:pt idx="8283">
                  <c:v>4.5999999999999996</c:v>
                </c:pt>
                <c:pt idx="8284">
                  <c:v>8.3000000000000007</c:v>
                </c:pt>
                <c:pt idx="8285">
                  <c:v>6</c:v>
                </c:pt>
                <c:pt idx="8286">
                  <c:v>5.3</c:v>
                </c:pt>
                <c:pt idx="8287">
                  <c:v>5.2</c:v>
                </c:pt>
                <c:pt idx="8288">
                  <c:v>7</c:v>
                </c:pt>
                <c:pt idx="8289">
                  <c:v>7.7</c:v>
                </c:pt>
                <c:pt idx="8290">
                  <c:v>4.4000000000000004</c:v>
                </c:pt>
                <c:pt idx="8291">
                  <c:v>4.5</c:v>
                </c:pt>
                <c:pt idx="8292">
                  <c:v>9.9</c:v>
                </c:pt>
                <c:pt idx="8293">
                  <c:v>8.3000000000000007</c:v>
                </c:pt>
                <c:pt idx="8294">
                  <c:v>5</c:v>
                </c:pt>
                <c:pt idx="8295">
                  <c:v>8.9</c:v>
                </c:pt>
                <c:pt idx="8296">
                  <c:v>7.2</c:v>
                </c:pt>
                <c:pt idx="8297">
                  <c:v>4.7</c:v>
                </c:pt>
                <c:pt idx="8298">
                  <c:v>8</c:v>
                </c:pt>
                <c:pt idx="8299">
                  <c:v>9</c:v>
                </c:pt>
                <c:pt idx="8300">
                  <c:v>4.9000000000000004</c:v>
                </c:pt>
                <c:pt idx="8301">
                  <c:v>8.4</c:v>
                </c:pt>
                <c:pt idx="8302">
                  <c:v>6.9</c:v>
                </c:pt>
                <c:pt idx="8303">
                  <c:v>4</c:v>
                </c:pt>
                <c:pt idx="8304">
                  <c:v>4.0999999999999996</c:v>
                </c:pt>
                <c:pt idx="8305">
                  <c:v>6.6</c:v>
                </c:pt>
                <c:pt idx="8306">
                  <c:v>5.8</c:v>
                </c:pt>
                <c:pt idx="8307">
                  <c:v>5.8</c:v>
                </c:pt>
                <c:pt idx="8308">
                  <c:v>9.6999999999999993</c:v>
                </c:pt>
                <c:pt idx="8309">
                  <c:v>4.2</c:v>
                </c:pt>
                <c:pt idx="8310">
                  <c:v>8.5</c:v>
                </c:pt>
                <c:pt idx="8311">
                  <c:v>7.4</c:v>
                </c:pt>
                <c:pt idx="8312">
                  <c:v>5.8</c:v>
                </c:pt>
                <c:pt idx="8313">
                  <c:v>7.4</c:v>
                </c:pt>
                <c:pt idx="8314">
                  <c:v>9</c:v>
                </c:pt>
                <c:pt idx="8315">
                  <c:v>7.3</c:v>
                </c:pt>
                <c:pt idx="8316">
                  <c:v>4.3</c:v>
                </c:pt>
                <c:pt idx="8317">
                  <c:v>9.1</c:v>
                </c:pt>
                <c:pt idx="8318">
                  <c:v>5.9</c:v>
                </c:pt>
                <c:pt idx="8319">
                  <c:v>5.4</c:v>
                </c:pt>
                <c:pt idx="8320">
                  <c:v>6.9</c:v>
                </c:pt>
                <c:pt idx="8321">
                  <c:v>9.1</c:v>
                </c:pt>
                <c:pt idx="8322">
                  <c:v>9.1</c:v>
                </c:pt>
                <c:pt idx="8323">
                  <c:v>7.8</c:v>
                </c:pt>
                <c:pt idx="8324">
                  <c:v>9.9</c:v>
                </c:pt>
                <c:pt idx="8325">
                  <c:v>9.6</c:v>
                </c:pt>
                <c:pt idx="8326">
                  <c:v>6.8</c:v>
                </c:pt>
                <c:pt idx="8327">
                  <c:v>7.3</c:v>
                </c:pt>
                <c:pt idx="8328">
                  <c:v>4.5</c:v>
                </c:pt>
                <c:pt idx="8329">
                  <c:v>4.0999999999999996</c:v>
                </c:pt>
                <c:pt idx="8330">
                  <c:v>9.5</c:v>
                </c:pt>
                <c:pt idx="8331">
                  <c:v>9.9</c:v>
                </c:pt>
                <c:pt idx="8332">
                  <c:v>9.6999999999999993</c:v>
                </c:pt>
                <c:pt idx="8333">
                  <c:v>7.4</c:v>
                </c:pt>
                <c:pt idx="8334">
                  <c:v>4.5</c:v>
                </c:pt>
                <c:pt idx="8335">
                  <c:v>6</c:v>
                </c:pt>
                <c:pt idx="8336">
                  <c:v>5.2</c:v>
                </c:pt>
                <c:pt idx="8337">
                  <c:v>9.9</c:v>
                </c:pt>
                <c:pt idx="8338">
                  <c:v>8</c:v>
                </c:pt>
                <c:pt idx="8339">
                  <c:v>6.3</c:v>
                </c:pt>
                <c:pt idx="8340">
                  <c:v>6.3</c:v>
                </c:pt>
                <c:pt idx="8341">
                  <c:v>9.9</c:v>
                </c:pt>
                <c:pt idx="8342">
                  <c:v>6.6</c:v>
                </c:pt>
                <c:pt idx="8343">
                  <c:v>8.9</c:v>
                </c:pt>
                <c:pt idx="8344">
                  <c:v>9.1999999999999993</c:v>
                </c:pt>
                <c:pt idx="8345">
                  <c:v>8.6</c:v>
                </c:pt>
                <c:pt idx="8346">
                  <c:v>7.3</c:v>
                </c:pt>
                <c:pt idx="8347">
                  <c:v>8.6999999999999993</c:v>
                </c:pt>
                <c:pt idx="8348">
                  <c:v>4.5999999999999996</c:v>
                </c:pt>
                <c:pt idx="8349">
                  <c:v>4.4000000000000004</c:v>
                </c:pt>
                <c:pt idx="8350">
                  <c:v>5.6</c:v>
                </c:pt>
                <c:pt idx="8351">
                  <c:v>5.8</c:v>
                </c:pt>
                <c:pt idx="8352">
                  <c:v>6.1</c:v>
                </c:pt>
                <c:pt idx="8353">
                  <c:v>9.6999999999999993</c:v>
                </c:pt>
                <c:pt idx="8354">
                  <c:v>4.3</c:v>
                </c:pt>
                <c:pt idx="8355">
                  <c:v>4.0999999999999996</c:v>
                </c:pt>
                <c:pt idx="8356">
                  <c:v>10</c:v>
                </c:pt>
                <c:pt idx="8357">
                  <c:v>6</c:v>
                </c:pt>
                <c:pt idx="8358">
                  <c:v>7.1</c:v>
                </c:pt>
                <c:pt idx="8359">
                  <c:v>9.1</c:v>
                </c:pt>
                <c:pt idx="8360">
                  <c:v>8</c:v>
                </c:pt>
                <c:pt idx="8361">
                  <c:v>8</c:v>
                </c:pt>
                <c:pt idx="8362">
                  <c:v>7.3</c:v>
                </c:pt>
                <c:pt idx="8363">
                  <c:v>4.5</c:v>
                </c:pt>
                <c:pt idx="8364">
                  <c:v>5.9</c:v>
                </c:pt>
                <c:pt idx="8365">
                  <c:v>4.9000000000000004</c:v>
                </c:pt>
                <c:pt idx="8366">
                  <c:v>10</c:v>
                </c:pt>
                <c:pt idx="8367">
                  <c:v>6.8</c:v>
                </c:pt>
                <c:pt idx="8368">
                  <c:v>9.3000000000000007</c:v>
                </c:pt>
                <c:pt idx="8369">
                  <c:v>9.6</c:v>
                </c:pt>
                <c:pt idx="8370">
                  <c:v>5.2</c:v>
                </c:pt>
                <c:pt idx="8371">
                  <c:v>9.1</c:v>
                </c:pt>
                <c:pt idx="8372">
                  <c:v>5.3</c:v>
                </c:pt>
                <c:pt idx="8373">
                  <c:v>8.1</c:v>
                </c:pt>
                <c:pt idx="8374">
                  <c:v>9.1999999999999993</c:v>
                </c:pt>
                <c:pt idx="8375">
                  <c:v>5.6</c:v>
                </c:pt>
                <c:pt idx="8376">
                  <c:v>9.3000000000000007</c:v>
                </c:pt>
                <c:pt idx="8377">
                  <c:v>9.6</c:v>
                </c:pt>
                <c:pt idx="8378">
                  <c:v>9.1999999999999993</c:v>
                </c:pt>
                <c:pt idx="8379">
                  <c:v>6.8</c:v>
                </c:pt>
                <c:pt idx="8380">
                  <c:v>6.4</c:v>
                </c:pt>
                <c:pt idx="8381">
                  <c:v>5.2</c:v>
                </c:pt>
                <c:pt idx="8382">
                  <c:v>7.1</c:v>
                </c:pt>
                <c:pt idx="8383">
                  <c:v>8.8000000000000007</c:v>
                </c:pt>
                <c:pt idx="8384">
                  <c:v>6.7</c:v>
                </c:pt>
                <c:pt idx="8385">
                  <c:v>4.3</c:v>
                </c:pt>
                <c:pt idx="8386">
                  <c:v>4.5</c:v>
                </c:pt>
                <c:pt idx="8387">
                  <c:v>4.2</c:v>
                </c:pt>
                <c:pt idx="8388">
                  <c:v>7.4</c:v>
                </c:pt>
                <c:pt idx="8389">
                  <c:v>6.7</c:v>
                </c:pt>
                <c:pt idx="8390">
                  <c:v>6.1</c:v>
                </c:pt>
                <c:pt idx="8391">
                  <c:v>6</c:v>
                </c:pt>
                <c:pt idx="8392">
                  <c:v>9.1</c:v>
                </c:pt>
                <c:pt idx="8393">
                  <c:v>7.2</c:v>
                </c:pt>
                <c:pt idx="8394">
                  <c:v>4.7</c:v>
                </c:pt>
                <c:pt idx="8395">
                  <c:v>9.5</c:v>
                </c:pt>
                <c:pt idx="8396">
                  <c:v>9</c:v>
                </c:pt>
                <c:pt idx="8397">
                  <c:v>4.8</c:v>
                </c:pt>
                <c:pt idx="8398">
                  <c:v>7.7</c:v>
                </c:pt>
                <c:pt idx="8399">
                  <c:v>10</c:v>
                </c:pt>
                <c:pt idx="8400">
                  <c:v>9.9</c:v>
                </c:pt>
                <c:pt idx="8401">
                  <c:v>5.0999999999999996</c:v>
                </c:pt>
                <c:pt idx="8402">
                  <c:v>5.9</c:v>
                </c:pt>
                <c:pt idx="8403">
                  <c:v>4.2</c:v>
                </c:pt>
                <c:pt idx="8404">
                  <c:v>5.3</c:v>
                </c:pt>
                <c:pt idx="8405">
                  <c:v>6.9</c:v>
                </c:pt>
                <c:pt idx="8406">
                  <c:v>6.9</c:v>
                </c:pt>
                <c:pt idx="8407">
                  <c:v>6.3</c:v>
                </c:pt>
                <c:pt idx="8408">
                  <c:v>8.8000000000000007</c:v>
                </c:pt>
                <c:pt idx="8409">
                  <c:v>9.1999999999999993</c:v>
                </c:pt>
                <c:pt idx="8410">
                  <c:v>7.3</c:v>
                </c:pt>
                <c:pt idx="8411">
                  <c:v>8.9</c:v>
                </c:pt>
                <c:pt idx="8412">
                  <c:v>7.2</c:v>
                </c:pt>
                <c:pt idx="8413">
                  <c:v>10</c:v>
                </c:pt>
                <c:pt idx="8414">
                  <c:v>4</c:v>
                </c:pt>
                <c:pt idx="8415">
                  <c:v>9.1999999999999993</c:v>
                </c:pt>
                <c:pt idx="8416">
                  <c:v>9.3000000000000007</c:v>
                </c:pt>
                <c:pt idx="8417">
                  <c:v>8</c:v>
                </c:pt>
                <c:pt idx="8418">
                  <c:v>6.8</c:v>
                </c:pt>
                <c:pt idx="8419">
                  <c:v>6.7</c:v>
                </c:pt>
                <c:pt idx="8420">
                  <c:v>6.9</c:v>
                </c:pt>
                <c:pt idx="8421">
                  <c:v>4.9000000000000004</c:v>
                </c:pt>
                <c:pt idx="8422">
                  <c:v>6.1</c:v>
                </c:pt>
                <c:pt idx="8423">
                  <c:v>7.4</c:v>
                </c:pt>
                <c:pt idx="8424">
                  <c:v>5.8</c:v>
                </c:pt>
                <c:pt idx="8425">
                  <c:v>7.8</c:v>
                </c:pt>
                <c:pt idx="8426">
                  <c:v>6.4</c:v>
                </c:pt>
                <c:pt idx="8427">
                  <c:v>6.2</c:v>
                </c:pt>
                <c:pt idx="8428">
                  <c:v>9.6</c:v>
                </c:pt>
                <c:pt idx="8429">
                  <c:v>9.9</c:v>
                </c:pt>
                <c:pt idx="8430">
                  <c:v>6.9</c:v>
                </c:pt>
                <c:pt idx="8431">
                  <c:v>6.4</c:v>
                </c:pt>
                <c:pt idx="8432">
                  <c:v>7.3</c:v>
                </c:pt>
                <c:pt idx="8433">
                  <c:v>7.7</c:v>
                </c:pt>
                <c:pt idx="8434">
                  <c:v>5.4</c:v>
                </c:pt>
                <c:pt idx="8435">
                  <c:v>7.8</c:v>
                </c:pt>
                <c:pt idx="8436">
                  <c:v>7.2</c:v>
                </c:pt>
                <c:pt idx="8437">
                  <c:v>9.9</c:v>
                </c:pt>
                <c:pt idx="8438">
                  <c:v>7.8</c:v>
                </c:pt>
                <c:pt idx="8439">
                  <c:v>6.8</c:v>
                </c:pt>
                <c:pt idx="8440">
                  <c:v>6</c:v>
                </c:pt>
                <c:pt idx="8441">
                  <c:v>9</c:v>
                </c:pt>
                <c:pt idx="8442">
                  <c:v>6.2</c:v>
                </c:pt>
                <c:pt idx="8443">
                  <c:v>8.1999999999999993</c:v>
                </c:pt>
                <c:pt idx="8444">
                  <c:v>5.0999999999999996</c:v>
                </c:pt>
                <c:pt idx="8445">
                  <c:v>9.4</c:v>
                </c:pt>
                <c:pt idx="8446">
                  <c:v>8.1999999999999993</c:v>
                </c:pt>
                <c:pt idx="8447">
                  <c:v>9</c:v>
                </c:pt>
                <c:pt idx="8448">
                  <c:v>7.1</c:v>
                </c:pt>
                <c:pt idx="8449">
                  <c:v>7.9</c:v>
                </c:pt>
                <c:pt idx="8450">
                  <c:v>8.3000000000000007</c:v>
                </c:pt>
                <c:pt idx="8451">
                  <c:v>7.9</c:v>
                </c:pt>
                <c:pt idx="8452">
                  <c:v>9.6999999999999993</c:v>
                </c:pt>
                <c:pt idx="8453">
                  <c:v>8.1</c:v>
                </c:pt>
                <c:pt idx="8454">
                  <c:v>7.6</c:v>
                </c:pt>
                <c:pt idx="8455">
                  <c:v>6</c:v>
                </c:pt>
                <c:pt idx="8456">
                  <c:v>7.7</c:v>
                </c:pt>
                <c:pt idx="8457">
                  <c:v>8.1</c:v>
                </c:pt>
                <c:pt idx="8458">
                  <c:v>9.6</c:v>
                </c:pt>
                <c:pt idx="8459">
                  <c:v>6</c:v>
                </c:pt>
                <c:pt idx="8460">
                  <c:v>9.4</c:v>
                </c:pt>
                <c:pt idx="8461">
                  <c:v>4.0999999999999996</c:v>
                </c:pt>
                <c:pt idx="8462">
                  <c:v>4.5999999999999996</c:v>
                </c:pt>
                <c:pt idx="8463">
                  <c:v>5.7</c:v>
                </c:pt>
                <c:pt idx="8464">
                  <c:v>9.6999999999999993</c:v>
                </c:pt>
                <c:pt idx="8465">
                  <c:v>7.7</c:v>
                </c:pt>
                <c:pt idx="8466">
                  <c:v>8.6999999999999993</c:v>
                </c:pt>
                <c:pt idx="8467">
                  <c:v>7.7</c:v>
                </c:pt>
                <c:pt idx="8468">
                  <c:v>9.3000000000000007</c:v>
                </c:pt>
                <c:pt idx="8469">
                  <c:v>9.1999999999999993</c:v>
                </c:pt>
                <c:pt idx="8470">
                  <c:v>8.6999999999999993</c:v>
                </c:pt>
                <c:pt idx="8471">
                  <c:v>5</c:v>
                </c:pt>
                <c:pt idx="8472">
                  <c:v>8.4</c:v>
                </c:pt>
                <c:pt idx="8473">
                  <c:v>9.6999999999999993</c:v>
                </c:pt>
                <c:pt idx="8474">
                  <c:v>4.7</c:v>
                </c:pt>
                <c:pt idx="8475">
                  <c:v>8.6999999999999993</c:v>
                </c:pt>
                <c:pt idx="8476">
                  <c:v>5.9</c:v>
                </c:pt>
                <c:pt idx="8477">
                  <c:v>9.1</c:v>
                </c:pt>
                <c:pt idx="8478">
                  <c:v>7.5</c:v>
                </c:pt>
                <c:pt idx="8479">
                  <c:v>8.9</c:v>
                </c:pt>
                <c:pt idx="8480">
                  <c:v>7.2</c:v>
                </c:pt>
                <c:pt idx="8481">
                  <c:v>6.5</c:v>
                </c:pt>
                <c:pt idx="8482">
                  <c:v>4.0999999999999996</c:v>
                </c:pt>
                <c:pt idx="8483">
                  <c:v>7.7</c:v>
                </c:pt>
                <c:pt idx="8484">
                  <c:v>7.9</c:v>
                </c:pt>
                <c:pt idx="8485">
                  <c:v>7.8</c:v>
                </c:pt>
                <c:pt idx="8486">
                  <c:v>7</c:v>
                </c:pt>
                <c:pt idx="8487">
                  <c:v>4.2</c:v>
                </c:pt>
                <c:pt idx="8488">
                  <c:v>8.8000000000000007</c:v>
                </c:pt>
                <c:pt idx="8489">
                  <c:v>5.2</c:v>
                </c:pt>
                <c:pt idx="8490">
                  <c:v>7.8</c:v>
                </c:pt>
                <c:pt idx="8491">
                  <c:v>8.1</c:v>
                </c:pt>
                <c:pt idx="8492">
                  <c:v>7.2</c:v>
                </c:pt>
                <c:pt idx="8493">
                  <c:v>8.4</c:v>
                </c:pt>
                <c:pt idx="8494">
                  <c:v>9.6999999999999993</c:v>
                </c:pt>
                <c:pt idx="8495">
                  <c:v>9.6</c:v>
                </c:pt>
                <c:pt idx="8496">
                  <c:v>8</c:v>
                </c:pt>
                <c:pt idx="8497">
                  <c:v>6.1</c:v>
                </c:pt>
                <c:pt idx="8498">
                  <c:v>6.6</c:v>
                </c:pt>
                <c:pt idx="8499">
                  <c:v>7.1</c:v>
                </c:pt>
                <c:pt idx="8500">
                  <c:v>4.7</c:v>
                </c:pt>
                <c:pt idx="8501">
                  <c:v>8</c:v>
                </c:pt>
                <c:pt idx="8502">
                  <c:v>8.6999999999999993</c:v>
                </c:pt>
                <c:pt idx="8503">
                  <c:v>9.3000000000000007</c:v>
                </c:pt>
                <c:pt idx="8504">
                  <c:v>6.7</c:v>
                </c:pt>
                <c:pt idx="8505">
                  <c:v>9.8000000000000007</c:v>
                </c:pt>
                <c:pt idx="8506">
                  <c:v>9.6</c:v>
                </c:pt>
                <c:pt idx="8507">
                  <c:v>8.8000000000000007</c:v>
                </c:pt>
                <c:pt idx="8508">
                  <c:v>6.6</c:v>
                </c:pt>
                <c:pt idx="8509">
                  <c:v>4.7</c:v>
                </c:pt>
                <c:pt idx="8510">
                  <c:v>4</c:v>
                </c:pt>
                <c:pt idx="8511">
                  <c:v>8.1999999999999993</c:v>
                </c:pt>
                <c:pt idx="8512">
                  <c:v>7.2</c:v>
                </c:pt>
                <c:pt idx="8513">
                  <c:v>8.3000000000000007</c:v>
                </c:pt>
                <c:pt idx="8514">
                  <c:v>9.9</c:v>
                </c:pt>
                <c:pt idx="8515">
                  <c:v>7.9</c:v>
                </c:pt>
                <c:pt idx="8516">
                  <c:v>5.9</c:v>
                </c:pt>
                <c:pt idx="8517">
                  <c:v>8.8000000000000007</c:v>
                </c:pt>
                <c:pt idx="8518">
                  <c:v>6.8</c:v>
                </c:pt>
                <c:pt idx="8519">
                  <c:v>6.1</c:v>
                </c:pt>
                <c:pt idx="8520">
                  <c:v>4.4000000000000004</c:v>
                </c:pt>
                <c:pt idx="8521">
                  <c:v>4.5999999999999996</c:v>
                </c:pt>
                <c:pt idx="8522">
                  <c:v>7.6</c:v>
                </c:pt>
                <c:pt idx="8523">
                  <c:v>5</c:v>
                </c:pt>
                <c:pt idx="8524">
                  <c:v>9.1</c:v>
                </c:pt>
                <c:pt idx="8525">
                  <c:v>9.6</c:v>
                </c:pt>
                <c:pt idx="8526">
                  <c:v>5</c:v>
                </c:pt>
                <c:pt idx="8527">
                  <c:v>8.5</c:v>
                </c:pt>
                <c:pt idx="8528">
                  <c:v>5.7</c:v>
                </c:pt>
                <c:pt idx="8529">
                  <c:v>7.7</c:v>
                </c:pt>
                <c:pt idx="8530">
                  <c:v>8.8000000000000007</c:v>
                </c:pt>
                <c:pt idx="8531">
                  <c:v>7.2</c:v>
                </c:pt>
                <c:pt idx="8532">
                  <c:v>8.6</c:v>
                </c:pt>
                <c:pt idx="8533">
                  <c:v>5.0999999999999996</c:v>
                </c:pt>
                <c:pt idx="8534">
                  <c:v>4</c:v>
                </c:pt>
                <c:pt idx="8535">
                  <c:v>6.4</c:v>
                </c:pt>
                <c:pt idx="8536">
                  <c:v>6.4</c:v>
                </c:pt>
                <c:pt idx="8537">
                  <c:v>7.3</c:v>
                </c:pt>
                <c:pt idx="8538">
                  <c:v>9.6</c:v>
                </c:pt>
                <c:pt idx="8539">
                  <c:v>4.5</c:v>
                </c:pt>
                <c:pt idx="8540">
                  <c:v>5.7</c:v>
                </c:pt>
                <c:pt idx="8541">
                  <c:v>4.4000000000000004</c:v>
                </c:pt>
                <c:pt idx="8542">
                  <c:v>6</c:v>
                </c:pt>
                <c:pt idx="8543">
                  <c:v>4.5999999999999996</c:v>
                </c:pt>
                <c:pt idx="8544">
                  <c:v>4.2</c:v>
                </c:pt>
                <c:pt idx="8545">
                  <c:v>6.6</c:v>
                </c:pt>
                <c:pt idx="8546">
                  <c:v>6.8</c:v>
                </c:pt>
                <c:pt idx="8547">
                  <c:v>8.1999999999999993</c:v>
                </c:pt>
                <c:pt idx="8548">
                  <c:v>4.8</c:v>
                </c:pt>
                <c:pt idx="8549">
                  <c:v>8.4</c:v>
                </c:pt>
                <c:pt idx="8550">
                  <c:v>5.3</c:v>
                </c:pt>
                <c:pt idx="8551">
                  <c:v>6.2</c:v>
                </c:pt>
                <c:pt idx="8552">
                  <c:v>9.3000000000000007</c:v>
                </c:pt>
                <c:pt idx="8553">
                  <c:v>7.8</c:v>
                </c:pt>
                <c:pt idx="8554">
                  <c:v>9.6999999999999993</c:v>
                </c:pt>
                <c:pt idx="8555">
                  <c:v>9.1</c:v>
                </c:pt>
                <c:pt idx="8556">
                  <c:v>6.9</c:v>
                </c:pt>
                <c:pt idx="8557">
                  <c:v>7.9</c:v>
                </c:pt>
                <c:pt idx="8558">
                  <c:v>7</c:v>
                </c:pt>
                <c:pt idx="8559">
                  <c:v>4.3</c:v>
                </c:pt>
                <c:pt idx="8560">
                  <c:v>8.9</c:v>
                </c:pt>
                <c:pt idx="8561">
                  <c:v>7.8</c:v>
                </c:pt>
                <c:pt idx="8562">
                  <c:v>8.1999999999999993</c:v>
                </c:pt>
                <c:pt idx="8563">
                  <c:v>6</c:v>
                </c:pt>
                <c:pt idx="8564">
                  <c:v>7.9</c:v>
                </c:pt>
                <c:pt idx="8565">
                  <c:v>5.4</c:v>
                </c:pt>
                <c:pt idx="8566">
                  <c:v>5.9</c:v>
                </c:pt>
                <c:pt idx="8567">
                  <c:v>7.3</c:v>
                </c:pt>
                <c:pt idx="8568">
                  <c:v>4.7</c:v>
                </c:pt>
                <c:pt idx="8569">
                  <c:v>5.9</c:v>
                </c:pt>
                <c:pt idx="8570">
                  <c:v>6.4</c:v>
                </c:pt>
                <c:pt idx="8571">
                  <c:v>5.0999999999999996</c:v>
                </c:pt>
                <c:pt idx="8572">
                  <c:v>6.8</c:v>
                </c:pt>
                <c:pt idx="8573">
                  <c:v>8.6</c:v>
                </c:pt>
                <c:pt idx="8574">
                  <c:v>10</c:v>
                </c:pt>
                <c:pt idx="8575">
                  <c:v>8.1</c:v>
                </c:pt>
                <c:pt idx="8576">
                  <c:v>6.8</c:v>
                </c:pt>
                <c:pt idx="8577">
                  <c:v>7.9</c:v>
                </c:pt>
                <c:pt idx="8578">
                  <c:v>5.6</c:v>
                </c:pt>
                <c:pt idx="8579">
                  <c:v>9.5</c:v>
                </c:pt>
                <c:pt idx="8580">
                  <c:v>8.6</c:v>
                </c:pt>
                <c:pt idx="8581">
                  <c:v>7.7</c:v>
                </c:pt>
                <c:pt idx="8582">
                  <c:v>6.1</c:v>
                </c:pt>
                <c:pt idx="8583">
                  <c:v>4.5999999999999996</c:v>
                </c:pt>
                <c:pt idx="8584">
                  <c:v>9.6999999999999993</c:v>
                </c:pt>
                <c:pt idx="8585">
                  <c:v>7.9</c:v>
                </c:pt>
                <c:pt idx="8586">
                  <c:v>7.4</c:v>
                </c:pt>
                <c:pt idx="8587">
                  <c:v>4.9000000000000004</c:v>
                </c:pt>
                <c:pt idx="8588">
                  <c:v>6.7</c:v>
                </c:pt>
                <c:pt idx="8589">
                  <c:v>7.4</c:v>
                </c:pt>
                <c:pt idx="8590">
                  <c:v>5.8</c:v>
                </c:pt>
                <c:pt idx="8591">
                  <c:v>8.5</c:v>
                </c:pt>
                <c:pt idx="8592">
                  <c:v>9.9</c:v>
                </c:pt>
                <c:pt idx="8593">
                  <c:v>10</c:v>
                </c:pt>
                <c:pt idx="8594">
                  <c:v>8.6999999999999993</c:v>
                </c:pt>
                <c:pt idx="8595">
                  <c:v>7.9</c:v>
                </c:pt>
                <c:pt idx="8596">
                  <c:v>6.7</c:v>
                </c:pt>
                <c:pt idx="8597">
                  <c:v>5.4</c:v>
                </c:pt>
                <c:pt idx="8598">
                  <c:v>7.4</c:v>
                </c:pt>
                <c:pt idx="8599">
                  <c:v>7.8</c:v>
                </c:pt>
                <c:pt idx="8600">
                  <c:v>9.5</c:v>
                </c:pt>
                <c:pt idx="8601">
                  <c:v>4.0999999999999996</c:v>
                </c:pt>
                <c:pt idx="8602">
                  <c:v>4.5999999999999996</c:v>
                </c:pt>
                <c:pt idx="8603">
                  <c:v>5.0999999999999996</c:v>
                </c:pt>
                <c:pt idx="8604">
                  <c:v>6.6</c:v>
                </c:pt>
                <c:pt idx="8605">
                  <c:v>8.1</c:v>
                </c:pt>
                <c:pt idx="8606">
                  <c:v>4.5999999999999996</c:v>
                </c:pt>
                <c:pt idx="8607">
                  <c:v>5.8</c:v>
                </c:pt>
                <c:pt idx="8608">
                  <c:v>9.1</c:v>
                </c:pt>
                <c:pt idx="8609">
                  <c:v>9.1999999999999993</c:v>
                </c:pt>
                <c:pt idx="8610">
                  <c:v>7.8</c:v>
                </c:pt>
                <c:pt idx="8611">
                  <c:v>8.3000000000000007</c:v>
                </c:pt>
                <c:pt idx="8612">
                  <c:v>9.5</c:v>
                </c:pt>
                <c:pt idx="8613">
                  <c:v>7</c:v>
                </c:pt>
                <c:pt idx="8614">
                  <c:v>8</c:v>
                </c:pt>
                <c:pt idx="8615">
                  <c:v>6.3</c:v>
                </c:pt>
                <c:pt idx="8616">
                  <c:v>4.2</c:v>
                </c:pt>
                <c:pt idx="8617">
                  <c:v>9.6999999999999993</c:v>
                </c:pt>
                <c:pt idx="8618">
                  <c:v>6.9</c:v>
                </c:pt>
                <c:pt idx="8619">
                  <c:v>5</c:v>
                </c:pt>
                <c:pt idx="8620">
                  <c:v>7.9</c:v>
                </c:pt>
                <c:pt idx="8621">
                  <c:v>4.5</c:v>
                </c:pt>
                <c:pt idx="8622">
                  <c:v>6.3</c:v>
                </c:pt>
                <c:pt idx="8623">
                  <c:v>8.9</c:v>
                </c:pt>
                <c:pt idx="8624">
                  <c:v>7.2</c:v>
                </c:pt>
                <c:pt idx="8625">
                  <c:v>4.5999999999999996</c:v>
                </c:pt>
                <c:pt idx="8626">
                  <c:v>5.9</c:v>
                </c:pt>
                <c:pt idx="8627">
                  <c:v>6.6</c:v>
                </c:pt>
                <c:pt idx="8628">
                  <c:v>6.6</c:v>
                </c:pt>
                <c:pt idx="8629">
                  <c:v>9.3000000000000007</c:v>
                </c:pt>
                <c:pt idx="8630">
                  <c:v>6.2</c:v>
                </c:pt>
                <c:pt idx="8631">
                  <c:v>5</c:v>
                </c:pt>
                <c:pt idx="8632">
                  <c:v>6.7</c:v>
                </c:pt>
                <c:pt idx="8633">
                  <c:v>5.3</c:v>
                </c:pt>
                <c:pt idx="8634">
                  <c:v>8.1</c:v>
                </c:pt>
                <c:pt idx="8635">
                  <c:v>10</c:v>
                </c:pt>
                <c:pt idx="8636">
                  <c:v>8.5</c:v>
                </c:pt>
                <c:pt idx="8637">
                  <c:v>5.5</c:v>
                </c:pt>
                <c:pt idx="8638">
                  <c:v>5.0999999999999996</c:v>
                </c:pt>
                <c:pt idx="8639">
                  <c:v>7.1</c:v>
                </c:pt>
                <c:pt idx="8640">
                  <c:v>7.4</c:v>
                </c:pt>
                <c:pt idx="8641">
                  <c:v>6.3</c:v>
                </c:pt>
                <c:pt idx="8642">
                  <c:v>5.2</c:v>
                </c:pt>
                <c:pt idx="8643">
                  <c:v>4.7</c:v>
                </c:pt>
                <c:pt idx="8644">
                  <c:v>7.8</c:v>
                </c:pt>
                <c:pt idx="8645">
                  <c:v>9</c:v>
                </c:pt>
                <c:pt idx="8646">
                  <c:v>9.1999999999999993</c:v>
                </c:pt>
                <c:pt idx="8647">
                  <c:v>7.2</c:v>
                </c:pt>
                <c:pt idx="8648">
                  <c:v>5.6</c:v>
                </c:pt>
                <c:pt idx="8649">
                  <c:v>9.6999999999999993</c:v>
                </c:pt>
                <c:pt idx="8650">
                  <c:v>7.2</c:v>
                </c:pt>
                <c:pt idx="8651">
                  <c:v>5.7</c:v>
                </c:pt>
                <c:pt idx="8652">
                  <c:v>5.9</c:v>
                </c:pt>
                <c:pt idx="8653">
                  <c:v>7.2</c:v>
                </c:pt>
                <c:pt idx="8654">
                  <c:v>8.6999999999999993</c:v>
                </c:pt>
                <c:pt idx="8655">
                  <c:v>5.3</c:v>
                </c:pt>
                <c:pt idx="8656">
                  <c:v>5.6</c:v>
                </c:pt>
                <c:pt idx="8657">
                  <c:v>8</c:v>
                </c:pt>
                <c:pt idx="8658">
                  <c:v>7.5</c:v>
                </c:pt>
                <c:pt idx="8659">
                  <c:v>4.5999999999999996</c:v>
                </c:pt>
                <c:pt idx="8660">
                  <c:v>9.3000000000000007</c:v>
                </c:pt>
                <c:pt idx="8661">
                  <c:v>4.5</c:v>
                </c:pt>
                <c:pt idx="8662">
                  <c:v>5.4</c:v>
                </c:pt>
                <c:pt idx="8663">
                  <c:v>6.6</c:v>
                </c:pt>
                <c:pt idx="8664">
                  <c:v>4.5</c:v>
                </c:pt>
                <c:pt idx="8665">
                  <c:v>9.6999999999999993</c:v>
                </c:pt>
                <c:pt idx="8666">
                  <c:v>7</c:v>
                </c:pt>
                <c:pt idx="8667">
                  <c:v>8.5</c:v>
                </c:pt>
                <c:pt idx="8668">
                  <c:v>7.3</c:v>
                </c:pt>
                <c:pt idx="8669">
                  <c:v>7.4</c:v>
                </c:pt>
                <c:pt idx="8670">
                  <c:v>8.6999999999999993</c:v>
                </c:pt>
                <c:pt idx="8671">
                  <c:v>6.3</c:v>
                </c:pt>
                <c:pt idx="8672">
                  <c:v>9.1999999999999993</c:v>
                </c:pt>
                <c:pt idx="8673">
                  <c:v>6.1</c:v>
                </c:pt>
                <c:pt idx="8674">
                  <c:v>7.6</c:v>
                </c:pt>
                <c:pt idx="8675">
                  <c:v>8.4</c:v>
                </c:pt>
                <c:pt idx="8676">
                  <c:v>7.7</c:v>
                </c:pt>
                <c:pt idx="8677">
                  <c:v>6.9</c:v>
                </c:pt>
                <c:pt idx="8678">
                  <c:v>8.6</c:v>
                </c:pt>
                <c:pt idx="8679">
                  <c:v>7.8</c:v>
                </c:pt>
                <c:pt idx="8680">
                  <c:v>8.1</c:v>
                </c:pt>
                <c:pt idx="8681">
                  <c:v>8.6999999999999993</c:v>
                </c:pt>
                <c:pt idx="8682">
                  <c:v>9.1</c:v>
                </c:pt>
                <c:pt idx="8683">
                  <c:v>6.6</c:v>
                </c:pt>
                <c:pt idx="8684">
                  <c:v>5.8</c:v>
                </c:pt>
                <c:pt idx="8685">
                  <c:v>7.2</c:v>
                </c:pt>
                <c:pt idx="8686">
                  <c:v>9.6</c:v>
                </c:pt>
                <c:pt idx="8687">
                  <c:v>5.2</c:v>
                </c:pt>
                <c:pt idx="8688">
                  <c:v>9.1</c:v>
                </c:pt>
                <c:pt idx="8689">
                  <c:v>9.8000000000000007</c:v>
                </c:pt>
                <c:pt idx="8690">
                  <c:v>10</c:v>
                </c:pt>
                <c:pt idx="8691">
                  <c:v>6.5</c:v>
                </c:pt>
                <c:pt idx="8692">
                  <c:v>9.9</c:v>
                </c:pt>
                <c:pt idx="8693">
                  <c:v>4.7</c:v>
                </c:pt>
                <c:pt idx="8694">
                  <c:v>8.1999999999999993</c:v>
                </c:pt>
                <c:pt idx="8695">
                  <c:v>6.3</c:v>
                </c:pt>
                <c:pt idx="8696">
                  <c:v>4.2</c:v>
                </c:pt>
                <c:pt idx="8697">
                  <c:v>6.8</c:v>
                </c:pt>
                <c:pt idx="8698">
                  <c:v>6.9</c:v>
                </c:pt>
                <c:pt idx="8699">
                  <c:v>5</c:v>
                </c:pt>
                <c:pt idx="8700">
                  <c:v>4.5999999999999996</c:v>
                </c:pt>
                <c:pt idx="8701">
                  <c:v>6.6</c:v>
                </c:pt>
                <c:pt idx="8702">
                  <c:v>6.8</c:v>
                </c:pt>
                <c:pt idx="8703">
                  <c:v>9.1999999999999993</c:v>
                </c:pt>
                <c:pt idx="8704">
                  <c:v>4</c:v>
                </c:pt>
                <c:pt idx="8705">
                  <c:v>8.1999999999999993</c:v>
                </c:pt>
                <c:pt idx="8706">
                  <c:v>4.3</c:v>
                </c:pt>
                <c:pt idx="8707">
                  <c:v>7.5</c:v>
                </c:pt>
                <c:pt idx="8708">
                  <c:v>6.7</c:v>
                </c:pt>
                <c:pt idx="8709">
                  <c:v>6.7</c:v>
                </c:pt>
                <c:pt idx="8710">
                  <c:v>5.7</c:v>
                </c:pt>
                <c:pt idx="8711">
                  <c:v>5.7</c:v>
                </c:pt>
                <c:pt idx="8712">
                  <c:v>6.2</c:v>
                </c:pt>
                <c:pt idx="8713">
                  <c:v>9.4</c:v>
                </c:pt>
                <c:pt idx="8714">
                  <c:v>4.9000000000000004</c:v>
                </c:pt>
                <c:pt idx="8715">
                  <c:v>9</c:v>
                </c:pt>
                <c:pt idx="8716">
                  <c:v>7.1</c:v>
                </c:pt>
                <c:pt idx="8717">
                  <c:v>6.4</c:v>
                </c:pt>
                <c:pt idx="8718">
                  <c:v>8.1</c:v>
                </c:pt>
                <c:pt idx="8719">
                  <c:v>6.3</c:v>
                </c:pt>
                <c:pt idx="8720">
                  <c:v>6.5</c:v>
                </c:pt>
                <c:pt idx="8721">
                  <c:v>8</c:v>
                </c:pt>
                <c:pt idx="8722">
                  <c:v>6.3</c:v>
                </c:pt>
                <c:pt idx="8723">
                  <c:v>5.5</c:v>
                </c:pt>
                <c:pt idx="8724">
                  <c:v>5.8</c:v>
                </c:pt>
                <c:pt idx="8725">
                  <c:v>9.8000000000000007</c:v>
                </c:pt>
                <c:pt idx="8726">
                  <c:v>8.1</c:v>
                </c:pt>
                <c:pt idx="8727">
                  <c:v>8.1999999999999993</c:v>
                </c:pt>
                <c:pt idx="8728">
                  <c:v>6.1</c:v>
                </c:pt>
                <c:pt idx="8729">
                  <c:v>5.5</c:v>
                </c:pt>
                <c:pt idx="8730">
                  <c:v>8.1999999999999993</c:v>
                </c:pt>
                <c:pt idx="8731">
                  <c:v>7.5</c:v>
                </c:pt>
                <c:pt idx="8732">
                  <c:v>4.4000000000000004</c:v>
                </c:pt>
                <c:pt idx="8733">
                  <c:v>4.5999999999999996</c:v>
                </c:pt>
                <c:pt idx="8734">
                  <c:v>8.6999999999999993</c:v>
                </c:pt>
                <c:pt idx="8735">
                  <c:v>4.4000000000000004</c:v>
                </c:pt>
                <c:pt idx="8736">
                  <c:v>7.3</c:v>
                </c:pt>
                <c:pt idx="8737">
                  <c:v>9.1</c:v>
                </c:pt>
                <c:pt idx="8738">
                  <c:v>4.5</c:v>
                </c:pt>
                <c:pt idx="8739">
                  <c:v>8.4</c:v>
                </c:pt>
                <c:pt idx="8740">
                  <c:v>7.8</c:v>
                </c:pt>
                <c:pt idx="8741">
                  <c:v>5.7</c:v>
                </c:pt>
                <c:pt idx="8742">
                  <c:v>7.5</c:v>
                </c:pt>
                <c:pt idx="8743">
                  <c:v>8.3000000000000007</c:v>
                </c:pt>
                <c:pt idx="8744">
                  <c:v>4.0999999999999996</c:v>
                </c:pt>
                <c:pt idx="8745">
                  <c:v>9.5</c:v>
                </c:pt>
                <c:pt idx="8746">
                  <c:v>7.2</c:v>
                </c:pt>
                <c:pt idx="8747">
                  <c:v>9.3000000000000007</c:v>
                </c:pt>
                <c:pt idx="8748">
                  <c:v>6</c:v>
                </c:pt>
                <c:pt idx="8749">
                  <c:v>6.3</c:v>
                </c:pt>
                <c:pt idx="8750">
                  <c:v>8.4</c:v>
                </c:pt>
                <c:pt idx="8751">
                  <c:v>9.1999999999999993</c:v>
                </c:pt>
                <c:pt idx="8752">
                  <c:v>5.6</c:v>
                </c:pt>
                <c:pt idx="8753">
                  <c:v>6.2</c:v>
                </c:pt>
                <c:pt idx="8754">
                  <c:v>6.7</c:v>
                </c:pt>
                <c:pt idx="8755">
                  <c:v>5.9</c:v>
                </c:pt>
                <c:pt idx="8756">
                  <c:v>9.6</c:v>
                </c:pt>
                <c:pt idx="8757">
                  <c:v>5.7</c:v>
                </c:pt>
                <c:pt idx="8758">
                  <c:v>9.1</c:v>
                </c:pt>
                <c:pt idx="8759">
                  <c:v>6</c:v>
                </c:pt>
                <c:pt idx="8760">
                  <c:v>5.5</c:v>
                </c:pt>
                <c:pt idx="8761">
                  <c:v>5.9</c:v>
                </c:pt>
                <c:pt idx="8762">
                  <c:v>6.3</c:v>
                </c:pt>
                <c:pt idx="8763">
                  <c:v>7.8</c:v>
                </c:pt>
                <c:pt idx="8764">
                  <c:v>5.5</c:v>
                </c:pt>
                <c:pt idx="8765">
                  <c:v>7</c:v>
                </c:pt>
                <c:pt idx="8766">
                  <c:v>8.8000000000000007</c:v>
                </c:pt>
                <c:pt idx="8767">
                  <c:v>8.6999999999999993</c:v>
                </c:pt>
                <c:pt idx="8768">
                  <c:v>7.8</c:v>
                </c:pt>
                <c:pt idx="8769">
                  <c:v>9.9</c:v>
                </c:pt>
                <c:pt idx="8770">
                  <c:v>5.3</c:v>
                </c:pt>
                <c:pt idx="8771">
                  <c:v>5.3</c:v>
                </c:pt>
                <c:pt idx="8772">
                  <c:v>7.1</c:v>
                </c:pt>
                <c:pt idx="8773">
                  <c:v>4.3</c:v>
                </c:pt>
                <c:pt idx="8774">
                  <c:v>8.8000000000000007</c:v>
                </c:pt>
                <c:pt idx="8775">
                  <c:v>7.6</c:v>
                </c:pt>
                <c:pt idx="8776">
                  <c:v>6.1</c:v>
                </c:pt>
                <c:pt idx="8777">
                  <c:v>5.0999999999999996</c:v>
                </c:pt>
                <c:pt idx="8778">
                  <c:v>6.4</c:v>
                </c:pt>
                <c:pt idx="8779">
                  <c:v>4</c:v>
                </c:pt>
                <c:pt idx="8780">
                  <c:v>5.6</c:v>
                </c:pt>
                <c:pt idx="8781">
                  <c:v>7.1</c:v>
                </c:pt>
                <c:pt idx="8782">
                  <c:v>7.9</c:v>
                </c:pt>
                <c:pt idx="8783">
                  <c:v>6</c:v>
                </c:pt>
                <c:pt idx="8784">
                  <c:v>9.9</c:v>
                </c:pt>
                <c:pt idx="8785">
                  <c:v>5.8</c:v>
                </c:pt>
                <c:pt idx="8786">
                  <c:v>7.4</c:v>
                </c:pt>
                <c:pt idx="8787">
                  <c:v>4.4000000000000004</c:v>
                </c:pt>
                <c:pt idx="8788">
                  <c:v>8</c:v>
                </c:pt>
                <c:pt idx="8789">
                  <c:v>8.9</c:v>
                </c:pt>
                <c:pt idx="8790">
                  <c:v>4.4000000000000004</c:v>
                </c:pt>
                <c:pt idx="8791">
                  <c:v>6.8</c:v>
                </c:pt>
                <c:pt idx="8792">
                  <c:v>8.6999999999999993</c:v>
                </c:pt>
                <c:pt idx="8793">
                  <c:v>5.8</c:v>
                </c:pt>
                <c:pt idx="8794">
                  <c:v>6.3</c:v>
                </c:pt>
                <c:pt idx="8795">
                  <c:v>7.2</c:v>
                </c:pt>
                <c:pt idx="8796">
                  <c:v>8.9</c:v>
                </c:pt>
                <c:pt idx="8797">
                  <c:v>5.4</c:v>
                </c:pt>
                <c:pt idx="8798">
                  <c:v>9.5</c:v>
                </c:pt>
                <c:pt idx="8799">
                  <c:v>7.4</c:v>
                </c:pt>
                <c:pt idx="8800">
                  <c:v>8.3000000000000007</c:v>
                </c:pt>
                <c:pt idx="8801">
                  <c:v>5.6</c:v>
                </c:pt>
                <c:pt idx="8802">
                  <c:v>4.0999999999999996</c:v>
                </c:pt>
                <c:pt idx="8803">
                  <c:v>6.9</c:v>
                </c:pt>
                <c:pt idx="8804">
                  <c:v>6.9</c:v>
                </c:pt>
                <c:pt idx="8805">
                  <c:v>9.1999999999999993</c:v>
                </c:pt>
                <c:pt idx="8806">
                  <c:v>6.3</c:v>
                </c:pt>
                <c:pt idx="8807">
                  <c:v>5.9</c:v>
                </c:pt>
                <c:pt idx="8808">
                  <c:v>5.4</c:v>
                </c:pt>
                <c:pt idx="8809">
                  <c:v>5.0999999999999996</c:v>
                </c:pt>
                <c:pt idx="8810">
                  <c:v>10</c:v>
                </c:pt>
                <c:pt idx="8811">
                  <c:v>7.2</c:v>
                </c:pt>
                <c:pt idx="8812">
                  <c:v>10</c:v>
                </c:pt>
                <c:pt idx="8813">
                  <c:v>8.8000000000000007</c:v>
                </c:pt>
                <c:pt idx="8814">
                  <c:v>7.4</c:v>
                </c:pt>
                <c:pt idx="8815">
                  <c:v>7.4</c:v>
                </c:pt>
                <c:pt idx="8816">
                  <c:v>6.9</c:v>
                </c:pt>
                <c:pt idx="8817">
                  <c:v>9</c:v>
                </c:pt>
                <c:pt idx="8818">
                  <c:v>6.9</c:v>
                </c:pt>
                <c:pt idx="8819">
                  <c:v>9.5</c:v>
                </c:pt>
                <c:pt idx="8820">
                  <c:v>7.6</c:v>
                </c:pt>
                <c:pt idx="8821">
                  <c:v>7.4</c:v>
                </c:pt>
                <c:pt idx="8822">
                  <c:v>6.3</c:v>
                </c:pt>
                <c:pt idx="8823">
                  <c:v>5.6</c:v>
                </c:pt>
                <c:pt idx="8824">
                  <c:v>4.2</c:v>
                </c:pt>
                <c:pt idx="8825">
                  <c:v>5.3</c:v>
                </c:pt>
                <c:pt idx="8826">
                  <c:v>4.2</c:v>
                </c:pt>
                <c:pt idx="8827">
                  <c:v>4.4000000000000004</c:v>
                </c:pt>
                <c:pt idx="8828">
                  <c:v>5.4</c:v>
                </c:pt>
                <c:pt idx="8829">
                  <c:v>6.1</c:v>
                </c:pt>
                <c:pt idx="8830">
                  <c:v>9.5</c:v>
                </c:pt>
                <c:pt idx="8831">
                  <c:v>8</c:v>
                </c:pt>
                <c:pt idx="8832">
                  <c:v>4.3</c:v>
                </c:pt>
                <c:pt idx="8833">
                  <c:v>9.1</c:v>
                </c:pt>
                <c:pt idx="8834">
                  <c:v>5.4</c:v>
                </c:pt>
                <c:pt idx="8835">
                  <c:v>6.3</c:v>
                </c:pt>
                <c:pt idx="8836">
                  <c:v>6.1</c:v>
                </c:pt>
                <c:pt idx="8837">
                  <c:v>6.2</c:v>
                </c:pt>
                <c:pt idx="8838">
                  <c:v>7.1</c:v>
                </c:pt>
                <c:pt idx="8839">
                  <c:v>9.8000000000000007</c:v>
                </c:pt>
                <c:pt idx="8840">
                  <c:v>8.4</c:v>
                </c:pt>
                <c:pt idx="8841">
                  <c:v>7</c:v>
                </c:pt>
                <c:pt idx="8842">
                  <c:v>5</c:v>
                </c:pt>
                <c:pt idx="8843">
                  <c:v>7.9</c:v>
                </c:pt>
                <c:pt idx="8844">
                  <c:v>9.4</c:v>
                </c:pt>
                <c:pt idx="8845">
                  <c:v>7.7</c:v>
                </c:pt>
                <c:pt idx="8846">
                  <c:v>4.3</c:v>
                </c:pt>
                <c:pt idx="8847">
                  <c:v>9.9</c:v>
                </c:pt>
                <c:pt idx="8848">
                  <c:v>8.3000000000000007</c:v>
                </c:pt>
                <c:pt idx="8849">
                  <c:v>5</c:v>
                </c:pt>
                <c:pt idx="8850">
                  <c:v>4.4000000000000004</c:v>
                </c:pt>
                <c:pt idx="8851">
                  <c:v>5.2</c:v>
                </c:pt>
                <c:pt idx="8852">
                  <c:v>6.6</c:v>
                </c:pt>
                <c:pt idx="8853">
                  <c:v>7.6</c:v>
                </c:pt>
                <c:pt idx="8854">
                  <c:v>5.7</c:v>
                </c:pt>
                <c:pt idx="8855">
                  <c:v>8</c:v>
                </c:pt>
                <c:pt idx="8856">
                  <c:v>5.2</c:v>
                </c:pt>
                <c:pt idx="8857">
                  <c:v>8.6</c:v>
                </c:pt>
                <c:pt idx="8858">
                  <c:v>7.1</c:v>
                </c:pt>
                <c:pt idx="8859">
                  <c:v>5.2</c:v>
                </c:pt>
                <c:pt idx="8860">
                  <c:v>4.2</c:v>
                </c:pt>
                <c:pt idx="8861">
                  <c:v>5.8</c:v>
                </c:pt>
                <c:pt idx="8862">
                  <c:v>5.0999999999999996</c:v>
                </c:pt>
                <c:pt idx="8863">
                  <c:v>8</c:v>
                </c:pt>
                <c:pt idx="8864">
                  <c:v>5.8</c:v>
                </c:pt>
                <c:pt idx="8865">
                  <c:v>7.3</c:v>
                </c:pt>
                <c:pt idx="8866">
                  <c:v>6.9</c:v>
                </c:pt>
                <c:pt idx="8867">
                  <c:v>7.7</c:v>
                </c:pt>
                <c:pt idx="8868">
                  <c:v>4</c:v>
                </c:pt>
                <c:pt idx="8869">
                  <c:v>6.9</c:v>
                </c:pt>
                <c:pt idx="8870">
                  <c:v>6</c:v>
                </c:pt>
                <c:pt idx="8871">
                  <c:v>7</c:v>
                </c:pt>
                <c:pt idx="8872">
                  <c:v>4.9000000000000004</c:v>
                </c:pt>
                <c:pt idx="8873">
                  <c:v>5</c:v>
                </c:pt>
                <c:pt idx="8874">
                  <c:v>7</c:v>
                </c:pt>
                <c:pt idx="8875">
                  <c:v>9.1999999999999993</c:v>
                </c:pt>
                <c:pt idx="8876">
                  <c:v>4.9000000000000004</c:v>
                </c:pt>
                <c:pt idx="8877">
                  <c:v>9.8000000000000007</c:v>
                </c:pt>
                <c:pt idx="8878">
                  <c:v>6.4</c:v>
                </c:pt>
                <c:pt idx="8879">
                  <c:v>5.8</c:v>
                </c:pt>
                <c:pt idx="8880">
                  <c:v>9.9</c:v>
                </c:pt>
                <c:pt idx="8881">
                  <c:v>7.8</c:v>
                </c:pt>
                <c:pt idx="8882">
                  <c:v>9.4</c:v>
                </c:pt>
                <c:pt idx="8883">
                  <c:v>8.5</c:v>
                </c:pt>
                <c:pt idx="8884">
                  <c:v>10</c:v>
                </c:pt>
                <c:pt idx="8885">
                  <c:v>7.8</c:v>
                </c:pt>
                <c:pt idx="8886">
                  <c:v>9</c:v>
                </c:pt>
                <c:pt idx="8887">
                  <c:v>8</c:v>
                </c:pt>
                <c:pt idx="8888">
                  <c:v>4.5</c:v>
                </c:pt>
                <c:pt idx="8889">
                  <c:v>5.3</c:v>
                </c:pt>
                <c:pt idx="8890">
                  <c:v>6.8</c:v>
                </c:pt>
                <c:pt idx="8891">
                  <c:v>9.4</c:v>
                </c:pt>
                <c:pt idx="8892">
                  <c:v>5.8</c:v>
                </c:pt>
                <c:pt idx="8893">
                  <c:v>7.6</c:v>
                </c:pt>
                <c:pt idx="8894">
                  <c:v>9.1</c:v>
                </c:pt>
                <c:pt idx="8895">
                  <c:v>8.1999999999999993</c:v>
                </c:pt>
                <c:pt idx="8896">
                  <c:v>4.8</c:v>
                </c:pt>
                <c:pt idx="8897">
                  <c:v>5.0999999999999996</c:v>
                </c:pt>
                <c:pt idx="8898">
                  <c:v>8.4</c:v>
                </c:pt>
                <c:pt idx="8899">
                  <c:v>7.2</c:v>
                </c:pt>
                <c:pt idx="8900">
                  <c:v>6.5</c:v>
                </c:pt>
                <c:pt idx="8901">
                  <c:v>8.5</c:v>
                </c:pt>
                <c:pt idx="8902">
                  <c:v>4.8</c:v>
                </c:pt>
                <c:pt idx="8903">
                  <c:v>9.4</c:v>
                </c:pt>
                <c:pt idx="8904">
                  <c:v>5.6</c:v>
                </c:pt>
                <c:pt idx="8905">
                  <c:v>9.6999999999999993</c:v>
                </c:pt>
                <c:pt idx="8906">
                  <c:v>9.8000000000000007</c:v>
                </c:pt>
                <c:pt idx="8907">
                  <c:v>6.6</c:v>
                </c:pt>
                <c:pt idx="8908">
                  <c:v>9.3000000000000007</c:v>
                </c:pt>
                <c:pt idx="8909">
                  <c:v>7.4</c:v>
                </c:pt>
                <c:pt idx="8910">
                  <c:v>7.7</c:v>
                </c:pt>
                <c:pt idx="8911">
                  <c:v>9</c:v>
                </c:pt>
                <c:pt idx="8912">
                  <c:v>9.3000000000000007</c:v>
                </c:pt>
                <c:pt idx="8913">
                  <c:v>9.6</c:v>
                </c:pt>
                <c:pt idx="8914">
                  <c:v>5.3</c:v>
                </c:pt>
                <c:pt idx="8915">
                  <c:v>4.0999999999999996</c:v>
                </c:pt>
                <c:pt idx="8916">
                  <c:v>6.8</c:v>
                </c:pt>
                <c:pt idx="8917">
                  <c:v>7.4</c:v>
                </c:pt>
                <c:pt idx="8918">
                  <c:v>4.0999999999999996</c:v>
                </c:pt>
                <c:pt idx="8919">
                  <c:v>9.6999999999999993</c:v>
                </c:pt>
                <c:pt idx="8920">
                  <c:v>7.1</c:v>
                </c:pt>
                <c:pt idx="8921">
                  <c:v>8.8000000000000007</c:v>
                </c:pt>
                <c:pt idx="8922">
                  <c:v>5.4</c:v>
                </c:pt>
                <c:pt idx="8923">
                  <c:v>4.9000000000000004</c:v>
                </c:pt>
                <c:pt idx="8924">
                  <c:v>9.3000000000000007</c:v>
                </c:pt>
                <c:pt idx="8925">
                  <c:v>9.6</c:v>
                </c:pt>
                <c:pt idx="8926">
                  <c:v>5.4</c:v>
                </c:pt>
                <c:pt idx="8927">
                  <c:v>6</c:v>
                </c:pt>
                <c:pt idx="8928">
                  <c:v>7.1</c:v>
                </c:pt>
                <c:pt idx="8929">
                  <c:v>5.5</c:v>
                </c:pt>
                <c:pt idx="8930">
                  <c:v>9.6</c:v>
                </c:pt>
                <c:pt idx="8931">
                  <c:v>5.5</c:v>
                </c:pt>
                <c:pt idx="8932">
                  <c:v>7</c:v>
                </c:pt>
                <c:pt idx="8933">
                  <c:v>4.5</c:v>
                </c:pt>
                <c:pt idx="8934">
                  <c:v>5.9</c:v>
                </c:pt>
                <c:pt idx="8935">
                  <c:v>4.5</c:v>
                </c:pt>
                <c:pt idx="8936">
                  <c:v>6.7</c:v>
                </c:pt>
                <c:pt idx="8937">
                  <c:v>9.6999999999999993</c:v>
                </c:pt>
                <c:pt idx="8938">
                  <c:v>4.5999999999999996</c:v>
                </c:pt>
                <c:pt idx="8939">
                  <c:v>6.7</c:v>
                </c:pt>
                <c:pt idx="8940">
                  <c:v>8</c:v>
                </c:pt>
                <c:pt idx="8941">
                  <c:v>4.2</c:v>
                </c:pt>
                <c:pt idx="8942">
                  <c:v>4.9000000000000004</c:v>
                </c:pt>
                <c:pt idx="8943">
                  <c:v>9.6</c:v>
                </c:pt>
                <c:pt idx="8944">
                  <c:v>6.6</c:v>
                </c:pt>
                <c:pt idx="8945">
                  <c:v>6</c:v>
                </c:pt>
                <c:pt idx="8946">
                  <c:v>7.5</c:v>
                </c:pt>
                <c:pt idx="8947">
                  <c:v>7.8</c:v>
                </c:pt>
                <c:pt idx="8948">
                  <c:v>7.6</c:v>
                </c:pt>
                <c:pt idx="8949">
                  <c:v>8.4</c:v>
                </c:pt>
                <c:pt idx="8950">
                  <c:v>7.1</c:v>
                </c:pt>
                <c:pt idx="8951">
                  <c:v>6.3</c:v>
                </c:pt>
                <c:pt idx="8952">
                  <c:v>7.6</c:v>
                </c:pt>
                <c:pt idx="8953">
                  <c:v>9.4</c:v>
                </c:pt>
                <c:pt idx="8954">
                  <c:v>10</c:v>
                </c:pt>
                <c:pt idx="8955">
                  <c:v>4</c:v>
                </c:pt>
                <c:pt idx="8956">
                  <c:v>8.1</c:v>
                </c:pt>
                <c:pt idx="8957">
                  <c:v>6.1</c:v>
                </c:pt>
                <c:pt idx="8958">
                  <c:v>9.1</c:v>
                </c:pt>
                <c:pt idx="8959">
                  <c:v>9.4</c:v>
                </c:pt>
                <c:pt idx="8960">
                  <c:v>5.3</c:v>
                </c:pt>
                <c:pt idx="8961">
                  <c:v>9.3000000000000007</c:v>
                </c:pt>
                <c:pt idx="8962">
                  <c:v>9.3000000000000007</c:v>
                </c:pt>
                <c:pt idx="8963">
                  <c:v>8.9</c:v>
                </c:pt>
                <c:pt idx="8964">
                  <c:v>9.6999999999999993</c:v>
                </c:pt>
                <c:pt idx="8965">
                  <c:v>7.4</c:v>
                </c:pt>
                <c:pt idx="8966">
                  <c:v>7</c:v>
                </c:pt>
                <c:pt idx="8967">
                  <c:v>9.3000000000000007</c:v>
                </c:pt>
                <c:pt idx="8968">
                  <c:v>5.6</c:v>
                </c:pt>
                <c:pt idx="8969">
                  <c:v>7.7</c:v>
                </c:pt>
                <c:pt idx="8970">
                  <c:v>9.9</c:v>
                </c:pt>
                <c:pt idx="8971">
                  <c:v>8.3000000000000007</c:v>
                </c:pt>
                <c:pt idx="8972">
                  <c:v>6.6</c:v>
                </c:pt>
                <c:pt idx="8973">
                  <c:v>7</c:v>
                </c:pt>
                <c:pt idx="8974">
                  <c:v>9.1</c:v>
                </c:pt>
                <c:pt idx="8975">
                  <c:v>5</c:v>
                </c:pt>
                <c:pt idx="8976">
                  <c:v>4.7</c:v>
                </c:pt>
                <c:pt idx="8977">
                  <c:v>5</c:v>
                </c:pt>
                <c:pt idx="8978">
                  <c:v>5.7</c:v>
                </c:pt>
                <c:pt idx="8979">
                  <c:v>5.9</c:v>
                </c:pt>
                <c:pt idx="8980">
                  <c:v>7.8</c:v>
                </c:pt>
                <c:pt idx="8981">
                  <c:v>10</c:v>
                </c:pt>
                <c:pt idx="8982">
                  <c:v>6.4</c:v>
                </c:pt>
                <c:pt idx="8983">
                  <c:v>8.3000000000000007</c:v>
                </c:pt>
                <c:pt idx="8984">
                  <c:v>8.1999999999999993</c:v>
                </c:pt>
                <c:pt idx="8985">
                  <c:v>5.5</c:v>
                </c:pt>
                <c:pt idx="8986">
                  <c:v>8.6</c:v>
                </c:pt>
                <c:pt idx="8987">
                  <c:v>6.5</c:v>
                </c:pt>
                <c:pt idx="8988">
                  <c:v>4.7</c:v>
                </c:pt>
                <c:pt idx="8989">
                  <c:v>4.2</c:v>
                </c:pt>
                <c:pt idx="8990">
                  <c:v>4.9000000000000004</c:v>
                </c:pt>
                <c:pt idx="8991">
                  <c:v>6.3</c:v>
                </c:pt>
                <c:pt idx="8992">
                  <c:v>5.6</c:v>
                </c:pt>
                <c:pt idx="8993">
                  <c:v>6.1</c:v>
                </c:pt>
                <c:pt idx="8994">
                  <c:v>10</c:v>
                </c:pt>
                <c:pt idx="8995">
                  <c:v>5.0999999999999996</c:v>
                </c:pt>
                <c:pt idx="8996">
                  <c:v>7.6</c:v>
                </c:pt>
                <c:pt idx="8997">
                  <c:v>8.3000000000000007</c:v>
                </c:pt>
                <c:pt idx="8998">
                  <c:v>9.5</c:v>
                </c:pt>
                <c:pt idx="8999">
                  <c:v>6.1</c:v>
                </c:pt>
                <c:pt idx="9000">
                  <c:v>6.8</c:v>
                </c:pt>
                <c:pt idx="9001">
                  <c:v>4.0999999999999996</c:v>
                </c:pt>
                <c:pt idx="9002">
                  <c:v>9.1</c:v>
                </c:pt>
                <c:pt idx="9003">
                  <c:v>7.5</c:v>
                </c:pt>
                <c:pt idx="9004">
                  <c:v>7.2</c:v>
                </c:pt>
                <c:pt idx="9005">
                  <c:v>9.1</c:v>
                </c:pt>
                <c:pt idx="9006">
                  <c:v>6.2</c:v>
                </c:pt>
                <c:pt idx="9007">
                  <c:v>7.2</c:v>
                </c:pt>
                <c:pt idx="9008">
                  <c:v>5.7</c:v>
                </c:pt>
                <c:pt idx="9009">
                  <c:v>6</c:v>
                </c:pt>
                <c:pt idx="9010">
                  <c:v>5</c:v>
                </c:pt>
                <c:pt idx="9011">
                  <c:v>8.1</c:v>
                </c:pt>
                <c:pt idx="9012">
                  <c:v>7.8</c:v>
                </c:pt>
                <c:pt idx="9013">
                  <c:v>7.2</c:v>
                </c:pt>
                <c:pt idx="9014">
                  <c:v>7.6</c:v>
                </c:pt>
                <c:pt idx="9015">
                  <c:v>6.6</c:v>
                </c:pt>
                <c:pt idx="9016">
                  <c:v>9.1999999999999993</c:v>
                </c:pt>
                <c:pt idx="9017">
                  <c:v>5.3</c:v>
                </c:pt>
                <c:pt idx="9018">
                  <c:v>5.6</c:v>
                </c:pt>
                <c:pt idx="9019">
                  <c:v>4.4000000000000004</c:v>
                </c:pt>
                <c:pt idx="9020">
                  <c:v>4.5999999999999996</c:v>
                </c:pt>
                <c:pt idx="9021">
                  <c:v>5.4</c:v>
                </c:pt>
                <c:pt idx="9022">
                  <c:v>8.1</c:v>
                </c:pt>
                <c:pt idx="9023">
                  <c:v>5.2</c:v>
                </c:pt>
                <c:pt idx="9024">
                  <c:v>7.7</c:v>
                </c:pt>
                <c:pt idx="9025">
                  <c:v>5.5</c:v>
                </c:pt>
                <c:pt idx="9026">
                  <c:v>7.4</c:v>
                </c:pt>
                <c:pt idx="9027">
                  <c:v>4.2</c:v>
                </c:pt>
                <c:pt idx="9028">
                  <c:v>6.4</c:v>
                </c:pt>
                <c:pt idx="9029">
                  <c:v>6.9</c:v>
                </c:pt>
                <c:pt idx="9030">
                  <c:v>8.6</c:v>
                </c:pt>
                <c:pt idx="9031">
                  <c:v>5.3</c:v>
                </c:pt>
                <c:pt idx="9032">
                  <c:v>6</c:v>
                </c:pt>
                <c:pt idx="9033">
                  <c:v>8</c:v>
                </c:pt>
                <c:pt idx="9034">
                  <c:v>8.9</c:v>
                </c:pt>
                <c:pt idx="9035">
                  <c:v>6.7</c:v>
                </c:pt>
                <c:pt idx="9036">
                  <c:v>5</c:v>
                </c:pt>
                <c:pt idx="9037">
                  <c:v>6</c:v>
                </c:pt>
                <c:pt idx="9038">
                  <c:v>6.9</c:v>
                </c:pt>
                <c:pt idx="9039">
                  <c:v>9.1999999999999993</c:v>
                </c:pt>
                <c:pt idx="9040">
                  <c:v>9.1999999999999993</c:v>
                </c:pt>
                <c:pt idx="9041">
                  <c:v>8.1</c:v>
                </c:pt>
                <c:pt idx="9042">
                  <c:v>8.4</c:v>
                </c:pt>
                <c:pt idx="9043">
                  <c:v>7.7</c:v>
                </c:pt>
                <c:pt idx="9044">
                  <c:v>6.9</c:v>
                </c:pt>
                <c:pt idx="9045">
                  <c:v>6.8</c:v>
                </c:pt>
                <c:pt idx="9046">
                  <c:v>6.9</c:v>
                </c:pt>
                <c:pt idx="9047">
                  <c:v>9.1999999999999993</c:v>
                </c:pt>
                <c:pt idx="9048">
                  <c:v>9</c:v>
                </c:pt>
                <c:pt idx="9049">
                  <c:v>8.9</c:v>
                </c:pt>
                <c:pt idx="9050">
                  <c:v>4.5999999999999996</c:v>
                </c:pt>
                <c:pt idx="9051">
                  <c:v>6.9</c:v>
                </c:pt>
                <c:pt idx="9052">
                  <c:v>8.4</c:v>
                </c:pt>
                <c:pt idx="9053">
                  <c:v>4.7</c:v>
                </c:pt>
                <c:pt idx="9054">
                  <c:v>9.4</c:v>
                </c:pt>
                <c:pt idx="9055">
                  <c:v>8.4</c:v>
                </c:pt>
                <c:pt idx="9056">
                  <c:v>4</c:v>
                </c:pt>
                <c:pt idx="9057">
                  <c:v>5.7</c:v>
                </c:pt>
                <c:pt idx="9058">
                  <c:v>4.9000000000000004</c:v>
                </c:pt>
                <c:pt idx="9059">
                  <c:v>5.0999999999999996</c:v>
                </c:pt>
                <c:pt idx="9060">
                  <c:v>9.4</c:v>
                </c:pt>
                <c:pt idx="9061">
                  <c:v>9.6999999999999993</c:v>
                </c:pt>
                <c:pt idx="9062">
                  <c:v>7.1</c:v>
                </c:pt>
                <c:pt idx="9063">
                  <c:v>8.4</c:v>
                </c:pt>
                <c:pt idx="9064">
                  <c:v>8.3000000000000007</c:v>
                </c:pt>
                <c:pt idx="9065">
                  <c:v>8.1</c:v>
                </c:pt>
                <c:pt idx="9066">
                  <c:v>6.7</c:v>
                </c:pt>
                <c:pt idx="9067">
                  <c:v>7.5</c:v>
                </c:pt>
                <c:pt idx="9068">
                  <c:v>5.7</c:v>
                </c:pt>
                <c:pt idx="9069">
                  <c:v>6.3</c:v>
                </c:pt>
                <c:pt idx="9070">
                  <c:v>5.9</c:v>
                </c:pt>
                <c:pt idx="9071">
                  <c:v>8.4</c:v>
                </c:pt>
                <c:pt idx="9072">
                  <c:v>7.3</c:v>
                </c:pt>
                <c:pt idx="9073">
                  <c:v>9.8000000000000007</c:v>
                </c:pt>
                <c:pt idx="9074">
                  <c:v>4.5</c:v>
                </c:pt>
                <c:pt idx="9075">
                  <c:v>7.4</c:v>
                </c:pt>
                <c:pt idx="9076">
                  <c:v>4.9000000000000004</c:v>
                </c:pt>
                <c:pt idx="9077">
                  <c:v>7.9</c:v>
                </c:pt>
                <c:pt idx="9078">
                  <c:v>6.6</c:v>
                </c:pt>
                <c:pt idx="9079">
                  <c:v>6.1</c:v>
                </c:pt>
                <c:pt idx="9080">
                  <c:v>4.5</c:v>
                </c:pt>
                <c:pt idx="9081">
                  <c:v>5.7</c:v>
                </c:pt>
                <c:pt idx="9082">
                  <c:v>4.5999999999999996</c:v>
                </c:pt>
                <c:pt idx="9083">
                  <c:v>9.1999999999999993</c:v>
                </c:pt>
                <c:pt idx="9084">
                  <c:v>6.3</c:v>
                </c:pt>
                <c:pt idx="9085">
                  <c:v>7.7</c:v>
                </c:pt>
                <c:pt idx="9086">
                  <c:v>7.2</c:v>
                </c:pt>
                <c:pt idx="9087">
                  <c:v>9.6999999999999993</c:v>
                </c:pt>
                <c:pt idx="9088">
                  <c:v>6.2</c:v>
                </c:pt>
                <c:pt idx="9089">
                  <c:v>6.9</c:v>
                </c:pt>
                <c:pt idx="9090">
                  <c:v>5.5</c:v>
                </c:pt>
                <c:pt idx="9091">
                  <c:v>5.5</c:v>
                </c:pt>
                <c:pt idx="9092">
                  <c:v>8.1</c:v>
                </c:pt>
                <c:pt idx="9093">
                  <c:v>4.8</c:v>
                </c:pt>
                <c:pt idx="9094">
                  <c:v>7.8</c:v>
                </c:pt>
                <c:pt idx="9095">
                  <c:v>8.8000000000000007</c:v>
                </c:pt>
                <c:pt idx="9096">
                  <c:v>9.4</c:v>
                </c:pt>
                <c:pt idx="9097">
                  <c:v>9.6</c:v>
                </c:pt>
                <c:pt idx="9098">
                  <c:v>6.5</c:v>
                </c:pt>
                <c:pt idx="9099">
                  <c:v>9.4</c:v>
                </c:pt>
                <c:pt idx="9100">
                  <c:v>7.7</c:v>
                </c:pt>
                <c:pt idx="9101">
                  <c:v>7.9</c:v>
                </c:pt>
                <c:pt idx="9102">
                  <c:v>4.9000000000000004</c:v>
                </c:pt>
                <c:pt idx="9103">
                  <c:v>5.3</c:v>
                </c:pt>
                <c:pt idx="9104">
                  <c:v>7.9</c:v>
                </c:pt>
                <c:pt idx="9105">
                  <c:v>5.5</c:v>
                </c:pt>
                <c:pt idx="9106">
                  <c:v>9.6</c:v>
                </c:pt>
                <c:pt idx="9107">
                  <c:v>8.3000000000000007</c:v>
                </c:pt>
                <c:pt idx="9108">
                  <c:v>4.4000000000000004</c:v>
                </c:pt>
                <c:pt idx="9109">
                  <c:v>6.2</c:v>
                </c:pt>
                <c:pt idx="9110">
                  <c:v>4.5999999999999996</c:v>
                </c:pt>
                <c:pt idx="9111">
                  <c:v>4.3</c:v>
                </c:pt>
                <c:pt idx="9112">
                  <c:v>7.8</c:v>
                </c:pt>
                <c:pt idx="9113">
                  <c:v>8.1</c:v>
                </c:pt>
                <c:pt idx="9114">
                  <c:v>7.2</c:v>
                </c:pt>
                <c:pt idx="9115">
                  <c:v>6.2</c:v>
                </c:pt>
                <c:pt idx="9116">
                  <c:v>7.7</c:v>
                </c:pt>
                <c:pt idx="9117">
                  <c:v>7.7</c:v>
                </c:pt>
                <c:pt idx="9118">
                  <c:v>7.6</c:v>
                </c:pt>
                <c:pt idx="9119">
                  <c:v>4.2</c:v>
                </c:pt>
                <c:pt idx="9120">
                  <c:v>5.0999999999999996</c:v>
                </c:pt>
                <c:pt idx="9121">
                  <c:v>7.6</c:v>
                </c:pt>
                <c:pt idx="9122">
                  <c:v>9.1</c:v>
                </c:pt>
                <c:pt idx="9123">
                  <c:v>6.2</c:v>
                </c:pt>
                <c:pt idx="9124">
                  <c:v>6.2</c:v>
                </c:pt>
                <c:pt idx="9125">
                  <c:v>5.4</c:v>
                </c:pt>
                <c:pt idx="9126">
                  <c:v>9.9</c:v>
                </c:pt>
                <c:pt idx="9127">
                  <c:v>9.1999999999999993</c:v>
                </c:pt>
                <c:pt idx="9128">
                  <c:v>7.7</c:v>
                </c:pt>
                <c:pt idx="9129">
                  <c:v>7.2</c:v>
                </c:pt>
                <c:pt idx="9130">
                  <c:v>6.7</c:v>
                </c:pt>
                <c:pt idx="9131">
                  <c:v>7.5</c:v>
                </c:pt>
                <c:pt idx="9132">
                  <c:v>7.4</c:v>
                </c:pt>
                <c:pt idx="9133">
                  <c:v>6.3</c:v>
                </c:pt>
                <c:pt idx="9134">
                  <c:v>7.5</c:v>
                </c:pt>
                <c:pt idx="9135">
                  <c:v>8.9</c:v>
                </c:pt>
                <c:pt idx="9136">
                  <c:v>6.6</c:v>
                </c:pt>
                <c:pt idx="9137">
                  <c:v>8.5</c:v>
                </c:pt>
                <c:pt idx="9138">
                  <c:v>10</c:v>
                </c:pt>
                <c:pt idx="9139">
                  <c:v>7.9</c:v>
                </c:pt>
                <c:pt idx="9140">
                  <c:v>8.4</c:v>
                </c:pt>
                <c:pt idx="9141">
                  <c:v>9.4</c:v>
                </c:pt>
                <c:pt idx="9142">
                  <c:v>5.6</c:v>
                </c:pt>
                <c:pt idx="9143">
                  <c:v>7.7</c:v>
                </c:pt>
                <c:pt idx="9144">
                  <c:v>8.9</c:v>
                </c:pt>
                <c:pt idx="9145">
                  <c:v>8.5</c:v>
                </c:pt>
                <c:pt idx="9146">
                  <c:v>4.3</c:v>
                </c:pt>
                <c:pt idx="9147">
                  <c:v>6.5</c:v>
                </c:pt>
                <c:pt idx="9148">
                  <c:v>6.4</c:v>
                </c:pt>
                <c:pt idx="9149">
                  <c:v>5.0999999999999996</c:v>
                </c:pt>
                <c:pt idx="9150">
                  <c:v>4.9000000000000004</c:v>
                </c:pt>
                <c:pt idx="9151">
                  <c:v>6.6</c:v>
                </c:pt>
                <c:pt idx="9152">
                  <c:v>5.9</c:v>
                </c:pt>
                <c:pt idx="9153">
                  <c:v>7.3</c:v>
                </c:pt>
                <c:pt idx="9154">
                  <c:v>5.7</c:v>
                </c:pt>
                <c:pt idx="9155">
                  <c:v>8.6</c:v>
                </c:pt>
                <c:pt idx="9156">
                  <c:v>5.0999999999999996</c:v>
                </c:pt>
                <c:pt idx="9157">
                  <c:v>6.7</c:v>
                </c:pt>
                <c:pt idx="9158">
                  <c:v>5.5</c:v>
                </c:pt>
                <c:pt idx="9159">
                  <c:v>8.4</c:v>
                </c:pt>
                <c:pt idx="9160">
                  <c:v>9.3000000000000007</c:v>
                </c:pt>
                <c:pt idx="9161">
                  <c:v>7</c:v>
                </c:pt>
                <c:pt idx="9162">
                  <c:v>7</c:v>
                </c:pt>
                <c:pt idx="9163">
                  <c:v>8.9</c:v>
                </c:pt>
                <c:pt idx="9164">
                  <c:v>7.9</c:v>
                </c:pt>
                <c:pt idx="9165">
                  <c:v>5.6</c:v>
                </c:pt>
                <c:pt idx="9166">
                  <c:v>4</c:v>
                </c:pt>
                <c:pt idx="9167">
                  <c:v>6.3</c:v>
                </c:pt>
                <c:pt idx="9168">
                  <c:v>6.9</c:v>
                </c:pt>
                <c:pt idx="9169">
                  <c:v>7.9</c:v>
                </c:pt>
                <c:pt idx="9170">
                  <c:v>4.4000000000000004</c:v>
                </c:pt>
                <c:pt idx="9171">
                  <c:v>10</c:v>
                </c:pt>
                <c:pt idx="9172">
                  <c:v>8.9</c:v>
                </c:pt>
                <c:pt idx="9173">
                  <c:v>9</c:v>
                </c:pt>
                <c:pt idx="9174">
                  <c:v>6.4</c:v>
                </c:pt>
                <c:pt idx="9175">
                  <c:v>5.8</c:v>
                </c:pt>
                <c:pt idx="9176">
                  <c:v>5.3</c:v>
                </c:pt>
                <c:pt idx="9177">
                  <c:v>8.8000000000000007</c:v>
                </c:pt>
                <c:pt idx="9178">
                  <c:v>4</c:v>
                </c:pt>
                <c:pt idx="9179">
                  <c:v>9.9</c:v>
                </c:pt>
                <c:pt idx="9180">
                  <c:v>6.8</c:v>
                </c:pt>
                <c:pt idx="9181">
                  <c:v>8</c:v>
                </c:pt>
                <c:pt idx="9182">
                  <c:v>5.6</c:v>
                </c:pt>
                <c:pt idx="9183">
                  <c:v>8.4</c:v>
                </c:pt>
                <c:pt idx="9184">
                  <c:v>7.1</c:v>
                </c:pt>
                <c:pt idx="9185">
                  <c:v>6.3</c:v>
                </c:pt>
                <c:pt idx="9186">
                  <c:v>4.4000000000000004</c:v>
                </c:pt>
                <c:pt idx="9187">
                  <c:v>9.6</c:v>
                </c:pt>
                <c:pt idx="9188">
                  <c:v>6.5</c:v>
                </c:pt>
                <c:pt idx="9189">
                  <c:v>8.6</c:v>
                </c:pt>
                <c:pt idx="9190">
                  <c:v>8.1</c:v>
                </c:pt>
                <c:pt idx="9191">
                  <c:v>6.5</c:v>
                </c:pt>
                <c:pt idx="9192">
                  <c:v>9</c:v>
                </c:pt>
                <c:pt idx="9193">
                  <c:v>5.9</c:v>
                </c:pt>
                <c:pt idx="9194">
                  <c:v>5.7</c:v>
                </c:pt>
                <c:pt idx="9195">
                  <c:v>6.2</c:v>
                </c:pt>
                <c:pt idx="9196">
                  <c:v>5.7</c:v>
                </c:pt>
                <c:pt idx="9197">
                  <c:v>7.9</c:v>
                </c:pt>
                <c:pt idx="9198">
                  <c:v>7.9</c:v>
                </c:pt>
                <c:pt idx="9199">
                  <c:v>4.3</c:v>
                </c:pt>
                <c:pt idx="9200">
                  <c:v>8</c:v>
                </c:pt>
                <c:pt idx="9201">
                  <c:v>6.7</c:v>
                </c:pt>
                <c:pt idx="9202">
                  <c:v>8.5</c:v>
                </c:pt>
                <c:pt idx="9203">
                  <c:v>9.9</c:v>
                </c:pt>
                <c:pt idx="9204">
                  <c:v>9.8000000000000007</c:v>
                </c:pt>
                <c:pt idx="9205">
                  <c:v>9.1</c:v>
                </c:pt>
                <c:pt idx="9206">
                  <c:v>7.3</c:v>
                </c:pt>
                <c:pt idx="9207">
                  <c:v>4.3</c:v>
                </c:pt>
                <c:pt idx="9208">
                  <c:v>9.8000000000000007</c:v>
                </c:pt>
                <c:pt idx="9209">
                  <c:v>4.5999999999999996</c:v>
                </c:pt>
                <c:pt idx="9210">
                  <c:v>7.1</c:v>
                </c:pt>
                <c:pt idx="9211">
                  <c:v>9.6999999999999993</c:v>
                </c:pt>
                <c:pt idx="9212">
                  <c:v>9.1</c:v>
                </c:pt>
                <c:pt idx="9213">
                  <c:v>8.6</c:v>
                </c:pt>
                <c:pt idx="9214">
                  <c:v>5.5</c:v>
                </c:pt>
                <c:pt idx="9215">
                  <c:v>5</c:v>
                </c:pt>
                <c:pt idx="9216">
                  <c:v>6.9</c:v>
                </c:pt>
                <c:pt idx="9217">
                  <c:v>4.0999999999999996</c:v>
                </c:pt>
                <c:pt idx="9218">
                  <c:v>8.1</c:v>
                </c:pt>
                <c:pt idx="9219">
                  <c:v>7.3</c:v>
                </c:pt>
                <c:pt idx="9220">
                  <c:v>9.1999999999999993</c:v>
                </c:pt>
                <c:pt idx="9221">
                  <c:v>5.0999999999999996</c:v>
                </c:pt>
                <c:pt idx="9222">
                  <c:v>6.7</c:v>
                </c:pt>
                <c:pt idx="9223">
                  <c:v>4.8</c:v>
                </c:pt>
                <c:pt idx="9224">
                  <c:v>5</c:v>
                </c:pt>
                <c:pt idx="9225">
                  <c:v>7.4</c:v>
                </c:pt>
                <c:pt idx="9226">
                  <c:v>8.9</c:v>
                </c:pt>
                <c:pt idx="9227">
                  <c:v>8.8000000000000007</c:v>
                </c:pt>
                <c:pt idx="9228">
                  <c:v>4.2</c:v>
                </c:pt>
                <c:pt idx="9229">
                  <c:v>7.8</c:v>
                </c:pt>
                <c:pt idx="9230">
                  <c:v>8.3000000000000007</c:v>
                </c:pt>
                <c:pt idx="9231">
                  <c:v>9.5</c:v>
                </c:pt>
                <c:pt idx="9232">
                  <c:v>5.6</c:v>
                </c:pt>
                <c:pt idx="9233">
                  <c:v>7.7</c:v>
                </c:pt>
                <c:pt idx="9234">
                  <c:v>8</c:v>
                </c:pt>
                <c:pt idx="9235">
                  <c:v>6.9</c:v>
                </c:pt>
                <c:pt idx="9236">
                  <c:v>8.6999999999999993</c:v>
                </c:pt>
                <c:pt idx="9237">
                  <c:v>8.1</c:v>
                </c:pt>
                <c:pt idx="9238">
                  <c:v>4</c:v>
                </c:pt>
                <c:pt idx="9239">
                  <c:v>8.5</c:v>
                </c:pt>
                <c:pt idx="9240">
                  <c:v>5.0999999999999996</c:v>
                </c:pt>
                <c:pt idx="9241">
                  <c:v>9.4</c:v>
                </c:pt>
                <c:pt idx="9242">
                  <c:v>6.7</c:v>
                </c:pt>
                <c:pt idx="9243">
                  <c:v>6.7</c:v>
                </c:pt>
                <c:pt idx="9244">
                  <c:v>7.2</c:v>
                </c:pt>
                <c:pt idx="9245">
                  <c:v>6</c:v>
                </c:pt>
                <c:pt idx="9246">
                  <c:v>9.1999999999999993</c:v>
                </c:pt>
                <c:pt idx="9247">
                  <c:v>6.4</c:v>
                </c:pt>
                <c:pt idx="9248">
                  <c:v>4.5999999999999996</c:v>
                </c:pt>
                <c:pt idx="9249">
                  <c:v>5.5</c:v>
                </c:pt>
                <c:pt idx="9250">
                  <c:v>5.2</c:v>
                </c:pt>
                <c:pt idx="9251">
                  <c:v>9.5</c:v>
                </c:pt>
                <c:pt idx="9252">
                  <c:v>5.6</c:v>
                </c:pt>
                <c:pt idx="9253">
                  <c:v>9.8000000000000007</c:v>
                </c:pt>
                <c:pt idx="9254">
                  <c:v>5.0999999999999996</c:v>
                </c:pt>
                <c:pt idx="9255">
                  <c:v>6.3</c:v>
                </c:pt>
                <c:pt idx="9256">
                  <c:v>7</c:v>
                </c:pt>
                <c:pt idx="9257">
                  <c:v>5.7</c:v>
                </c:pt>
                <c:pt idx="9258">
                  <c:v>5</c:v>
                </c:pt>
                <c:pt idx="9259">
                  <c:v>8.8000000000000007</c:v>
                </c:pt>
                <c:pt idx="9260">
                  <c:v>9</c:v>
                </c:pt>
                <c:pt idx="9261">
                  <c:v>4.5</c:v>
                </c:pt>
                <c:pt idx="9262">
                  <c:v>9.9</c:v>
                </c:pt>
                <c:pt idx="9263">
                  <c:v>4.3</c:v>
                </c:pt>
                <c:pt idx="9264">
                  <c:v>8.3000000000000007</c:v>
                </c:pt>
                <c:pt idx="9265">
                  <c:v>9.6</c:v>
                </c:pt>
                <c:pt idx="9266">
                  <c:v>9.6999999999999993</c:v>
                </c:pt>
                <c:pt idx="9267">
                  <c:v>6</c:v>
                </c:pt>
                <c:pt idx="9268">
                  <c:v>5</c:v>
                </c:pt>
                <c:pt idx="9269">
                  <c:v>6</c:v>
                </c:pt>
                <c:pt idx="9270">
                  <c:v>7.7</c:v>
                </c:pt>
                <c:pt idx="9271">
                  <c:v>9.4</c:v>
                </c:pt>
                <c:pt idx="9272">
                  <c:v>9.6</c:v>
                </c:pt>
                <c:pt idx="9273">
                  <c:v>6.4</c:v>
                </c:pt>
                <c:pt idx="9274">
                  <c:v>7.8</c:v>
                </c:pt>
                <c:pt idx="9275">
                  <c:v>6.8</c:v>
                </c:pt>
                <c:pt idx="9276">
                  <c:v>7.3</c:v>
                </c:pt>
                <c:pt idx="9277">
                  <c:v>6.2</c:v>
                </c:pt>
                <c:pt idx="9278">
                  <c:v>5.3</c:v>
                </c:pt>
                <c:pt idx="9279">
                  <c:v>9.6</c:v>
                </c:pt>
                <c:pt idx="9280">
                  <c:v>9.4</c:v>
                </c:pt>
                <c:pt idx="9281">
                  <c:v>6.5</c:v>
                </c:pt>
                <c:pt idx="9282">
                  <c:v>5.4</c:v>
                </c:pt>
                <c:pt idx="9283">
                  <c:v>7.2</c:v>
                </c:pt>
                <c:pt idx="9284">
                  <c:v>7</c:v>
                </c:pt>
                <c:pt idx="9285">
                  <c:v>6</c:v>
                </c:pt>
                <c:pt idx="9286">
                  <c:v>5</c:v>
                </c:pt>
                <c:pt idx="9287">
                  <c:v>8.6</c:v>
                </c:pt>
                <c:pt idx="9288">
                  <c:v>5.2</c:v>
                </c:pt>
                <c:pt idx="9289">
                  <c:v>9</c:v>
                </c:pt>
                <c:pt idx="9290">
                  <c:v>6.9</c:v>
                </c:pt>
                <c:pt idx="9291">
                  <c:v>6.7</c:v>
                </c:pt>
                <c:pt idx="9292">
                  <c:v>6.9</c:v>
                </c:pt>
                <c:pt idx="9293">
                  <c:v>8.6</c:v>
                </c:pt>
                <c:pt idx="9294">
                  <c:v>9.4</c:v>
                </c:pt>
                <c:pt idx="9295">
                  <c:v>5.8</c:v>
                </c:pt>
                <c:pt idx="9296">
                  <c:v>6.8</c:v>
                </c:pt>
                <c:pt idx="9297">
                  <c:v>7.8</c:v>
                </c:pt>
                <c:pt idx="9298">
                  <c:v>9.5</c:v>
                </c:pt>
                <c:pt idx="9299">
                  <c:v>9.5</c:v>
                </c:pt>
                <c:pt idx="9300">
                  <c:v>7.9</c:v>
                </c:pt>
                <c:pt idx="9301">
                  <c:v>4</c:v>
                </c:pt>
                <c:pt idx="9302">
                  <c:v>6</c:v>
                </c:pt>
                <c:pt idx="9303">
                  <c:v>7.7</c:v>
                </c:pt>
                <c:pt idx="9304">
                  <c:v>5.6</c:v>
                </c:pt>
                <c:pt idx="9305">
                  <c:v>7.5</c:v>
                </c:pt>
                <c:pt idx="9306">
                  <c:v>9.1999999999999993</c:v>
                </c:pt>
                <c:pt idx="9307">
                  <c:v>10</c:v>
                </c:pt>
                <c:pt idx="9308">
                  <c:v>7.6</c:v>
                </c:pt>
                <c:pt idx="9309">
                  <c:v>4.5</c:v>
                </c:pt>
                <c:pt idx="9310">
                  <c:v>4.8</c:v>
                </c:pt>
                <c:pt idx="9311">
                  <c:v>9.1999999999999993</c:v>
                </c:pt>
                <c:pt idx="9312">
                  <c:v>7.3</c:v>
                </c:pt>
                <c:pt idx="9313">
                  <c:v>8.9</c:v>
                </c:pt>
                <c:pt idx="9314">
                  <c:v>6</c:v>
                </c:pt>
                <c:pt idx="9315">
                  <c:v>6.6</c:v>
                </c:pt>
                <c:pt idx="9316">
                  <c:v>5.7</c:v>
                </c:pt>
                <c:pt idx="9317">
                  <c:v>5</c:v>
                </c:pt>
                <c:pt idx="9318">
                  <c:v>7.7</c:v>
                </c:pt>
                <c:pt idx="9319">
                  <c:v>7.2</c:v>
                </c:pt>
                <c:pt idx="9320">
                  <c:v>5.4</c:v>
                </c:pt>
                <c:pt idx="9321">
                  <c:v>4.0999999999999996</c:v>
                </c:pt>
                <c:pt idx="9322">
                  <c:v>9.5</c:v>
                </c:pt>
                <c:pt idx="9323">
                  <c:v>6.9</c:v>
                </c:pt>
                <c:pt idx="9324">
                  <c:v>6.1</c:v>
                </c:pt>
                <c:pt idx="9325">
                  <c:v>9</c:v>
                </c:pt>
                <c:pt idx="9326">
                  <c:v>7.7</c:v>
                </c:pt>
                <c:pt idx="9327">
                  <c:v>9.6999999999999993</c:v>
                </c:pt>
                <c:pt idx="9328">
                  <c:v>8.3000000000000007</c:v>
                </c:pt>
                <c:pt idx="9329">
                  <c:v>5.8</c:v>
                </c:pt>
                <c:pt idx="9330">
                  <c:v>6.6</c:v>
                </c:pt>
                <c:pt idx="9331">
                  <c:v>5.5</c:v>
                </c:pt>
                <c:pt idx="9332">
                  <c:v>7.1</c:v>
                </c:pt>
                <c:pt idx="9333">
                  <c:v>6.5</c:v>
                </c:pt>
                <c:pt idx="9334">
                  <c:v>7.7</c:v>
                </c:pt>
                <c:pt idx="9335">
                  <c:v>6.5</c:v>
                </c:pt>
                <c:pt idx="9336">
                  <c:v>7</c:v>
                </c:pt>
                <c:pt idx="9337">
                  <c:v>8.1</c:v>
                </c:pt>
                <c:pt idx="9338">
                  <c:v>8.6999999999999993</c:v>
                </c:pt>
                <c:pt idx="9339">
                  <c:v>9.9</c:v>
                </c:pt>
                <c:pt idx="9340">
                  <c:v>7.4</c:v>
                </c:pt>
                <c:pt idx="9341">
                  <c:v>4.3</c:v>
                </c:pt>
                <c:pt idx="9342">
                  <c:v>4.5</c:v>
                </c:pt>
                <c:pt idx="9343">
                  <c:v>4.3</c:v>
                </c:pt>
                <c:pt idx="9344">
                  <c:v>5.5</c:v>
                </c:pt>
                <c:pt idx="9345">
                  <c:v>9.6</c:v>
                </c:pt>
                <c:pt idx="9346">
                  <c:v>6.3</c:v>
                </c:pt>
                <c:pt idx="9347">
                  <c:v>7.8</c:v>
                </c:pt>
                <c:pt idx="9348">
                  <c:v>5.8</c:v>
                </c:pt>
                <c:pt idx="9349">
                  <c:v>4.3</c:v>
                </c:pt>
                <c:pt idx="9350">
                  <c:v>7.5</c:v>
                </c:pt>
                <c:pt idx="9351">
                  <c:v>7.5</c:v>
                </c:pt>
                <c:pt idx="9352">
                  <c:v>4.3</c:v>
                </c:pt>
                <c:pt idx="9353">
                  <c:v>4.5999999999999996</c:v>
                </c:pt>
                <c:pt idx="9354">
                  <c:v>8.1</c:v>
                </c:pt>
                <c:pt idx="9355">
                  <c:v>6.6</c:v>
                </c:pt>
                <c:pt idx="9356">
                  <c:v>8.1</c:v>
                </c:pt>
                <c:pt idx="9357">
                  <c:v>8.1999999999999993</c:v>
                </c:pt>
                <c:pt idx="9358">
                  <c:v>9.4</c:v>
                </c:pt>
                <c:pt idx="9359">
                  <c:v>9.8000000000000007</c:v>
                </c:pt>
                <c:pt idx="9360">
                  <c:v>5.3</c:v>
                </c:pt>
                <c:pt idx="9361">
                  <c:v>5.4</c:v>
                </c:pt>
                <c:pt idx="9362">
                  <c:v>7.8</c:v>
                </c:pt>
                <c:pt idx="9363">
                  <c:v>6.5</c:v>
                </c:pt>
                <c:pt idx="9364">
                  <c:v>9.5</c:v>
                </c:pt>
                <c:pt idx="9365">
                  <c:v>5.5</c:v>
                </c:pt>
                <c:pt idx="9366">
                  <c:v>4.7</c:v>
                </c:pt>
                <c:pt idx="9367">
                  <c:v>8.8000000000000007</c:v>
                </c:pt>
                <c:pt idx="9368">
                  <c:v>8.9</c:v>
                </c:pt>
                <c:pt idx="9369">
                  <c:v>6.8</c:v>
                </c:pt>
                <c:pt idx="9370">
                  <c:v>9.5</c:v>
                </c:pt>
                <c:pt idx="9371">
                  <c:v>4.8</c:v>
                </c:pt>
                <c:pt idx="9372">
                  <c:v>6.3</c:v>
                </c:pt>
                <c:pt idx="9373">
                  <c:v>6.3</c:v>
                </c:pt>
                <c:pt idx="9374">
                  <c:v>8.3000000000000007</c:v>
                </c:pt>
                <c:pt idx="9375">
                  <c:v>8.3000000000000007</c:v>
                </c:pt>
                <c:pt idx="9376">
                  <c:v>7.1</c:v>
                </c:pt>
                <c:pt idx="9377">
                  <c:v>9.6999999999999993</c:v>
                </c:pt>
                <c:pt idx="9378">
                  <c:v>5.6</c:v>
                </c:pt>
                <c:pt idx="9379">
                  <c:v>6.4</c:v>
                </c:pt>
                <c:pt idx="9380">
                  <c:v>4.3</c:v>
                </c:pt>
                <c:pt idx="9381">
                  <c:v>6.8</c:v>
                </c:pt>
                <c:pt idx="9382">
                  <c:v>9</c:v>
                </c:pt>
                <c:pt idx="9383">
                  <c:v>4.2</c:v>
                </c:pt>
                <c:pt idx="9384">
                  <c:v>9.5</c:v>
                </c:pt>
                <c:pt idx="9385">
                  <c:v>8.9</c:v>
                </c:pt>
                <c:pt idx="9386">
                  <c:v>4.5</c:v>
                </c:pt>
                <c:pt idx="9387">
                  <c:v>7.7</c:v>
                </c:pt>
                <c:pt idx="9388">
                  <c:v>4.3</c:v>
                </c:pt>
                <c:pt idx="9389">
                  <c:v>6.9</c:v>
                </c:pt>
                <c:pt idx="9390">
                  <c:v>5.3</c:v>
                </c:pt>
                <c:pt idx="9391">
                  <c:v>4.0999999999999996</c:v>
                </c:pt>
                <c:pt idx="9392">
                  <c:v>9.6999999999999993</c:v>
                </c:pt>
                <c:pt idx="9393">
                  <c:v>7.5</c:v>
                </c:pt>
                <c:pt idx="9394">
                  <c:v>5.3</c:v>
                </c:pt>
                <c:pt idx="9395">
                  <c:v>8.4</c:v>
                </c:pt>
                <c:pt idx="9396">
                  <c:v>6.8</c:v>
                </c:pt>
                <c:pt idx="9397">
                  <c:v>9.1999999999999993</c:v>
                </c:pt>
                <c:pt idx="9398">
                  <c:v>5.0999999999999996</c:v>
                </c:pt>
                <c:pt idx="9399">
                  <c:v>4.9000000000000004</c:v>
                </c:pt>
                <c:pt idx="9400">
                  <c:v>7.2</c:v>
                </c:pt>
                <c:pt idx="9401">
                  <c:v>8.3000000000000007</c:v>
                </c:pt>
                <c:pt idx="9402">
                  <c:v>9</c:v>
                </c:pt>
                <c:pt idx="9403">
                  <c:v>8.6</c:v>
                </c:pt>
                <c:pt idx="9404">
                  <c:v>8.5</c:v>
                </c:pt>
                <c:pt idx="9405">
                  <c:v>7.7</c:v>
                </c:pt>
                <c:pt idx="9406">
                  <c:v>5.9</c:v>
                </c:pt>
                <c:pt idx="9407">
                  <c:v>7.6</c:v>
                </c:pt>
                <c:pt idx="9408">
                  <c:v>7.7</c:v>
                </c:pt>
                <c:pt idx="9409">
                  <c:v>8</c:v>
                </c:pt>
                <c:pt idx="9410">
                  <c:v>9.9</c:v>
                </c:pt>
                <c:pt idx="9411">
                  <c:v>9.1999999999999993</c:v>
                </c:pt>
                <c:pt idx="9412">
                  <c:v>4.4000000000000004</c:v>
                </c:pt>
                <c:pt idx="9413">
                  <c:v>4.2</c:v>
                </c:pt>
                <c:pt idx="9414">
                  <c:v>4</c:v>
                </c:pt>
                <c:pt idx="9415">
                  <c:v>4.0999999999999996</c:v>
                </c:pt>
                <c:pt idx="9416">
                  <c:v>5.0999999999999996</c:v>
                </c:pt>
                <c:pt idx="9417">
                  <c:v>5</c:v>
                </c:pt>
                <c:pt idx="9418">
                  <c:v>7.4</c:v>
                </c:pt>
                <c:pt idx="9419">
                  <c:v>6.2</c:v>
                </c:pt>
                <c:pt idx="9420">
                  <c:v>7.7</c:v>
                </c:pt>
                <c:pt idx="9421">
                  <c:v>7.7</c:v>
                </c:pt>
                <c:pt idx="9422">
                  <c:v>7.4</c:v>
                </c:pt>
                <c:pt idx="9423">
                  <c:v>7.1</c:v>
                </c:pt>
                <c:pt idx="9424">
                  <c:v>7.2</c:v>
                </c:pt>
                <c:pt idx="9425">
                  <c:v>7.5</c:v>
                </c:pt>
                <c:pt idx="9426">
                  <c:v>5.8</c:v>
                </c:pt>
                <c:pt idx="9427">
                  <c:v>8.3000000000000007</c:v>
                </c:pt>
                <c:pt idx="9428">
                  <c:v>9.4</c:v>
                </c:pt>
                <c:pt idx="9429">
                  <c:v>6.8</c:v>
                </c:pt>
                <c:pt idx="9430">
                  <c:v>8.4</c:v>
                </c:pt>
                <c:pt idx="9431">
                  <c:v>4.3</c:v>
                </c:pt>
                <c:pt idx="9432">
                  <c:v>4</c:v>
                </c:pt>
                <c:pt idx="9433">
                  <c:v>5.9</c:v>
                </c:pt>
                <c:pt idx="9434">
                  <c:v>8.9</c:v>
                </c:pt>
                <c:pt idx="9435">
                  <c:v>9.6999999999999993</c:v>
                </c:pt>
                <c:pt idx="9436">
                  <c:v>4</c:v>
                </c:pt>
                <c:pt idx="9437">
                  <c:v>6.2</c:v>
                </c:pt>
                <c:pt idx="9438">
                  <c:v>9.6</c:v>
                </c:pt>
                <c:pt idx="9439">
                  <c:v>6.8</c:v>
                </c:pt>
                <c:pt idx="9440">
                  <c:v>7.4</c:v>
                </c:pt>
                <c:pt idx="9441">
                  <c:v>5.3</c:v>
                </c:pt>
                <c:pt idx="9442">
                  <c:v>6.7</c:v>
                </c:pt>
                <c:pt idx="9443">
                  <c:v>7</c:v>
                </c:pt>
                <c:pt idx="9444">
                  <c:v>8.9</c:v>
                </c:pt>
                <c:pt idx="9445">
                  <c:v>7.1</c:v>
                </c:pt>
                <c:pt idx="9446">
                  <c:v>9.5</c:v>
                </c:pt>
                <c:pt idx="9447">
                  <c:v>7.9</c:v>
                </c:pt>
                <c:pt idx="9448">
                  <c:v>4.2</c:v>
                </c:pt>
                <c:pt idx="9449">
                  <c:v>7.2</c:v>
                </c:pt>
                <c:pt idx="9450">
                  <c:v>6.7</c:v>
                </c:pt>
                <c:pt idx="9451">
                  <c:v>9.6</c:v>
                </c:pt>
                <c:pt idx="9452">
                  <c:v>7.8</c:v>
                </c:pt>
                <c:pt idx="9453">
                  <c:v>9.6</c:v>
                </c:pt>
                <c:pt idx="9454">
                  <c:v>7.8</c:v>
                </c:pt>
                <c:pt idx="9455">
                  <c:v>9.1</c:v>
                </c:pt>
                <c:pt idx="9456">
                  <c:v>4.0999999999999996</c:v>
                </c:pt>
                <c:pt idx="9457">
                  <c:v>9.6</c:v>
                </c:pt>
                <c:pt idx="9458">
                  <c:v>5</c:v>
                </c:pt>
                <c:pt idx="9459">
                  <c:v>9.8000000000000007</c:v>
                </c:pt>
                <c:pt idx="9460">
                  <c:v>6.5</c:v>
                </c:pt>
                <c:pt idx="9461">
                  <c:v>5.8</c:v>
                </c:pt>
                <c:pt idx="9462">
                  <c:v>5.3</c:v>
                </c:pt>
                <c:pt idx="9463">
                  <c:v>9.4</c:v>
                </c:pt>
                <c:pt idx="9464">
                  <c:v>9.6</c:v>
                </c:pt>
                <c:pt idx="9465">
                  <c:v>4.5</c:v>
                </c:pt>
                <c:pt idx="9466">
                  <c:v>6.3</c:v>
                </c:pt>
                <c:pt idx="9467">
                  <c:v>5.8</c:v>
                </c:pt>
                <c:pt idx="9468">
                  <c:v>5.8</c:v>
                </c:pt>
                <c:pt idx="9469">
                  <c:v>4.4000000000000004</c:v>
                </c:pt>
                <c:pt idx="9470">
                  <c:v>9.6</c:v>
                </c:pt>
                <c:pt idx="9471">
                  <c:v>5.2</c:v>
                </c:pt>
                <c:pt idx="9472">
                  <c:v>9.6</c:v>
                </c:pt>
                <c:pt idx="9473">
                  <c:v>8.9</c:v>
                </c:pt>
                <c:pt idx="9474">
                  <c:v>4.5</c:v>
                </c:pt>
                <c:pt idx="9475">
                  <c:v>6.4</c:v>
                </c:pt>
                <c:pt idx="9476">
                  <c:v>9.1999999999999993</c:v>
                </c:pt>
                <c:pt idx="9477">
                  <c:v>6.5</c:v>
                </c:pt>
                <c:pt idx="9478">
                  <c:v>8.8000000000000007</c:v>
                </c:pt>
                <c:pt idx="9479">
                  <c:v>8.6999999999999993</c:v>
                </c:pt>
                <c:pt idx="9480">
                  <c:v>5.2</c:v>
                </c:pt>
                <c:pt idx="9481">
                  <c:v>6.2</c:v>
                </c:pt>
                <c:pt idx="9482">
                  <c:v>4.8</c:v>
                </c:pt>
                <c:pt idx="9483">
                  <c:v>6.1</c:v>
                </c:pt>
                <c:pt idx="9484">
                  <c:v>5</c:v>
                </c:pt>
                <c:pt idx="9485">
                  <c:v>9</c:v>
                </c:pt>
                <c:pt idx="9486">
                  <c:v>4.4000000000000004</c:v>
                </c:pt>
                <c:pt idx="9487">
                  <c:v>5</c:v>
                </c:pt>
                <c:pt idx="9488">
                  <c:v>6.5</c:v>
                </c:pt>
                <c:pt idx="9489">
                  <c:v>6.3</c:v>
                </c:pt>
                <c:pt idx="9490">
                  <c:v>6.6</c:v>
                </c:pt>
                <c:pt idx="9491">
                  <c:v>5.0999999999999996</c:v>
                </c:pt>
                <c:pt idx="9492">
                  <c:v>6.3</c:v>
                </c:pt>
                <c:pt idx="9493">
                  <c:v>5.9</c:v>
                </c:pt>
                <c:pt idx="9494">
                  <c:v>4.5999999999999996</c:v>
                </c:pt>
                <c:pt idx="9495">
                  <c:v>6.1</c:v>
                </c:pt>
                <c:pt idx="9496">
                  <c:v>5.7</c:v>
                </c:pt>
                <c:pt idx="9497">
                  <c:v>9.1999999999999993</c:v>
                </c:pt>
                <c:pt idx="9498">
                  <c:v>9.6</c:v>
                </c:pt>
                <c:pt idx="9499">
                  <c:v>8.3000000000000007</c:v>
                </c:pt>
                <c:pt idx="9500">
                  <c:v>6.1</c:v>
                </c:pt>
                <c:pt idx="9501">
                  <c:v>8.5</c:v>
                </c:pt>
                <c:pt idx="9502">
                  <c:v>6.3</c:v>
                </c:pt>
                <c:pt idx="9503">
                  <c:v>7.3</c:v>
                </c:pt>
                <c:pt idx="9504">
                  <c:v>8.1</c:v>
                </c:pt>
                <c:pt idx="9505">
                  <c:v>9.6</c:v>
                </c:pt>
                <c:pt idx="9506">
                  <c:v>8.9</c:v>
                </c:pt>
                <c:pt idx="9507">
                  <c:v>5.3</c:v>
                </c:pt>
                <c:pt idx="9508">
                  <c:v>9.6</c:v>
                </c:pt>
                <c:pt idx="9509">
                  <c:v>7.3</c:v>
                </c:pt>
                <c:pt idx="9510">
                  <c:v>9.1999999999999993</c:v>
                </c:pt>
                <c:pt idx="9511">
                  <c:v>7.4</c:v>
                </c:pt>
                <c:pt idx="9512">
                  <c:v>7.4</c:v>
                </c:pt>
                <c:pt idx="9513">
                  <c:v>5</c:v>
                </c:pt>
                <c:pt idx="9514">
                  <c:v>4.8</c:v>
                </c:pt>
                <c:pt idx="9515">
                  <c:v>9.9</c:v>
                </c:pt>
                <c:pt idx="9516">
                  <c:v>10</c:v>
                </c:pt>
                <c:pt idx="9517">
                  <c:v>10</c:v>
                </c:pt>
                <c:pt idx="9518">
                  <c:v>6.6</c:v>
                </c:pt>
                <c:pt idx="9519">
                  <c:v>8.4</c:v>
                </c:pt>
                <c:pt idx="9520">
                  <c:v>8.8000000000000007</c:v>
                </c:pt>
                <c:pt idx="9521">
                  <c:v>8.9</c:v>
                </c:pt>
                <c:pt idx="9522">
                  <c:v>5.3</c:v>
                </c:pt>
                <c:pt idx="9523">
                  <c:v>6.8</c:v>
                </c:pt>
                <c:pt idx="9524">
                  <c:v>7.7</c:v>
                </c:pt>
                <c:pt idx="9525">
                  <c:v>9.6999999999999993</c:v>
                </c:pt>
                <c:pt idx="9526">
                  <c:v>5.5</c:v>
                </c:pt>
                <c:pt idx="9527">
                  <c:v>5.4</c:v>
                </c:pt>
                <c:pt idx="9528">
                  <c:v>8.3000000000000007</c:v>
                </c:pt>
                <c:pt idx="9529">
                  <c:v>4.4000000000000004</c:v>
                </c:pt>
                <c:pt idx="9530">
                  <c:v>6.7</c:v>
                </c:pt>
                <c:pt idx="9531">
                  <c:v>9.1999999999999993</c:v>
                </c:pt>
                <c:pt idx="9532">
                  <c:v>6.2</c:v>
                </c:pt>
                <c:pt idx="9533">
                  <c:v>7.5</c:v>
                </c:pt>
                <c:pt idx="9534">
                  <c:v>7.6</c:v>
                </c:pt>
                <c:pt idx="9535">
                  <c:v>4</c:v>
                </c:pt>
                <c:pt idx="9536">
                  <c:v>4.8</c:v>
                </c:pt>
                <c:pt idx="9537">
                  <c:v>5.2</c:v>
                </c:pt>
                <c:pt idx="9538">
                  <c:v>9.5</c:v>
                </c:pt>
                <c:pt idx="9539">
                  <c:v>7.1</c:v>
                </c:pt>
                <c:pt idx="9540">
                  <c:v>4.3</c:v>
                </c:pt>
                <c:pt idx="9541">
                  <c:v>5.3</c:v>
                </c:pt>
                <c:pt idx="9542">
                  <c:v>5.8</c:v>
                </c:pt>
                <c:pt idx="9543">
                  <c:v>7.3</c:v>
                </c:pt>
                <c:pt idx="9544">
                  <c:v>5.8</c:v>
                </c:pt>
                <c:pt idx="9545">
                  <c:v>5.0999999999999996</c:v>
                </c:pt>
                <c:pt idx="9546">
                  <c:v>9</c:v>
                </c:pt>
                <c:pt idx="9547">
                  <c:v>4.9000000000000004</c:v>
                </c:pt>
                <c:pt idx="9548">
                  <c:v>5.7</c:v>
                </c:pt>
                <c:pt idx="9549">
                  <c:v>4.9000000000000004</c:v>
                </c:pt>
                <c:pt idx="9550">
                  <c:v>9.6999999999999993</c:v>
                </c:pt>
                <c:pt idx="9551">
                  <c:v>6.8</c:v>
                </c:pt>
                <c:pt idx="9552">
                  <c:v>6.1</c:v>
                </c:pt>
                <c:pt idx="9553">
                  <c:v>9.3000000000000007</c:v>
                </c:pt>
                <c:pt idx="9554">
                  <c:v>8.5</c:v>
                </c:pt>
                <c:pt idx="9555">
                  <c:v>4.5</c:v>
                </c:pt>
                <c:pt idx="9556">
                  <c:v>7.6</c:v>
                </c:pt>
                <c:pt idx="9557">
                  <c:v>4.4000000000000004</c:v>
                </c:pt>
                <c:pt idx="9558">
                  <c:v>8.1</c:v>
                </c:pt>
                <c:pt idx="9559">
                  <c:v>8.6999999999999993</c:v>
                </c:pt>
                <c:pt idx="9560">
                  <c:v>7.4</c:v>
                </c:pt>
                <c:pt idx="9561">
                  <c:v>8.3000000000000007</c:v>
                </c:pt>
                <c:pt idx="9562">
                  <c:v>5.3</c:v>
                </c:pt>
                <c:pt idx="9563">
                  <c:v>6.4</c:v>
                </c:pt>
                <c:pt idx="9564">
                  <c:v>7.2</c:v>
                </c:pt>
                <c:pt idx="9565">
                  <c:v>9.9</c:v>
                </c:pt>
                <c:pt idx="9566">
                  <c:v>7.3</c:v>
                </c:pt>
                <c:pt idx="9567">
                  <c:v>4</c:v>
                </c:pt>
                <c:pt idx="9568">
                  <c:v>7.3</c:v>
                </c:pt>
                <c:pt idx="9569">
                  <c:v>8</c:v>
                </c:pt>
                <c:pt idx="9570">
                  <c:v>4.0999999999999996</c:v>
                </c:pt>
                <c:pt idx="9571">
                  <c:v>7.6</c:v>
                </c:pt>
                <c:pt idx="9572">
                  <c:v>4.7</c:v>
                </c:pt>
                <c:pt idx="9573">
                  <c:v>5.3</c:v>
                </c:pt>
                <c:pt idx="9574">
                  <c:v>6.2</c:v>
                </c:pt>
                <c:pt idx="9575">
                  <c:v>5.4</c:v>
                </c:pt>
                <c:pt idx="9576">
                  <c:v>4.7</c:v>
                </c:pt>
                <c:pt idx="9577">
                  <c:v>5.8</c:v>
                </c:pt>
                <c:pt idx="9578">
                  <c:v>7.4</c:v>
                </c:pt>
                <c:pt idx="9579">
                  <c:v>7.5</c:v>
                </c:pt>
                <c:pt idx="9580">
                  <c:v>6.4</c:v>
                </c:pt>
                <c:pt idx="9581">
                  <c:v>8.5</c:v>
                </c:pt>
                <c:pt idx="9582">
                  <c:v>6</c:v>
                </c:pt>
                <c:pt idx="9583">
                  <c:v>8</c:v>
                </c:pt>
                <c:pt idx="9584">
                  <c:v>8.1999999999999993</c:v>
                </c:pt>
                <c:pt idx="9585">
                  <c:v>7</c:v>
                </c:pt>
                <c:pt idx="9586">
                  <c:v>7.3</c:v>
                </c:pt>
                <c:pt idx="9587">
                  <c:v>6</c:v>
                </c:pt>
                <c:pt idx="9588">
                  <c:v>4.7</c:v>
                </c:pt>
                <c:pt idx="9589">
                  <c:v>6.5</c:v>
                </c:pt>
                <c:pt idx="9590">
                  <c:v>7.9</c:v>
                </c:pt>
                <c:pt idx="9591">
                  <c:v>5.7</c:v>
                </c:pt>
                <c:pt idx="9592">
                  <c:v>7.3</c:v>
                </c:pt>
                <c:pt idx="9593">
                  <c:v>5.6</c:v>
                </c:pt>
                <c:pt idx="9594">
                  <c:v>8.3000000000000007</c:v>
                </c:pt>
                <c:pt idx="9595">
                  <c:v>5.9</c:v>
                </c:pt>
                <c:pt idx="9596">
                  <c:v>10</c:v>
                </c:pt>
                <c:pt idx="9597">
                  <c:v>9.6999999999999993</c:v>
                </c:pt>
                <c:pt idx="9598">
                  <c:v>4.9000000000000004</c:v>
                </c:pt>
                <c:pt idx="9599">
                  <c:v>4.4000000000000004</c:v>
                </c:pt>
                <c:pt idx="9600">
                  <c:v>7.8</c:v>
                </c:pt>
                <c:pt idx="9601">
                  <c:v>4.3</c:v>
                </c:pt>
                <c:pt idx="9602">
                  <c:v>5.4</c:v>
                </c:pt>
                <c:pt idx="9603">
                  <c:v>4.5999999999999996</c:v>
                </c:pt>
                <c:pt idx="9604">
                  <c:v>7.4</c:v>
                </c:pt>
                <c:pt idx="9605">
                  <c:v>5.6</c:v>
                </c:pt>
                <c:pt idx="9606">
                  <c:v>5</c:v>
                </c:pt>
                <c:pt idx="9607">
                  <c:v>8.1</c:v>
                </c:pt>
                <c:pt idx="9608">
                  <c:v>9.1999999999999993</c:v>
                </c:pt>
                <c:pt idx="9609">
                  <c:v>4.8</c:v>
                </c:pt>
                <c:pt idx="9610">
                  <c:v>8.1999999999999993</c:v>
                </c:pt>
                <c:pt idx="9611">
                  <c:v>6.4</c:v>
                </c:pt>
                <c:pt idx="9612">
                  <c:v>7.6</c:v>
                </c:pt>
                <c:pt idx="9613">
                  <c:v>8.6</c:v>
                </c:pt>
                <c:pt idx="9614">
                  <c:v>6.5</c:v>
                </c:pt>
                <c:pt idx="9615">
                  <c:v>9.3000000000000007</c:v>
                </c:pt>
                <c:pt idx="9616">
                  <c:v>5.9</c:v>
                </c:pt>
                <c:pt idx="9617">
                  <c:v>5.9</c:v>
                </c:pt>
                <c:pt idx="9618">
                  <c:v>8.1</c:v>
                </c:pt>
                <c:pt idx="9619">
                  <c:v>6.8</c:v>
                </c:pt>
                <c:pt idx="9620">
                  <c:v>8.4</c:v>
                </c:pt>
                <c:pt idx="9621">
                  <c:v>4.5</c:v>
                </c:pt>
                <c:pt idx="9622">
                  <c:v>5.9</c:v>
                </c:pt>
                <c:pt idx="9623">
                  <c:v>5.9</c:v>
                </c:pt>
                <c:pt idx="9624">
                  <c:v>8.5</c:v>
                </c:pt>
                <c:pt idx="9625">
                  <c:v>5</c:v>
                </c:pt>
                <c:pt idx="9626">
                  <c:v>6.1</c:v>
                </c:pt>
                <c:pt idx="9627">
                  <c:v>9.9</c:v>
                </c:pt>
                <c:pt idx="9628">
                  <c:v>7.4</c:v>
                </c:pt>
                <c:pt idx="9629">
                  <c:v>9.6</c:v>
                </c:pt>
                <c:pt idx="9630">
                  <c:v>7.4</c:v>
                </c:pt>
                <c:pt idx="9631">
                  <c:v>6.2</c:v>
                </c:pt>
                <c:pt idx="9632">
                  <c:v>5.9</c:v>
                </c:pt>
                <c:pt idx="9633">
                  <c:v>5.0999999999999996</c:v>
                </c:pt>
                <c:pt idx="9634">
                  <c:v>9.4</c:v>
                </c:pt>
                <c:pt idx="9635">
                  <c:v>7.2</c:v>
                </c:pt>
                <c:pt idx="9636">
                  <c:v>4.5999999999999996</c:v>
                </c:pt>
                <c:pt idx="9637">
                  <c:v>7.5</c:v>
                </c:pt>
                <c:pt idx="9638">
                  <c:v>9.6999999999999993</c:v>
                </c:pt>
                <c:pt idx="9639">
                  <c:v>5.2</c:v>
                </c:pt>
                <c:pt idx="9640">
                  <c:v>7.1</c:v>
                </c:pt>
                <c:pt idx="9641">
                  <c:v>9.5</c:v>
                </c:pt>
                <c:pt idx="9642">
                  <c:v>5.4</c:v>
                </c:pt>
                <c:pt idx="9643">
                  <c:v>4</c:v>
                </c:pt>
                <c:pt idx="9644">
                  <c:v>7.4</c:v>
                </c:pt>
                <c:pt idx="9645">
                  <c:v>6.4</c:v>
                </c:pt>
                <c:pt idx="9646">
                  <c:v>5.3</c:v>
                </c:pt>
                <c:pt idx="9647">
                  <c:v>7.4</c:v>
                </c:pt>
                <c:pt idx="9648">
                  <c:v>6.4</c:v>
                </c:pt>
                <c:pt idx="9649">
                  <c:v>4.7</c:v>
                </c:pt>
                <c:pt idx="9650">
                  <c:v>9.5</c:v>
                </c:pt>
                <c:pt idx="9651">
                  <c:v>6.8</c:v>
                </c:pt>
                <c:pt idx="9652">
                  <c:v>8.8000000000000007</c:v>
                </c:pt>
                <c:pt idx="9653">
                  <c:v>4.7</c:v>
                </c:pt>
                <c:pt idx="9654">
                  <c:v>5.5</c:v>
                </c:pt>
                <c:pt idx="9655">
                  <c:v>9.3000000000000007</c:v>
                </c:pt>
                <c:pt idx="9656">
                  <c:v>4.2</c:v>
                </c:pt>
                <c:pt idx="9657">
                  <c:v>6.2</c:v>
                </c:pt>
                <c:pt idx="9658">
                  <c:v>9</c:v>
                </c:pt>
                <c:pt idx="9659">
                  <c:v>5.2</c:v>
                </c:pt>
                <c:pt idx="9660">
                  <c:v>5</c:v>
                </c:pt>
                <c:pt idx="9661">
                  <c:v>6.1</c:v>
                </c:pt>
                <c:pt idx="9662">
                  <c:v>4.2</c:v>
                </c:pt>
                <c:pt idx="9663">
                  <c:v>4.9000000000000004</c:v>
                </c:pt>
                <c:pt idx="9664">
                  <c:v>8.1999999999999993</c:v>
                </c:pt>
                <c:pt idx="9665">
                  <c:v>5.6</c:v>
                </c:pt>
                <c:pt idx="9666">
                  <c:v>7.8</c:v>
                </c:pt>
                <c:pt idx="9667">
                  <c:v>9.3000000000000007</c:v>
                </c:pt>
                <c:pt idx="9668">
                  <c:v>6.2</c:v>
                </c:pt>
                <c:pt idx="9669">
                  <c:v>8.8000000000000007</c:v>
                </c:pt>
                <c:pt idx="9670">
                  <c:v>8.9</c:v>
                </c:pt>
                <c:pt idx="9671">
                  <c:v>6.3</c:v>
                </c:pt>
                <c:pt idx="9672">
                  <c:v>6.5</c:v>
                </c:pt>
                <c:pt idx="9673">
                  <c:v>4.4000000000000004</c:v>
                </c:pt>
                <c:pt idx="9674">
                  <c:v>7</c:v>
                </c:pt>
                <c:pt idx="9675">
                  <c:v>4.9000000000000004</c:v>
                </c:pt>
                <c:pt idx="9676">
                  <c:v>9.6999999999999993</c:v>
                </c:pt>
                <c:pt idx="9677">
                  <c:v>8.8000000000000007</c:v>
                </c:pt>
                <c:pt idx="9678">
                  <c:v>7.4</c:v>
                </c:pt>
                <c:pt idx="9679">
                  <c:v>4.5999999999999996</c:v>
                </c:pt>
                <c:pt idx="9680">
                  <c:v>4.0999999999999996</c:v>
                </c:pt>
                <c:pt idx="9681">
                  <c:v>9.5</c:v>
                </c:pt>
                <c:pt idx="9682">
                  <c:v>5.6</c:v>
                </c:pt>
                <c:pt idx="9683">
                  <c:v>8.6</c:v>
                </c:pt>
                <c:pt idx="9684">
                  <c:v>4.7</c:v>
                </c:pt>
                <c:pt idx="9685">
                  <c:v>7.2</c:v>
                </c:pt>
                <c:pt idx="9686">
                  <c:v>9.4</c:v>
                </c:pt>
                <c:pt idx="9687">
                  <c:v>6.1</c:v>
                </c:pt>
                <c:pt idx="9688">
                  <c:v>7.6</c:v>
                </c:pt>
                <c:pt idx="9689">
                  <c:v>9.1</c:v>
                </c:pt>
                <c:pt idx="9690">
                  <c:v>5</c:v>
                </c:pt>
                <c:pt idx="9691">
                  <c:v>6.4</c:v>
                </c:pt>
                <c:pt idx="9692">
                  <c:v>9.3000000000000007</c:v>
                </c:pt>
                <c:pt idx="9693">
                  <c:v>4.7</c:v>
                </c:pt>
                <c:pt idx="9694">
                  <c:v>7</c:v>
                </c:pt>
                <c:pt idx="9695">
                  <c:v>4.7</c:v>
                </c:pt>
                <c:pt idx="9696">
                  <c:v>9.8000000000000007</c:v>
                </c:pt>
                <c:pt idx="9697">
                  <c:v>7.8</c:v>
                </c:pt>
                <c:pt idx="9698">
                  <c:v>4.3</c:v>
                </c:pt>
                <c:pt idx="9699">
                  <c:v>7.4</c:v>
                </c:pt>
                <c:pt idx="9700">
                  <c:v>4.0999999999999996</c:v>
                </c:pt>
                <c:pt idx="9701">
                  <c:v>9.5</c:v>
                </c:pt>
                <c:pt idx="9702">
                  <c:v>5.9</c:v>
                </c:pt>
                <c:pt idx="9703">
                  <c:v>7.4</c:v>
                </c:pt>
                <c:pt idx="9704">
                  <c:v>6.4</c:v>
                </c:pt>
                <c:pt idx="9705">
                  <c:v>5.7</c:v>
                </c:pt>
                <c:pt idx="9706">
                  <c:v>9.1999999999999993</c:v>
                </c:pt>
                <c:pt idx="9707">
                  <c:v>5.4</c:v>
                </c:pt>
                <c:pt idx="9708">
                  <c:v>9.3000000000000007</c:v>
                </c:pt>
                <c:pt idx="9709">
                  <c:v>9</c:v>
                </c:pt>
                <c:pt idx="9710">
                  <c:v>5.5</c:v>
                </c:pt>
                <c:pt idx="9711">
                  <c:v>8.9</c:v>
                </c:pt>
                <c:pt idx="9712">
                  <c:v>4.5</c:v>
                </c:pt>
                <c:pt idx="9713">
                  <c:v>7.8</c:v>
                </c:pt>
                <c:pt idx="9714">
                  <c:v>7.4</c:v>
                </c:pt>
                <c:pt idx="9715">
                  <c:v>4.3</c:v>
                </c:pt>
                <c:pt idx="9716">
                  <c:v>4.5</c:v>
                </c:pt>
                <c:pt idx="9717">
                  <c:v>5</c:v>
                </c:pt>
                <c:pt idx="9718">
                  <c:v>4.7</c:v>
                </c:pt>
                <c:pt idx="9719">
                  <c:v>8.4</c:v>
                </c:pt>
                <c:pt idx="9720">
                  <c:v>8.3000000000000007</c:v>
                </c:pt>
                <c:pt idx="9721">
                  <c:v>5.3</c:v>
                </c:pt>
                <c:pt idx="9722">
                  <c:v>5.5</c:v>
                </c:pt>
                <c:pt idx="9723">
                  <c:v>4.4000000000000004</c:v>
                </c:pt>
                <c:pt idx="9724">
                  <c:v>6.4</c:v>
                </c:pt>
                <c:pt idx="9725">
                  <c:v>9.4</c:v>
                </c:pt>
                <c:pt idx="9726">
                  <c:v>7.6</c:v>
                </c:pt>
                <c:pt idx="9727">
                  <c:v>8.6</c:v>
                </c:pt>
                <c:pt idx="9728">
                  <c:v>4.4000000000000004</c:v>
                </c:pt>
                <c:pt idx="9729">
                  <c:v>8.6999999999999993</c:v>
                </c:pt>
                <c:pt idx="9730">
                  <c:v>8.6999999999999993</c:v>
                </c:pt>
                <c:pt idx="9731">
                  <c:v>8.1</c:v>
                </c:pt>
                <c:pt idx="9732">
                  <c:v>4.3</c:v>
                </c:pt>
                <c:pt idx="9733">
                  <c:v>8.9</c:v>
                </c:pt>
                <c:pt idx="9734">
                  <c:v>4.9000000000000004</c:v>
                </c:pt>
                <c:pt idx="9735">
                  <c:v>6.3</c:v>
                </c:pt>
                <c:pt idx="9736">
                  <c:v>9.5</c:v>
                </c:pt>
                <c:pt idx="9737">
                  <c:v>8.4</c:v>
                </c:pt>
                <c:pt idx="9738">
                  <c:v>8.6</c:v>
                </c:pt>
                <c:pt idx="9739">
                  <c:v>6.3</c:v>
                </c:pt>
                <c:pt idx="9740">
                  <c:v>4.8</c:v>
                </c:pt>
                <c:pt idx="9741">
                  <c:v>5.5</c:v>
                </c:pt>
                <c:pt idx="9742">
                  <c:v>6.4</c:v>
                </c:pt>
                <c:pt idx="9743">
                  <c:v>4.7</c:v>
                </c:pt>
                <c:pt idx="9744">
                  <c:v>8.6</c:v>
                </c:pt>
                <c:pt idx="9745">
                  <c:v>5.8</c:v>
                </c:pt>
                <c:pt idx="9746">
                  <c:v>7.1</c:v>
                </c:pt>
                <c:pt idx="9747">
                  <c:v>9.4</c:v>
                </c:pt>
                <c:pt idx="9748">
                  <c:v>4.2</c:v>
                </c:pt>
                <c:pt idx="9749">
                  <c:v>4.0999999999999996</c:v>
                </c:pt>
                <c:pt idx="9750">
                  <c:v>5.9</c:v>
                </c:pt>
                <c:pt idx="9751">
                  <c:v>5.4</c:v>
                </c:pt>
                <c:pt idx="9752">
                  <c:v>7.1</c:v>
                </c:pt>
                <c:pt idx="9753">
                  <c:v>7.9</c:v>
                </c:pt>
                <c:pt idx="9754">
                  <c:v>9.8000000000000007</c:v>
                </c:pt>
                <c:pt idx="9755">
                  <c:v>8.8000000000000007</c:v>
                </c:pt>
                <c:pt idx="9756">
                  <c:v>8.1</c:v>
                </c:pt>
                <c:pt idx="9757">
                  <c:v>5.8</c:v>
                </c:pt>
                <c:pt idx="9758">
                  <c:v>9.1999999999999993</c:v>
                </c:pt>
                <c:pt idx="9759">
                  <c:v>7.2</c:v>
                </c:pt>
                <c:pt idx="9760">
                  <c:v>5.7</c:v>
                </c:pt>
                <c:pt idx="9761">
                  <c:v>5.5</c:v>
                </c:pt>
                <c:pt idx="9762">
                  <c:v>6.6</c:v>
                </c:pt>
                <c:pt idx="9763">
                  <c:v>7.6</c:v>
                </c:pt>
                <c:pt idx="9764">
                  <c:v>6</c:v>
                </c:pt>
                <c:pt idx="9765">
                  <c:v>7.6</c:v>
                </c:pt>
                <c:pt idx="9766">
                  <c:v>7.3</c:v>
                </c:pt>
                <c:pt idx="9767">
                  <c:v>8.8000000000000007</c:v>
                </c:pt>
                <c:pt idx="9768">
                  <c:v>9.1</c:v>
                </c:pt>
                <c:pt idx="9769">
                  <c:v>9.1</c:v>
                </c:pt>
                <c:pt idx="9770">
                  <c:v>7.4</c:v>
                </c:pt>
                <c:pt idx="9771">
                  <c:v>9.4</c:v>
                </c:pt>
                <c:pt idx="9772">
                  <c:v>5.7</c:v>
                </c:pt>
                <c:pt idx="9773">
                  <c:v>7</c:v>
                </c:pt>
                <c:pt idx="9774">
                  <c:v>5.2</c:v>
                </c:pt>
                <c:pt idx="9775">
                  <c:v>8.4</c:v>
                </c:pt>
                <c:pt idx="9776">
                  <c:v>9.6999999999999993</c:v>
                </c:pt>
                <c:pt idx="9777">
                  <c:v>7.4</c:v>
                </c:pt>
                <c:pt idx="9778">
                  <c:v>8.1999999999999993</c:v>
                </c:pt>
                <c:pt idx="9779">
                  <c:v>9.1999999999999993</c:v>
                </c:pt>
                <c:pt idx="9780">
                  <c:v>9.5</c:v>
                </c:pt>
                <c:pt idx="9781">
                  <c:v>7.9</c:v>
                </c:pt>
                <c:pt idx="9782">
                  <c:v>4.5</c:v>
                </c:pt>
                <c:pt idx="9783">
                  <c:v>4.3</c:v>
                </c:pt>
                <c:pt idx="9784">
                  <c:v>7.9</c:v>
                </c:pt>
                <c:pt idx="9785">
                  <c:v>5.4</c:v>
                </c:pt>
                <c:pt idx="9786">
                  <c:v>4.7</c:v>
                </c:pt>
                <c:pt idx="9787">
                  <c:v>8.5</c:v>
                </c:pt>
                <c:pt idx="9788">
                  <c:v>9.9</c:v>
                </c:pt>
                <c:pt idx="9789">
                  <c:v>6.1</c:v>
                </c:pt>
                <c:pt idx="9790">
                  <c:v>4.7</c:v>
                </c:pt>
                <c:pt idx="9791">
                  <c:v>9.3000000000000007</c:v>
                </c:pt>
                <c:pt idx="9792">
                  <c:v>8.5</c:v>
                </c:pt>
                <c:pt idx="9793">
                  <c:v>5.7</c:v>
                </c:pt>
                <c:pt idx="9794">
                  <c:v>8.6</c:v>
                </c:pt>
                <c:pt idx="9795">
                  <c:v>5.8</c:v>
                </c:pt>
                <c:pt idx="9796">
                  <c:v>6.8</c:v>
                </c:pt>
                <c:pt idx="9797">
                  <c:v>7</c:v>
                </c:pt>
                <c:pt idx="9798">
                  <c:v>8.9</c:v>
                </c:pt>
                <c:pt idx="9799">
                  <c:v>5.7</c:v>
                </c:pt>
                <c:pt idx="9800">
                  <c:v>5.0999999999999996</c:v>
                </c:pt>
                <c:pt idx="9801">
                  <c:v>9.1999999999999993</c:v>
                </c:pt>
                <c:pt idx="9802">
                  <c:v>6.5</c:v>
                </c:pt>
                <c:pt idx="9803">
                  <c:v>4.8</c:v>
                </c:pt>
                <c:pt idx="9804">
                  <c:v>8.6999999999999993</c:v>
                </c:pt>
                <c:pt idx="9805">
                  <c:v>7.6</c:v>
                </c:pt>
                <c:pt idx="9806">
                  <c:v>9.6</c:v>
                </c:pt>
                <c:pt idx="9807">
                  <c:v>8.1999999999999993</c:v>
                </c:pt>
                <c:pt idx="9808">
                  <c:v>4.5</c:v>
                </c:pt>
                <c:pt idx="9809">
                  <c:v>5.5</c:v>
                </c:pt>
                <c:pt idx="9810">
                  <c:v>9.3000000000000007</c:v>
                </c:pt>
                <c:pt idx="9811">
                  <c:v>6.2</c:v>
                </c:pt>
                <c:pt idx="9812">
                  <c:v>6.7</c:v>
                </c:pt>
                <c:pt idx="9813">
                  <c:v>4.4000000000000004</c:v>
                </c:pt>
                <c:pt idx="9814">
                  <c:v>7.4</c:v>
                </c:pt>
                <c:pt idx="9815">
                  <c:v>8.6</c:v>
                </c:pt>
                <c:pt idx="9816">
                  <c:v>6.4</c:v>
                </c:pt>
                <c:pt idx="9817">
                  <c:v>5.7</c:v>
                </c:pt>
                <c:pt idx="9818">
                  <c:v>8.5</c:v>
                </c:pt>
                <c:pt idx="9819">
                  <c:v>9.8000000000000007</c:v>
                </c:pt>
                <c:pt idx="9820">
                  <c:v>9.3000000000000007</c:v>
                </c:pt>
                <c:pt idx="9821">
                  <c:v>9.4</c:v>
                </c:pt>
                <c:pt idx="9822">
                  <c:v>8</c:v>
                </c:pt>
                <c:pt idx="9823">
                  <c:v>7.5</c:v>
                </c:pt>
                <c:pt idx="9824">
                  <c:v>4.0999999999999996</c:v>
                </c:pt>
                <c:pt idx="9825">
                  <c:v>5.6</c:v>
                </c:pt>
                <c:pt idx="9826">
                  <c:v>4.0999999999999996</c:v>
                </c:pt>
                <c:pt idx="9827">
                  <c:v>9.6</c:v>
                </c:pt>
                <c:pt idx="9828">
                  <c:v>5.4</c:v>
                </c:pt>
                <c:pt idx="9829">
                  <c:v>7.9</c:v>
                </c:pt>
                <c:pt idx="9830">
                  <c:v>8.6</c:v>
                </c:pt>
                <c:pt idx="9831">
                  <c:v>9.5</c:v>
                </c:pt>
                <c:pt idx="9832">
                  <c:v>4.7</c:v>
                </c:pt>
                <c:pt idx="9833">
                  <c:v>4.8</c:v>
                </c:pt>
                <c:pt idx="9834">
                  <c:v>9.1</c:v>
                </c:pt>
                <c:pt idx="9835">
                  <c:v>9.1</c:v>
                </c:pt>
                <c:pt idx="9836">
                  <c:v>4</c:v>
                </c:pt>
                <c:pt idx="9837">
                  <c:v>7.2</c:v>
                </c:pt>
                <c:pt idx="9838">
                  <c:v>8.3000000000000007</c:v>
                </c:pt>
                <c:pt idx="9839">
                  <c:v>9.8000000000000007</c:v>
                </c:pt>
                <c:pt idx="9840">
                  <c:v>6.5</c:v>
                </c:pt>
                <c:pt idx="9841">
                  <c:v>4.9000000000000004</c:v>
                </c:pt>
                <c:pt idx="9842">
                  <c:v>8.4</c:v>
                </c:pt>
                <c:pt idx="9843">
                  <c:v>9.4</c:v>
                </c:pt>
                <c:pt idx="9844">
                  <c:v>9.6999999999999993</c:v>
                </c:pt>
                <c:pt idx="9845">
                  <c:v>8</c:v>
                </c:pt>
                <c:pt idx="9846">
                  <c:v>9.5</c:v>
                </c:pt>
                <c:pt idx="9847">
                  <c:v>9</c:v>
                </c:pt>
                <c:pt idx="9848">
                  <c:v>6.7</c:v>
                </c:pt>
                <c:pt idx="9849">
                  <c:v>6</c:v>
                </c:pt>
                <c:pt idx="9850">
                  <c:v>7.2</c:v>
                </c:pt>
                <c:pt idx="9851">
                  <c:v>6.8</c:v>
                </c:pt>
                <c:pt idx="9852">
                  <c:v>5</c:v>
                </c:pt>
                <c:pt idx="9853">
                  <c:v>7.7</c:v>
                </c:pt>
                <c:pt idx="9854">
                  <c:v>5.6</c:v>
                </c:pt>
                <c:pt idx="9855">
                  <c:v>7.1</c:v>
                </c:pt>
                <c:pt idx="9856">
                  <c:v>9.4</c:v>
                </c:pt>
                <c:pt idx="9857">
                  <c:v>5.6</c:v>
                </c:pt>
                <c:pt idx="9858">
                  <c:v>9.4</c:v>
                </c:pt>
                <c:pt idx="9859">
                  <c:v>8.9</c:v>
                </c:pt>
                <c:pt idx="9860">
                  <c:v>4.3</c:v>
                </c:pt>
                <c:pt idx="9861">
                  <c:v>4.3</c:v>
                </c:pt>
                <c:pt idx="9862">
                  <c:v>7.8</c:v>
                </c:pt>
                <c:pt idx="9863">
                  <c:v>9.1999999999999993</c:v>
                </c:pt>
                <c:pt idx="9864">
                  <c:v>5.2</c:v>
                </c:pt>
                <c:pt idx="9865">
                  <c:v>8.9</c:v>
                </c:pt>
                <c:pt idx="9866">
                  <c:v>8.8000000000000007</c:v>
                </c:pt>
                <c:pt idx="9867">
                  <c:v>7.7</c:v>
                </c:pt>
                <c:pt idx="9868">
                  <c:v>4.7</c:v>
                </c:pt>
                <c:pt idx="9869">
                  <c:v>9.1999999999999993</c:v>
                </c:pt>
                <c:pt idx="9870">
                  <c:v>8.6</c:v>
                </c:pt>
                <c:pt idx="9871">
                  <c:v>4.8</c:v>
                </c:pt>
                <c:pt idx="9872">
                  <c:v>8.9</c:v>
                </c:pt>
                <c:pt idx="9873">
                  <c:v>4.3</c:v>
                </c:pt>
                <c:pt idx="9874">
                  <c:v>9.9</c:v>
                </c:pt>
                <c:pt idx="9875">
                  <c:v>5.4</c:v>
                </c:pt>
                <c:pt idx="9876">
                  <c:v>6.1</c:v>
                </c:pt>
                <c:pt idx="9877">
                  <c:v>6.5</c:v>
                </c:pt>
                <c:pt idx="9878">
                  <c:v>5.0999999999999996</c:v>
                </c:pt>
                <c:pt idx="9879">
                  <c:v>7.2</c:v>
                </c:pt>
                <c:pt idx="9880">
                  <c:v>4.9000000000000004</c:v>
                </c:pt>
                <c:pt idx="9881">
                  <c:v>6.6</c:v>
                </c:pt>
                <c:pt idx="9882">
                  <c:v>6.2</c:v>
                </c:pt>
                <c:pt idx="9883">
                  <c:v>9.1</c:v>
                </c:pt>
                <c:pt idx="9884">
                  <c:v>6.1</c:v>
                </c:pt>
                <c:pt idx="9885">
                  <c:v>9.8000000000000007</c:v>
                </c:pt>
                <c:pt idx="9886">
                  <c:v>4.0999999999999996</c:v>
                </c:pt>
                <c:pt idx="9887">
                  <c:v>8</c:v>
                </c:pt>
                <c:pt idx="9888">
                  <c:v>4.2</c:v>
                </c:pt>
                <c:pt idx="9889">
                  <c:v>5.5</c:v>
                </c:pt>
                <c:pt idx="9890">
                  <c:v>9.8000000000000007</c:v>
                </c:pt>
                <c:pt idx="9891">
                  <c:v>4.5999999999999996</c:v>
                </c:pt>
                <c:pt idx="9892">
                  <c:v>6.6</c:v>
                </c:pt>
                <c:pt idx="9893">
                  <c:v>5.5</c:v>
                </c:pt>
                <c:pt idx="9894">
                  <c:v>8.6</c:v>
                </c:pt>
                <c:pt idx="9895">
                  <c:v>7.2</c:v>
                </c:pt>
                <c:pt idx="9896">
                  <c:v>5.9</c:v>
                </c:pt>
                <c:pt idx="9897">
                  <c:v>7.7</c:v>
                </c:pt>
                <c:pt idx="9898">
                  <c:v>4.7</c:v>
                </c:pt>
                <c:pt idx="9899">
                  <c:v>7.1</c:v>
                </c:pt>
                <c:pt idx="9900">
                  <c:v>4.5999999999999996</c:v>
                </c:pt>
                <c:pt idx="9901">
                  <c:v>8.5</c:v>
                </c:pt>
                <c:pt idx="9902">
                  <c:v>4.5999999999999996</c:v>
                </c:pt>
                <c:pt idx="9903">
                  <c:v>4.0999999999999996</c:v>
                </c:pt>
                <c:pt idx="9904">
                  <c:v>6.7</c:v>
                </c:pt>
                <c:pt idx="9905">
                  <c:v>5.9</c:v>
                </c:pt>
                <c:pt idx="9906">
                  <c:v>4.7</c:v>
                </c:pt>
                <c:pt idx="9907">
                  <c:v>7.9</c:v>
                </c:pt>
                <c:pt idx="9908">
                  <c:v>9.4</c:v>
                </c:pt>
                <c:pt idx="9909">
                  <c:v>7.9</c:v>
                </c:pt>
                <c:pt idx="9910">
                  <c:v>9.8000000000000007</c:v>
                </c:pt>
                <c:pt idx="9911">
                  <c:v>6.8</c:v>
                </c:pt>
                <c:pt idx="9912">
                  <c:v>8.6</c:v>
                </c:pt>
                <c:pt idx="9913">
                  <c:v>7.8</c:v>
                </c:pt>
                <c:pt idx="9914">
                  <c:v>9.1999999999999993</c:v>
                </c:pt>
                <c:pt idx="9915">
                  <c:v>5.9</c:v>
                </c:pt>
                <c:pt idx="9916">
                  <c:v>5.9</c:v>
                </c:pt>
                <c:pt idx="9917">
                  <c:v>8.4</c:v>
                </c:pt>
                <c:pt idx="9918">
                  <c:v>8.5</c:v>
                </c:pt>
                <c:pt idx="9919">
                  <c:v>6.6</c:v>
                </c:pt>
                <c:pt idx="9920">
                  <c:v>8.4</c:v>
                </c:pt>
                <c:pt idx="9921">
                  <c:v>9.4</c:v>
                </c:pt>
                <c:pt idx="9922">
                  <c:v>8.6</c:v>
                </c:pt>
                <c:pt idx="9923">
                  <c:v>7.2</c:v>
                </c:pt>
                <c:pt idx="9924">
                  <c:v>4.3</c:v>
                </c:pt>
                <c:pt idx="9925">
                  <c:v>4.8</c:v>
                </c:pt>
                <c:pt idx="9926">
                  <c:v>9.6</c:v>
                </c:pt>
                <c:pt idx="9927">
                  <c:v>5.4</c:v>
                </c:pt>
                <c:pt idx="9928">
                  <c:v>4.3</c:v>
                </c:pt>
                <c:pt idx="9929">
                  <c:v>8.9</c:v>
                </c:pt>
                <c:pt idx="9930">
                  <c:v>5.2</c:v>
                </c:pt>
                <c:pt idx="9931">
                  <c:v>5.0999999999999996</c:v>
                </c:pt>
                <c:pt idx="9932">
                  <c:v>6.3</c:v>
                </c:pt>
                <c:pt idx="9933">
                  <c:v>4.8</c:v>
                </c:pt>
                <c:pt idx="9934">
                  <c:v>6.8</c:v>
                </c:pt>
                <c:pt idx="9935">
                  <c:v>7.1</c:v>
                </c:pt>
                <c:pt idx="9936">
                  <c:v>4.0999999999999996</c:v>
                </c:pt>
                <c:pt idx="9937">
                  <c:v>5.5</c:v>
                </c:pt>
                <c:pt idx="9938">
                  <c:v>8.5</c:v>
                </c:pt>
                <c:pt idx="9939">
                  <c:v>5.3</c:v>
                </c:pt>
                <c:pt idx="9940">
                  <c:v>7.4</c:v>
                </c:pt>
                <c:pt idx="9941">
                  <c:v>4.3</c:v>
                </c:pt>
                <c:pt idx="9942">
                  <c:v>6.8</c:v>
                </c:pt>
                <c:pt idx="9943">
                  <c:v>4.8</c:v>
                </c:pt>
                <c:pt idx="9944">
                  <c:v>9.9</c:v>
                </c:pt>
                <c:pt idx="9945">
                  <c:v>4.3</c:v>
                </c:pt>
                <c:pt idx="9946">
                  <c:v>9.6</c:v>
                </c:pt>
                <c:pt idx="9947">
                  <c:v>5.6</c:v>
                </c:pt>
                <c:pt idx="9948">
                  <c:v>9.5</c:v>
                </c:pt>
                <c:pt idx="9949">
                  <c:v>9.5</c:v>
                </c:pt>
                <c:pt idx="9950">
                  <c:v>5.8</c:v>
                </c:pt>
                <c:pt idx="9951">
                  <c:v>4.9000000000000004</c:v>
                </c:pt>
                <c:pt idx="9952">
                  <c:v>8.6999999999999993</c:v>
                </c:pt>
                <c:pt idx="9953">
                  <c:v>6.4</c:v>
                </c:pt>
                <c:pt idx="9954">
                  <c:v>9</c:v>
                </c:pt>
                <c:pt idx="9955">
                  <c:v>9.1999999999999993</c:v>
                </c:pt>
                <c:pt idx="9956">
                  <c:v>6.7</c:v>
                </c:pt>
                <c:pt idx="9957">
                  <c:v>9.6999999999999993</c:v>
                </c:pt>
                <c:pt idx="9958">
                  <c:v>6.4</c:v>
                </c:pt>
                <c:pt idx="9959">
                  <c:v>5.0999999999999996</c:v>
                </c:pt>
                <c:pt idx="9960">
                  <c:v>8</c:v>
                </c:pt>
                <c:pt idx="9961">
                  <c:v>8.3000000000000007</c:v>
                </c:pt>
                <c:pt idx="9962">
                  <c:v>4.3</c:v>
                </c:pt>
                <c:pt idx="9963">
                  <c:v>6.9</c:v>
                </c:pt>
                <c:pt idx="9964">
                  <c:v>7.9</c:v>
                </c:pt>
                <c:pt idx="9965">
                  <c:v>6.9</c:v>
                </c:pt>
                <c:pt idx="9966">
                  <c:v>9.1</c:v>
                </c:pt>
                <c:pt idx="9967">
                  <c:v>6.4</c:v>
                </c:pt>
                <c:pt idx="9968">
                  <c:v>6.3</c:v>
                </c:pt>
                <c:pt idx="9969">
                  <c:v>7.4</c:v>
                </c:pt>
                <c:pt idx="9970">
                  <c:v>7.1</c:v>
                </c:pt>
                <c:pt idx="9971">
                  <c:v>5.6</c:v>
                </c:pt>
                <c:pt idx="9972">
                  <c:v>8.3000000000000007</c:v>
                </c:pt>
                <c:pt idx="9973">
                  <c:v>9.1999999999999993</c:v>
                </c:pt>
                <c:pt idx="9974">
                  <c:v>9.1</c:v>
                </c:pt>
                <c:pt idx="9975">
                  <c:v>5.6</c:v>
                </c:pt>
                <c:pt idx="9976">
                  <c:v>9.6</c:v>
                </c:pt>
                <c:pt idx="9977">
                  <c:v>8.3000000000000007</c:v>
                </c:pt>
                <c:pt idx="9978">
                  <c:v>7.8</c:v>
                </c:pt>
                <c:pt idx="9979">
                  <c:v>7.7</c:v>
                </c:pt>
                <c:pt idx="9980">
                  <c:v>6.7</c:v>
                </c:pt>
                <c:pt idx="9981">
                  <c:v>6.7</c:v>
                </c:pt>
                <c:pt idx="9982">
                  <c:v>5.4</c:v>
                </c:pt>
                <c:pt idx="9983">
                  <c:v>8.6</c:v>
                </c:pt>
                <c:pt idx="9984">
                  <c:v>4.0999999999999996</c:v>
                </c:pt>
                <c:pt idx="9985">
                  <c:v>4.7</c:v>
                </c:pt>
                <c:pt idx="9986">
                  <c:v>6.7</c:v>
                </c:pt>
                <c:pt idx="9987">
                  <c:v>9</c:v>
                </c:pt>
                <c:pt idx="9988">
                  <c:v>6.2</c:v>
                </c:pt>
                <c:pt idx="9989">
                  <c:v>7.1</c:v>
                </c:pt>
                <c:pt idx="9990">
                  <c:v>4.2</c:v>
                </c:pt>
                <c:pt idx="9991">
                  <c:v>8.1999999999999993</c:v>
                </c:pt>
                <c:pt idx="9992">
                  <c:v>9.9</c:v>
                </c:pt>
                <c:pt idx="9993">
                  <c:v>6</c:v>
                </c:pt>
                <c:pt idx="9994">
                  <c:v>9.4</c:v>
                </c:pt>
                <c:pt idx="9995">
                  <c:v>6.6</c:v>
                </c:pt>
                <c:pt idx="9996">
                  <c:v>6.9</c:v>
                </c:pt>
                <c:pt idx="9997">
                  <c:v>4.0999999999999996</c:v>
                </c:pt>
                <c:pt idx="9998">
                  <c:v>9.1999999999999993</c:v>
                </c:pt>
                <c:pt idx="9999">
                  <c:v>9.9</c:v>
                </c:pt>
                <c:pt idx="10000">
                  <c:v>9.3000000000000007</c:v>
                </c:pt>
                <c:pt idx="10001">
                  <c:v>7.3</c:v>
                </c:pt>
                <c:pt idx="10002">
                  <c:v>6.6</c:v>
                </c:pt>
                <c:pt idx="10003">
                  <c:v>5.6</c:v>
                </c:pt>
                <c:pt idx="10004">
                  <c:v>6.9</c:v>
                </c:pt>
                <c:pt idx="10005">
                  <c:v>9.6</c:v>
                </c:pt>
                <c:pt idx="10006">
                  <c:v>9.3000000000000007</c:v>
                </c:pt>
                <c:pt idx="10007">
                  <c:v>7</c:v>
                </c:pt>
                <c:pt idx="10008">
                  <c:v>4.7</c:v>
                </c:pt>
                <c:pt idx="10009">
                  <c:v>6.2</c:v>
                </c:pt>
                <c:pt idx="10010">
                  <c:v>5.9</c:v>
                </c:pt>
                <c:pt idx="10011">
                  <c:v>9.6999999999999993</c:v>
                </c:pt>
                <c:pt idx="10012">
                  <c:v>8.4</c:v>
                </c:pt>
                <c:pt idx="10013">
                  <c:v>7.9</c:v>
                </c:pt>
                <c:pt idx="10014">
                  <c:v>9.6</c:v>
                </c:pt>
                <c:pt idx="10015">
                  <c:v>6.7</c:v>
                </c:pt>
                <c:pt idx="10016">
                  <c:v>4.0999999999999996</c:v>
                </c:pt>
                <c:pt idx="10017">
                  <c:v>5.5</c:v>
                </c:pt>
                <c:pt idx="10018">
                  <c:v>6.9</c:v>
                </c:pt>
                <c:pt idx="10019">
                  <c:v>5.2</c:v>
                </c:pt>
                <c:pt idx="10020">
                  <c:v>4</c:v>
                </c:pt>
                <c:pt idx="10021">
                  <c:v>9.6</c:v>
                </c:pt>
                <c:pt idx="10022">
                  <c:v>8.3000000000000007</c:v>
                </c:pt>
                <c:pt idx="10023">
                  <c:v>9.8000000000000007</c:v>
                </c:pt>
                <c:pt idx="10024">
                  <c:v>7.6</c:v>
                </c:pt>
                <c:pt idx="10025">
                  <c:v>4.5999999999999996</c:v>
                </c:pt>
                <c:pt idx="10026">
                  <c:v>5.0999999999999996</c:v>
                </c:pt>
                <c:pt idx="10027">
                  <c:v>5.7</c:v>
                </c:pt>
                <c:pt idx="10028">
                  <c:v>5.7</c:v>
                </c:pt>
                <c:pt idx="10029">
                  <c:v>5.4</c:v>
                </c:pt>
                <c:pt idx="10030">
                  <c:v>6.8</c:v>
                </c:pt>
                <c:pt idx="10031">
                  <c:v>9.1</c:v>
                </c:pt>
                <c:pt idx="10032">
                  <c:v>9.6</c:v>
                </c:pt>
                <c:pt idx="10033">
                  <c:v>8.6</c:v>
                </c:pt>
                <c:pt idx="10034">
                  <c:v>4.2</c:v>
                </c:pt>
                <c:pt idx="10035">
                  <c:v>4</c:v>
                </c:pt>
                <c:pt idx="10036">
                  <c:v>9.6999999999999993</c:v>
                </c:pt>
                <c:pt idx="10037">
                  <c:v>6.6</c:v>
                </c:pt>
                <c:pt idx="10038">
                  <c:v>5.4</c:v>
                </c:pt>
                <c:pt idx="10039">
                  <c:v>9</c:v>
                </c:pt>
                <c:pt idx="10040">
                  <c:v>5.7</c:v>
                </c:pt>
                <c:pt idx="10041">
                  <c:v>9.3000000000000007</c:v>
                </c:pt>
                <c:pt idx="10042">
                  <c:v>8.3000000000000007</c:v>
                </c:pt>
                <c:pt idx="10043">
                  <c:v>9.6</c:v>
                </c:pt>
                <c:pt idx="10044">
                  <c:v>4.5</c:v>
                </c:pt>
                <c:pt idx="10045">
                  <c:v>4.7</c:v>
                </c:pt>
                <c:pt idx="10046">
                  <c:v>8</c:v>
                </c:pt>
                <c:pt idx="10047">
                  <c:v>6.4</c:v>
                </c:pt>
                <c:pt idx="10048">
                  <c:v>9.6</c:v>
                </c:pt>
                <c:pt idx="10049">
                  <c:v>5.6</c:v>
                </c:pt>
                <c:pt idx="10050">
                  <c:v>8.9</c:v>
                </c:pt>
                <c:pt idx="10051">
                  <c:v>9.6999999999999993</c:v>
                </c:pt>
                <c:pt idx="10052">
                  <c:v>7</c:v>
                </c:pt>
                <c:pt idx="10053">
                  <c:v>7.2</c:v>
                </c:pt>
                <c:pt idx="10054">
                  <c:v>5.0999999999999996</c:v>
                </c:pt>
                <c:pt idx="10055">
                  <c:v>4.7</c:v>
                </c:pt>
                <c:pt idx="10056">
                  <c:v>6.9</c:v>
                </c:pt>
                <c:pt idx="10057">
                  <c:v>5</c:v>
                </c:pt>
                <c:pt idx="10058">
                  <c:v>4.9000000000000004</c:v>
                </c:pt>
                <c:pt idx="10059">
                  <c:v>4.8</c:v>
                </c:pt>
                <c:pt idx="10060">
                  <c:v>9.6999999999999993</c:v>
                </c:pt>
                <c:pt idx="10061">
                  <c:v>5.5</c:v>
                </c:pt>
                <c:pt idx="10062">
                  <c:v>5.6</c:v>
                </c:pt>
                <c:pt idx="10063">
                  <c:v>6.5</c:v>
                </c:pt>
                <c:pt idx="10064">
                  <c:v>9.4</c:v>
                </c:pt>
                <c:pt idx="10065">
                  <c:v>9.4</c:v>
                </c:pt>
                <c:pt idx="10066">
                  <c:v>8.4</c:v>
                </c:pt>
                <c:pt idx="10067">
                  <c:v>8.1</c:v>
                </c:pt>
                <c:pt idx="10068">
                  <c:v>9.8000000000000007</c:v>
                </c:pt>
                <c:pt idx="10069">
                  <c:v>7.6</c:v>
                </c:pt>
                <c:pt idx="10070">
                  <c:v>4.8</c:v>
                </c:pt>
                <c:pt idx="10071">
                  <c:v>8.3000000000000007</c:v>
                </c:pt>
                <c:pt idx="10072">
                  <c:v>5.9</c:v>
                </c:pt>
                <c:pt idx="10073">
                  <c:v>6.8</c:v>
                </c:pt>
                <c:pt idx="10074">
                  <c:v>7.8</c:v>
                </c:pt>
                <c:pt idx="10075">
                  <c:v>4.5</c:v>
                </c:pt>
                <c:pt idx="10076">
                  <c:v>4.8</c:v>
                </c:pt>
                <c:pt idx="10077">
                  <c:v>5.9</c:v>
                </c:pt>
                <c:pt idx="10078">
                  <c:v>9.6</c:v>
                </c:pt>
                <c:pt idx="10079">
                  <c:v>8.4</c:v>
                </c:pt>
                <c:pt idx="10080">
                  <c:v>6.8</c:v>
                </c:pt>
                <c:pt idx="10081">
                  <c:v>6.3</c:v>
                </c:pt>
                <c:pt idx="10082">
                  <c:v>6.9</c:v>
                </c:pt>
                <c:pt idx="10083">
                  <c:v>9.3000000000000007</c:v>
                </c:pt>
                <c:pt idx="10084">
                  <c:v>7.7</c:v>
                </c:pt>
                <c:pt idx="10085">
                  <c:v>5.4</c:v>
                </c:pt>
                <c:pt idx="10086">
                  <c:v>9.9</c:v>
                </c:pt>
                <c:pt idx="10087">
                  <c:v>8.1999999999999993</c:v>
                </c:pt>
                <c:pt idx="10088">
                  <c:v>7.9</c:v>
                </c:pt>
                <c:pt idx="10089">
                  <c:v>4.8</c:v>
                </c:pt>
                <c:pt idx="10090">
                  <c:v>6.8</c:v>
                </c:pt>
                <c:pt idx="10091">
                  <c:v>5</c:v>
                </c:pt>
                <c:pt idx="10092">
                  <c:v>5.6</c:v>
                </c:pt>
                <c:pt idx="10093">
                  <c:v>6.4</c:v>
                </c:pt>
                <c:pt idx="10094">
                  <c:v>8.6</c:v>
                </c:pt>
                <c:pt idx="10095">
                  <c:v>9.4</c:v>
                </c:pt>
                <c:pt idx="10096">
                  <c:v>6.1</c:v>
                </c:pt>
                <c:pt idx="10097">
                  <c:v>4.2</c:v>
                </c:pt>
                <c:pt idx="10098">
                  <c:v>6.3</c:v>
                </c:pt>
                <c:pt idx="10099">
                  <c:v>4.7</c:v>
                </c:pt>
                <c:pt idx="10100">
                  <c:v>6</c:v>
                </c:pt>
                <c:pt idx="10101">
                  <c:v>10</c:v>
                </c:pt>
                <c:pt idx="10102">
                  <c:v>6.6</c:v>
                </c:pt>
                <c:pt idx="10103">
                  <c:v>6.5</c:v>
                </c:pt>
                <c:pt idx="10104">
                  <c:v>5.4</c:v>
                </c:pt>
                <c:pt idx="10105">
                  <c:v>8.8000000000000007</c:v>
                </c:pt>
                <c:pt idx="10106">
                  <c:v>9.1</c:v>
                </c:pt>
                <c:pt idx="10107">
                  <c:v>8.8000000000000007</c:v>
                </c:pt>
                <c:pt idx="10108">
                  <c:v>7.6</c:v>
                </c:pt>
                <c:pt idx="10109">
                  <c:v>9.6999999999999993</c:v>
                </c:pt>
                <c:pt idx="10110">
                  <c:v>4.9000000000000004</c:v>
                </c:pt>
                <c:pt idx="10111">
                  <c:v>7.4</c:v>
                </c:pt>
                <c:pt idx="10112">
                  <c:v>4.7</c:v>
                </c:pt>
                <c:pt idx="10113">
                  <c:v>6.4</c:v>
                </c:pt>
                <c:pt idx="10114">
                  <c:v>9.8000000000000007</c:v>
                </c:pt>
                <c:pt idx="10115">
                  <c:v>9.1999999999999993</c:v>
                </c:pt>
                <c:pt idx="10116">
                  <c:v>8.1999999999999993</c:v>
                </c:pt>
                <c:pt idx="10117">
                  <c:v>8.8000000000000007</c:v>
                </c:pt>
                <c:pt idx="10118">
                  <c:v>4.5999999999999996</c:v>
                </c:pt>
                <c:pt idx="10119">
                  <c:v>4.4000000000000004</c:v>
                </c:pt>
                <c:pt idx="10120">
                  <c:v>6.2</c:v>
                </c:pt>
                <c:pt idx="10121">
                  <c:v>4.9000000000000004</c:v>
                </c:pt>
                <c:pt idx="10122">
                  <c:v>8.6</c:v>
                </c:pt>
                <c:pt idx="10123">
                  <c:v>7.8</c:v>
                </c:pt>
                <c:pt idx="10124">
                  <c:v>7.9</c:v>
                </c:pt>
                <c:pt idx="10125">
                  <c:v>6</c:v>
                </c:pt>
                <c:pt idx="10126">
                  <c:v>7.8</c:v>
                </c:pt>
                <c:pt idx="10127">
                  <c:v>9.1</c:v>
                </c:pt>
                <c:pt idx="10128">
                  <c:v>9.6</c:v>
                </c:pt>
                <c:pt idx="10129">
                  <c:v>9.5</c:v>
                </c:pt>
                <c:pt idx="10130">
                  <c:v>7.3</c:v>
                </c:pt>
                <c:pt idx="10131">
                  <c:v>9.3000000000000007</c:v>
                </c:pt>
                <c:pt idx="10132">
                  <c:v>10</c:v>
                </c:pt>
                <c:pt idx="10133">
                  <c:v>6.6</c:v>
                </c:pt>
                <c:pt idx="10134">
                  <c:v>9.1999999999999993</c:v>
                </c:pt>
                <c:pt idx="10135">
                  <c:v>7.3</c:v>
                </c:pt>
                <c:pt idx="10136">
                  <c:v>4.0999999999999996</c:v>
                </c:pt>
                <c:pt idx="10137">
                  <c:v>8.1</c:v>
                </c:pt>
                <c:pt idx="10138">
                  <c:v>9.9</c:v>
                </c:pt>
                <c:pt idx="10139">
                  <c:v>9.5</c:v>
                </c:pt>
                <c:pt idx="10140">
                  <c:v>7.8</c:v>
                </c:pt>
                <c:pt idx="10141">
                  <c:v>4.8</c:v>
                </c:pt>
                <c:pt idx="10142">
                  <c:v>8.1</c:v>
                </c:pt>
                <c:pt idx="10143">
                  <c:v>9.6999999999999993</c:v>
                </c:pt>
                <c:pt idx="10144">
                  <c:v>8.6</c:v>
                </c:pt>
                <c:pt idx="10145">
                  <c:v>6.2</c:v>
                </c:pt>
                <c:pt idx="10146">
                  <c:v>9.9</c:v>
                </c:pt>
                <c:pt idx="10147">
                  <c:v>5.6</c:v>
                </c:pt>
                <c:pt idx="10148">
                  <c:v>6.7</c:v>
                </c:pt>
                <c:pt idx="10149">
                  <c:v>6.7</c:v>
                </c:pt>
                <c:pt idx="10150">
                  <c:v>4.4000000000000004</c:v>
                </c:pt>
                <c:pt idx="10151">
                  <c:v>6.9</c:v>
                </c:pt>
                <c:pt idx="10152">
                  <c:v>9.5</c:v>
                </c:pt>
                <c:pt idx="10153">
                  <c:v>8.5</c:v>
                </c:pt>
                <c:pt idx="10154">
                  <c:v>6</c:v>
                </c:pt>
                <c:pt idx="10155">
                  <c:v>9.3000000000000007</c:v>
                </c:pt>
                <c:pt idx="10156">
                  <c:v>9</c:v>
                </c:pt>
                <c:pt idx="10157">
                  <c:v>6.7</c:v>
                </c:pt>
                <c:pt idx="10158">
                  <c:v>8.1</c:v>
                </c:pt>
                <c:pt idx="10159">
                  <c:v>5.8</c:v>
                </c:pt>
                <c:pt idx="10160">
                  <c:v>6.2</c:v>
                </c:pt>
                <c:pt idx="10161">
                  <c:v>5.4</c:v>
                </c:pt>
                <c:pt idx="10162">
                  <c:v>7.1</c:v>
                </c:pt>
                <c:pt idx="10163">
                  <c:v>7.7</c:v>
                </c:pt>
                <c:pt idx="10164">
                  <c:v>8.6</c:v>
                </c:pt>
                <c:pt idx="10165">
                  <c:v>5.0999999999999996</c:v>
                </c:pt>
                <c:pt idx="10166">
                  <c:v>7.1</c:v>
                </c:pt>
                <c:pt idx="10167">
                  <c:v>7.9</c:v>
                </c:pt>
                <c:pt idx="10168">
                  <c:v>8.4</c:v>
                </c:pt>
                <c:pt idx="10169">
                  <c:v>10</c:v>
                </c:pt>
                <c:pt idx="10170">
                  <c:v>4.8</c:v>
                </c:pt>
                <c:pt idx="10171">
                  <c:v>7.2</c:v>
                </c:pt>
                <c:pt idx="10172">
                  <c:v>7.8</c:v>
                </c:pt>
                <c:pt idx="10173">
                  <c:v>8.8000000000000007</c:v>
                </c:pt>
                <c:pt idx="10174">
                  <c:v>4.4000000000000004</c:v>
                </c:pt>
                <c:pt idx="10175">
                  <c:v>4.3</c:v>
                </c:pt>
                <c:pt idx="10176">
                  <c:v>8</c:v>
                </c:pt>
                <c:pt idx="10177">
                  <c:v>8.4</c:v>
                </c:pt>
                <c:pt idx="10178">
                  <c:v>4.3</c:v>
                </c:pt>
                <c:pt idx="10179">
                  <c:v>6.4</c:v>
                </c:pt>
                <c:pt idx="10180">
                  <c:v>6.4</c:v>
                </c:pt>
                <c:pt idx="10181">
                  <c:v>4.0999999999999996</c:v>
                </c:pt>
                <c:pt idx="10182">
                  <c:v>8.8000000000000007</c:v>
                </c:pt>
                <c:pt idx="10183">
                  <c:v>4.3</c:v>
                </c:pt>
                <c:pt idx="10184">
                  <c:v>5.4</c:v>
                </c:pt>
                <c:pt idx="10185">
                  <c:v>5.8</c:v>
                </c:pt>
                <c:pt idx="10186">
                  <c:v>7</c:v>
                </c:pt>
                <c:pt idx="10187">
                  <c:v>5.8</c:v>
                </c:pt>
                <c:pt idx="10188">
                  <c:v>7.4</c:v>
                </c:pt>
                <c:pt idx="10189">
                  <c:v>6.3</c:v>
                </c:pt>
                <c:pt idx="10190">
                  <c:v>6.9</c:v>
                </c:pt>
                <c:pt idx="10191">
                  <c:v>5</c:v>
                </c:pt>
                <c:pt idx="10192">
                  <c:v>6.7</c:v>
                </c:pt>
                <c:pt idx="10193">
                  <c:v>8.3000000000000007</c:v>
                </c:pt>
                <c:pt idx="10194">
                  <c:v>6.4</c:v>
                </c:pt>
                <c:pt idx="10195">
                  <c:v>6.2</c:v>
                </c:pt>
                <c:pt idx="10196">
                  <c:v>7.2</c:v>
                </c:pt>
                <c:pt idx="10197">
                  <c:v>7.3</c:v>
                </c:pt>
                <c:pt idx="10198">
                  <c:v>7</c:v>
                </c:pt>
                <c:pt idx="10199">
                  <c:v>4.8</c:v>
                </c:pt>
                <c:pt idx="10200">
                  <c:v>6.7</c:v>
                </c:pt>
                <c:pt idx="10201">
                  <c:v>7.8</c:v>
                </c:pt>
                <c:pt idx="10202">
                  <c:v>6.7</c:v>
                </c:pt>
                <c:pt idx="10203">
                  <c:v>5.4</c:v>
                </c:pt>
                <c:pt idx="10204">
                  <c:v>5.7</c:v>
                </c:pt>
                <c:pt idx="10205">
                  <c:v>9.1</c:v>
                </c:pt>
                <c:pt idx="10206">
                  <c:v>4.3</c:v>
                </c:pt>
                <c:pt idx="10207">
                  <c:v>7.3</c:v>
                </c:pt>
                <c:pt idx="10208">
                  <c:v>9.6999999999999993</c:v>
                </c:pt>
                <c:pt idx="10209">
                  <c:v>7.6</c:v>
                </c:pt>
                <c:pt idx="10210">
                  <c:v>9.1999999999999993</c:v>
                </c:pt>
                <c:pt idx="10211">
                  <c:v>4.5</c:v>
                </c:pt>
                <c:pt idx="10212">
                  <c:v>9.8000000000000007</c:v>
                </c:pt>
                <c:pt idx="10213">
                  <c:v>5.9</c:v>
                </c:pt>
                <c:pt idx="10214">
                  <c:v>6</c:v>
                </c:pt>
                <c:pt idx="10215">
                  <c:v>7.6</c:v>
                </c:pt>
                <c:pt idx="10216">
                  <c:v>4.7</c:v>
                </c:pt>
                <c:pt idx="10217">
                  <c:v>6.6</c:v>
                </c:pt>
                <c:pt idx="10218">
                  <c:v>9.5</c:v>
                </c:pt>
                <c:pt idx="10219">
                  <c:v>6.5</c:v>
                </c:pt>
                <c:pt idx="10220">
                  <c:v>5</c:v>
                </c:pt>
                <c:pt idx="10221">
                  <c:v>8.1</c:v>
                </c:pt>
                <c:pt idx="10222">
                  <c:v>5.3</c:v>
                </c:pt>
                <c:pt idx="10223">
                  <c:v>9.1999999999999993</c:v>
                </c:pt>
                <c:pt idx="10224">
                  <c:v>6.8</c:v>
                </c:pt>
                <c:pt idx="10225">
                  <c:v>8.3000000000000007</c:v>
                </c:pt>
                <c:pt idx="10226">
                  <c:v>4.2</c:v>
                </c:pt>
                <c:pt idx="10227">
                  <c:v>8.1999999999999993</c:v>
                </c:pt>
                <c:pt idx="10228">
                  <c:v>9.1</c:v>
                </c:pt>
                <c:pt idx="10229">
                  <c:v>6.3</c:v>
                </c:pt>
                <c:pt idx="10230">
                  <c:v>7.3</c:v>
                </c:pt>
                <c:pt idx="10231">
                  <c:v>5.2</c:v>
                </c:pt>
                <c:pt idx="10232">
                  <c:v>5</c:v>
                </c:pt>
                <c:pt idx="10233">
                  <c:v>9.9</c:v>
                </c:pt>
                <c:pt idx="10234">
                  <c:v>4.5999999999999996</c:v>
                </c:pt>
                <c:pt idx="10235">
                  <c:v>8.6</c:v>
                </c:pt>
                <c:pt idx="10236">
                  <c:v>4.5999999999999996</c:v>
                </c:pt>
                <c:pt idx="10237">
                  <c:v>6.9</c:v>
                </c:pt>
                <c:pt idx="10238">
                  <c:v>4.5</c:v>
                </c:pt>
                <c:pt idx="10239">
                  <c:v>8.1</c:v>
                </c:pt>
                <c:pt idx="10240">
                  <c:v>9.8000000000000007</c:v>
                </c:pt>
                <c:pt idx="10241">
                  <c:v>9.6</c:v>
                </c:pt>
                <c:pt idx="10242">
                  <c:v>5.8</c:v>
                </c:pt>
                <c:pt idx="10243">
                  <c:v>6.2</c:v>
                </c:pt>
                <c:pt idx="10244">
                  <c:v>4.0999999999999996</c:v>
                </c:pt>
                <c:pt idx="10245">
                  <c:v>8.1999999999999993</c:v>
                </c:pt>
                <c:pt idx="10246">
                  <c:v>4.7</c:v>
                </c:pt>
                <c:pt idx="10247">
                  <c:v>7.7</c:v>
                </c:pt>
                <c:pt idx="10248">
                  <c:v>4.5999999999999996</c:v>
                </c:pt>
                <c:pt idx="10249">
                  <c:v>8</c:v>
                </c:pt>
                <c:pt idx="10250">
                  <c:v>6.7</c:v>
                </c:pt>
                <c:pt idx="10251">
                  <c:v>5.2</c:v>
                </c:pt>
                <c:pt idx="10252">
                  <c:v>7.2</c:v>
                </c:pt>
                <c:pt idx="10253">
                  <c:v>5.8</c:v>
                </c:pt>
                <c:pt idx="10254">
                  <c:v>6.2</c:v>
                </c:pt>
                <c:pt idx="10255">
                  <c:v>9.9</c:v>
                </c:pt>
                <c:pt idx="10256">
                  <c:v>9.5</c:v>
                </c:pt>
                <c:pt idx="10257">
                  <c:v>7.4</c:v>
                </c:pt>
                <c:pt idx="10258">
                  <c:v>6.8</c:v>
                </c:pt>
                <c:pt idx="10259">
                  <c:v>5.9</c:v>
                </c:pt>
                <c:pt idx="10260">
                  <c:v>7.8</c:v>
                </c:pt>
                <c:pt idx="10261">
                  <c:v>6.9</c:v>
                </c:pt>
                <c:pt idx="10262">
                  <c:v>8.8000000000000007</c:v>
                </c:pt>
                <c:pt idx="10263">
                  <c:v>9.4</c:v>
                </c:pt>
                <c:pt idx="10264">
                  <c:v>6.8</c:v>
                </c:pt>
                <c:pt idx="10265">
                  <c:v>8.5</c:v>
                </c:pt>
                <c:pt idx="10266">
                  <c:v>8</c:v>
                </c:pt>
                <c:pt idx="10267">
                  <c:v>4.4000000000000004</c:v>
                </c:pt>
                <c:pt idx="10268">
                  <c:v>7.3</c:v>
                </c:pt>
                <c:pt idx="10269">
                  <c:v>9.9</c:v>
                </c:pt>
                <c:pt idx="10270">
                  <c:v>6.7</c:v>
                </c:pt>
                <c:pt idx="10271">
                  <c:v>7.6</c:v>
                </c:pt>
                <c:pt idx="10272">
                  <c:v>5.9</c:v>
                </c:pt>
                <c:pt idx="10273">
                  <c:v>8.3000000000000007</c:v>
                </c:pt>
                <c:pt idx="10274">
                  <c:v>9.6999999999999993</c:v>
                </c:pt>
                <c:pt idx="10275">
                  <c:v>6.1</c:v>
                </c:pt>
                <c:pt idx="10276">
                  <c:v>8.4</c:v>
                </c:pt>
                <c:pt idx="10277">
                  <c:v>8.3000000000000007</c:v>
                </c:pt>
                <c:pt idx="10278">
                  <c:v>5.9</c:v>
                </c:pt>
                <c:pt idx="10279">
                  <c:v>6.2</c:v>
                </c:pt>
                <c:pt idx="10280">
                  <c:v>8.5</c:v>
                </c:pt>
                <c:pt idx="10281">
                  <c:v>8.1999999999999993</c:v>
                </c:pt>
                <c:pt idx="10282">
                  <c:v>4.7</c:v>
                </c:pt>
                <c:pt idx="10283">
                  <c:v>5.6</c:v>
                </c:pt>
                <c:pt idx="10284">
                  <c:v>9</c:v>
                </c:pt>
                <c:pt idx="10285">
                  <c:v>8.6999999999999993</c:v>
                </c:pt>
                <c:pt idx="10286">
                  <c:v>7.4</c:v>
                </c:pt>
                <c:pt idx="10287">
                  <c:v>8.8000000000000007</c:v>
                </c:pt>
                <c:pt idx="10288">
                  <c:v>4</c:v>
                </c:pt>
                <c:pt idx="10289">
                  <c:v>4.5999999999999996</c:v>
                </c:pt>
                <c:pt idx="10290">
                  <c:v>7.3</c:v>
                </c:pt>
                <c:pt idx="10291">
                  <c:v>5.0999999999999996</c:v>
                </c:pt>
                <c:pt idx="10292">
                  <c:v>6.7</c:v>
                </c:pt>
                <c:pt idx="10293">
                  <c:v>8.4</c:v>
                </c:pt>
                <c:pt idx="10294">
                  <c:v>7.8</c:v>
                </c:pt>
                <c:pt idx="10295">
                  <c:v>5.7</c:v>
                </c:pt>
                <c:pt idx="10296">
                  <c:v>4.2</c:v>
                </c:pt>
                <c:pt idx="10297">
                  <c:v>5</c:v>
                </c:pt>
                <c:pt idx="10298">
                  <c:v>5.0999999999999996</c:v>
                </c:pt>
                <c:pt idx="10299">
                  <c:v>7.1</c:v>
                </c:pt>
                <c:pt idx="10300">
                  <c:v>5.7</c:v>
                </c:pt>
                <c:pt idx="10301">
                  <c:v>7.8</c:v>
                </c:pt>
                <c:pt idx="10302">
                  <c:v>8.9</c:v>
                </c:pt>
                <c:pt idx="10303">
                  <c:v>8.5</c:v>
                </c:pt>
                <c:pt idx="10304">
                  <c:v>8.8000000000000007</c:v>
                </c:pt>
                <c:pt idx="10305">
                  <c:v>6.7</c:v>
                </c:pt>
                <c:pt idx="10306">
                  <c:v>9.5</c:v>
                </c:pt>
                <c:pt idx="10307">
                  <c:v>4.8</c:v>
                </c:pt>
                <c:pt idx="10308">
                  <c:v>8.3000000000000007</c:v>
                </c:pt>
                <c:pt idx="10309">
                  <c:v>4.5</c:v>
                </c:pt>
                <c:pt idx="10310">
                  <c:v>7.3</c:v>
                </c:pt>
                <c:pt idx="10311">
                  <c:v>9.5</c:v>
                </c:pt>
                <c:pt idx="10312">
                  <c:v>4.2</c:v>
                </c:pt>
                <c:pt idx="10313">
                  <c:v>7.8</c:v>
                </c:pt>
                <c:pt idx="10314">
                  <c:v>5.7</c:v>
                </c:pt>
                <c:pt idx="10315">
                  <c:v>5</c:v>
                </c:pt>
                <c:pt idx="10316">
                  <c:v>5.6</c:v>
                </c:pt>
                <c:pt idx="10317">
                  <c:v>6.7</c:v>
                </c:pt>
                <c:pt idx="10318">
                  <c:v>9.3000000000000007</c:v>
                </c:pt>
                <c:pt idx="10319">
                  <c:v>10</c:v>
                </c:pt>
                <c:pt idx="10320">
                  <c:v>6.9</c:v>
                </c:pt>
                <c:pt idx="10321">
                  <c:v>9.1999999999999993</c:v>
                </c:pt>
                <c:pt idx="10322">
                  <c:v>4.5</c:v>
                </c:pt>
                <c:pt idx="10323">
                  <c:v>8.1</c:v>
                </c:pt>
                <c:pt idx="10324">
                  <c:v>5</c:v>
                </c:pt>
                <c:pt idx="10325">
                  <c:v>5</c:v>
                </c:pt>
                <c:pt idx="10326">
                  <c:v>9.3000000000000007</c:v>
                </c:pt>
                <c:pt idx="10327">
                  <c:v>4</c:v>
                </c:pt>
                <c:pt idx="10328">
                  <c:v>4.2</c:v>
                </c:pt>
                <c:pt idx="10329">
                  <c:v>7</c:v>
                </c:pt>
                <c:pt idx="10330">
                  <c:v>7.8</c:v>
                </c:pt>
                <c:pt idx="10331">
                  <c:v>5</c:v>
                </c:pt>
                <c:pt idx="10332">
                  <c:v>4.5</c:v>
                </c:pt>
                <c:pt idx="10333">
                  <c:v>8</c:v>
                </c:pt>
                <c:pt idx="10334">
                  <c:v>4.8</c:v>
                </c:pt>
                <c:pt idx="10335">
                  <c:v>6.4</c:v>
                </c:pt>
                <c:pt idx="10336">
                  <c:v>7.3</c:v>
                </c:pt>
                <c:pt idx="10337">
                  <c:v>6.4</c:v>
                </c:pt>
                <c:pt idx="10338">
                  <c:v>6.6</c:v>
                </c:pt>
                <c:pt idx="10339">
                  <c:v>6.4</c:v>
                </c:pt>
                <c:pt idx="10340">
                  <c:v>9.3000000000000007</c:v>
                </c:pt>
                <c:pt idx="10341">
                  <c:v>8.8000000000000007</c:v>
                </c:pt>
                <c:pt idx="10342">
                  <c:v>8.6999999999999993</c:v>
                </c:pt>
                <c:pt idx="10343">
                  <c:v>8.9</c:v>
                </c:pt>
                <c:pt idx="10344">
                  <c:v>5.7</c:v>
                </c:pt>
                <c:pt idx="10345">
                  <c:v>7.8</c:v>
                </c:pt>
                <c:pt idx="10346">
                  <c:v>7.4</c:v>
                </c:pt>
                <c:pt idx="10347">
                  <c:v>6.9</c:v>
                </c:pt>
                <c:pt idx="10348">
                  <c:v>7.1</c:v>
                </c:pt>
                <c:pt idx="10349">
                  <c:v>7.9</c:v>
                </c:pt>
                <c:pt idx="10350">
                  <c:v>9.8000000000000007</c:v>
                </c:pt>
                <c:pt idx="10351">
                  <c:v>7.2</c:v>
                </c:pt>
                <c:pt idx="10352">
                  <c:v>8.9</c:v>
                </c:pt>
                <c:pt idx="10353">
                  <c:v>5.2</c:v>
                </c:pt>
                <c:pt idx="10354">
                  <c:v>7.6</c:v>
                </c:pt>
                <c:pt idx="10355">
                  <c:v>6.7</c:v>
                </c:pt>
                <c:pt idx="10356">
                  <c:v>5.8</c:v>
                </c:pt>
                <c:pt idx="10357">
                  <c:v>5.9</c:v>
                </c:pt>
                <c:pt idx="10358">
                  <c:v>4.2</c:v>
                </c:pt>
                <c:pt idx="10359">
                  <c:v>7.7</c:v>
                </c:pt>
                <c:pt idx="10360">
                  <c:v>8.4</c:v>
                </c:pt>
                <c:pt idx="10361">
                  <c:v>4.0999999999999996</c:v>
                </c:pt>
                <c:pt idx="10362">
                  <c:v>5.7</c:v>
                </c:pt>
                <c:pt idx="10363">
                  <c:v>7.7</c:v>
                </c:pt>
                <c:pt idx="10364">
                  <c:v>9</c:v>
                </c:pt>
                <c:pt idx="10365">
                  <c:v>6.7</c:v>
                </c:pt>
                <c:pt idx="10366">
                  <c:v>4.5</c:v>
                </c:pt>
                <c:pt idx="10367">
                  <c:v>9.6999999999999993</c:v>
                </c:pt>
                <c:pt idx="10368">
                  <c:v>9.5</c:v>
                </c:pt>
                <c:pt idx="10369">
                  <c:v>5.3</c:v>
                </c:pt>
                <c:pt idx="10370">
                  <c:v>5.2</c:v>
                </c:pt>
                <c:pt idx="10371">
                  <c:v>9.8000000000000007</c:v>
                </c:pt>
                <c:pt idx="10372">
                  <c:v>7.3</c:v>
                </c:pt>
                <c:pt idx="10373">
                  <c:v>7.1</c:v>
                </c:pt>
                <c:pt idx="10374">
                  <c:v>6.9</c:v>
                </c:pt>
                <c:pt idx="10375">
                  <c:v>4</c:v>
                </c:pt>
                <c:pt idx="10376">
                  <c:v>9</c:v>
                </c:pt>
                <c:pt idx="10377">
                  <c:v>7.7</c:v>
                </c:pt>
                <c:pt idx="10378">
                  <c:v>9.9</c:v>
                </c:pt>
                <c:pt idx="10379">
                  <c:v>6.4</c:v>
                </c:pt>
                <c:pt idx="10380">
                  <c:v>9.6</c:v>
                </c:pt>
                <c:pt idx="10381">
                  <c:v>6.1</c:v>
                </c:pt>
                <c:pt idx="10382">
                  <c:v>7.1</c:v>
                </c:pt>
                <c:pt idx="10383">
                  <c:v>7</c:v>
                </c:pt>
                <c:pt idx="10384">
                  <c:v>8.4</c:v>
                </c:pt>
                <c:pt idx="10385">
                  <c:v>5.8</c:v>
                </c:pt>
                <c:pt idx="10386">
                  <c:v>7.6</c:v>
                </c:pt>
                <c:pt idx="10387">
                  <c:v>5.0999999999999996</c:v>
                </c:pt>
                <c:pt idx="10388">
                  <c:v>5.4</c:v>
                </c:pt>
                <c:pt idx="10389">
                  <c:v>5</c:v>
                </c:pt>
                <c:pt idx="10390">
                  <c:v>7.6</c:v>
                </c:pt>
                <c:pt idx="10391">
                  <c:v>7.9</c:v>
                </c:pt>
                <c:pt idx="10392">
                  <c:v>6</c:v>
                </c:pt>
                <c:pt idx="10393">
                  <c:v>7.3</c:v>
                </c:pt>
                <c:pt idx="10394">
                  <c:v>4.5999999999999996</c:v>
                </c:pt>
                <c:pt idx="10395">
                  <c:v>5</c:v>
                </c:pt>
                <c:pt idx="10396">
                  <c:v>8.9</c:v>
                </c:pt>
                <c:pt idx="10397">
                  <c:v>4.4000000000000004</c:v>
                </c:pt>
                <c:pt idx="10398">
                  <c:v>4.0999999999999996</c:v>
                </c:pt>
                <c:pt idx="10399">
                  <c:v>4.5</c:v>
                </c:pt>
                <c:pt idx="10400">
                  <c:v>6.6</c:v>
                </c:pt>
                <c:pt idx="10401">
                  <c:v>8.6999999999999993</c:v>
                </c:pt>
                <c:pt idx="10402">
                  <c:v>5.8</c:v>
                </c:pt>
                <c:pt idx="10403">
                  <c:v>8.4</c:v>
                </c:pt>
                <c:pt idx="10404">
                  <c:v>5.9</c:v>
                </c:pt>
                <c:pt idx="10405">
                  <c:v>8.1</c:v>
                </c:pt>
                <c:pt idx="10406">
                  <c:v>9.8000000000000007</c:v>
                </c:pt>
                <c:pt idx="10407">
                  <c:v>7.5</c:v>
                </c:pt>
                <c:pt idx="10408">
                  <c:v>5.7</c:v>
                </c:pt>
                <c:pt idx="10409">
                  <c:v>5.0999999999999996</c:v>
                </c:pt>
                <c:pt idx="10410">
                  <c:v>6.5</c:v>
                </c:pt>
                <c:pt idx="10411">
                  <c:v>5.8</c:v>
                </c:pt>
                <c:pt idx="10412">
                  <c:v>5.4</c:v>
                </c:pt>
                <c:pt idx="10413">
                  <c:v>4.7</c:v>
                </c:pt>
                <c:pt idx="10414">
                  <c:v>9.8000000000000007</c:v>
                </c:pt>
                <c:pt idx="10415">
                  <c:v>8.3000000000000007</c:v>
                </c:pt>
                <c:pt idx="10416">
                  <c:v>6.1</c:v>
                </c:pt>
                <c:pt idx="10417">
                  <c:v>8.4</c:v>
                </c:pt>
                <c:pt idx="10418">
                  <c:v>6.1</c:v>
                </c:pt>
                <c:pt idx="10419">
                  <c:v>5</c:v>
                </c:pt>
                <c:pt idx="10420">
                  <c:v>5.9</c:v>
                </c:pt>
                <c:pt idx="10421">
                  <c:v>9.1999999999999993</c:v>
                </c:pt>
                <c:pt idx="10422">
                  <c:v>7.5</c:v>
                </c:pt>
                <c:pt idx="10423">
                  <c:v>9.9</c:v>
                </c:pt>
                <c:pt idx="10424">
                  <c:v>8.5</c:v>
                </c:pt>
                <c:pt idx="10425">
                  <c:v>7.6</c:v>
                </c:pt>
                <c:pt idx="10426">
                  <c:v>7.8</c:v>
                </c:pt>
                <c:pt idx="10427">
                  <c:v>5.6</c:v>
                </c:pt>
                <c:pt idx="10428">
                  <c:v>8</c:v>
                </c:pt>
                <c:pt idx="10429">
                  <c:v>5</c:v>
                </c:pt>
                <c:pt idx="10430">
                  <c:v>8.6</c:v>
                </c:pt>
                <c:pt idx="10431">
                  <c:v>4.7</c:v>
                </c:pt>
                <c:pt idx="10432">
                  <c:v>9.4</c:v>
                </c:pt>
                <c:pt idx="10433">
                  <c:v>8</c:v>
                </c:pt>
                <c:pt idx="10434">
                  <c:v>5</c:v>
                </c:pt>
                <c:pt idx="10435">
                  <c:v>7.6</c:v>
                </c:pt>
                <c:pt idx="10436">
                  <c:v>8.1</c:v>
                </c:pt>
                <c:pt idx="10437">
                  <c:v>8.6999999999999993</c:v>
                </c:pt>
                <c:pt idx="10438">
                  <c:v>5.9</c:v>
                </c:pt>
                <c:pt idx="10439">
                  <c:v>8.1999999999999993</c:v>
                </c:pt>
                <c:pt idx="10440">
                  <c:v>4.5999999999999996</c:v>
                </c:pt>
                <c:pt idx="10441">
                  <c:v>6.2</c:v>
                </c:pt>
                <c:pt idx="10442">
                  <c:v>5.3</c:v>
                </c:pt>
                <c:pt idx="10443">
                  <c:v>9.3000000000000007</c:v>
                </c:pt>
                <c:pt idx="10444">
                  <c:v>9.1999999999999993</c:v>
                </c:pt>
                <c:pt idx="10445">
                  <c:v>7.1</c:v>
                </c:pt>
                <c:pt idx="10446">
                  <c:v>7.2</c:v>
                </c:pt>
                <c:pt idx="10447">
                  <c:v>7.3</c:v>
                </c:pt>
                <c:pt idx="10448">
                  <c:v>6.1</c:v>
                </c:pt>
                <c:pt idx="10449">
                  <c:v>8.3000000000000007</c:v>
                </c:pt>
                <c:pt idx="10450">
                  <c:v>6.5</c:v>
                </c:pt>
                <c:pt idx="10451">
                  <c:v>6.2</c:v>
                </c:pt>
                <c:pt idx="10452">
                  <c:v>9.6</c:v>
                </c:pt>
                <c:pt idx="10453">
                  <c:v>7.5</c:v>
                </c:pt>
                <c:pt idx="10454">
                  <c:v>6.7</c:v>
                </c:pt>
                <c:pt idx="10455">
                  <c:v>4.8</c:v>
                </c:pt>
                <c:pt idx="10456">
                  <c:v>5.8</c:v>
                </c:pt>
                <c:pt idx="10457">
                  <c:v>6.7</c:v>
                </c:pt>
                <c:pt idx="10458">
                  <c:v>9.9</c:v>
                </c:pt>
                <c:pt idx="10459">
                  <c:v>8.8000000000000007</c:v>
                </c:pt>
                <c:pt idx="10460">
                  <c:v>4.8</c:v>
                </c:pt>
                <c:pt idx="10461">
                  <c:v>5.6</c:v>
                </c:pt>
                <c:pt idx="10462">
                  <c:v>8.4</c:v>
                </c:pt>
                <c:pt idx="10463">
                  <c:v>7.4</c:v>
                </c:pt>
                <c:pt idx="10464">
                  <c:v>6.8</c:v>
                </c:pt>
                <c:pt idx="10465">
                  <c:v>9.6</c:v>
                </c:pt>
                <c:pt idx="10466">
                  <c:v>5.2</c:v>
                </c:pt>
                <c:pt idx="10467">
                  <c:v>5</c:v>
                </c:pt>
                <c:pt idx="10468">
                  <c:v>4.5</c:v>
                </c:pt>
                <c:pt idx="10469">
                  <c:v>8.5</c:v>
                </c:pt>
                <c:pt idx="10470">
                  <c:v>9.9</c:v>
                </c:pt>
                <c:pt idx="10471">
                  <c:v>8.8000000000000007</c:v>
                </c:pt>
                <c:pt idx="10472">
                  <c:v>5.6</c:v>
                </c:pt>
                <c:pt idx="10473">
                  <c:v>7.7</c:v>
                </c:pt>
                <c:pt idx="10474">
                  <c:v>7.9</c:v>
                </c:pt>
                <c:pt idx="10475">
                  <c:v>5.3</c:v>
                </c:pt>
                <c:pt idx="10476">
                  <c:v>7.2</c:v>
                </c:pt>
                <c:pt idx="10477">
                  <c:v>5.6</c:v>
                </c:pt>
                <c:pt idx="10478">
                  <c:v>8.1</c:v>
                </c:pt>
                <c:pt idx="10479">
                  <c:v>9.1</c:v>
                </c:pt>
                <c:pt idx="10480">
                  <c:v>4.8</c:v>
                </c:pt>
                <c:pt idx="10481">
                  <c:v>5.0999999999999996</c:v>
                </c:pt>
                <c:pt idx="10482">
                  <c:v>5.0999999999999996</c:v>
                </c:pt>
                <c:pt idx="10483">
                  <c:v>6.3</c:v>
                </c:pt>
                <c:pt idx="10484">
                  <c:v>6.6</c:v>
                </c:pt>
                <c:pt idx="10485">
                  <c:v>7.4</c:v>
                </c:pt>
                <c:pt idx="10486">
                  <c:v>9.6999999999999993</c:v>
                </c:pt>
                <c:pt idx="10487">
                  <c:v>7.9</c:v>
                </c:pt>
                <c:pt idx="10488">
                  <c:v>8.8000000000000007</c:v>
                </c:pt>
                <c:pt idx="10489">
                  <c:v>6.1</c:v>
                </c:pt>
                <c:pt idx="10490">
                  <c:v>5.0999999999999996</c:v>
                </c:pt>
                <c:pt idx="10491">
                  <c:v>5.7</c:v>
                </c:pt>
                <c:pt idx="10492">
                  <c:v>7</c:v>
                </c:pt>
                <c:pt idx="10493">
                  <c:v>9.6999999999999993</c:v>
                </c:pt>
                <c:pt idx="10494">
                  <c:v>9</c:v>
                </c:pt>
                <c:pt idx="10495">
                  <c:v>5</c:v>
                </c:pt>
                <c:pt idx="10496">
                  <c:v>5.2</c:v>
                </c:pt>
                <c:pt idx="10497">
                  <c:v>6</c:v>
                </c:pt>
                <c:pt idx="10498">
                  <c:v>8</c:v>
                </c:pt>
                <c:pt idx="10499">
                  <c:v>5.3</c:v>
                </c:pt>
                <c:pt idx="10500">
                  <c:v>6</c:v>
                </c:pt>
                <c:pt idx="10501">
                  <c:v>8.6999999999999993</c:v>
                </c:pt>
                <c:pt idx="10502">
                  <c:v>6.6</c:v>
                </c:pt>
                <c:pt idx="10503">
                  <c:v>8</c:v>
                </c:pt>
                <c:pt idx="10504">
                  <c:v>7.6</c:v>
                </c:pt>
                <c:pt idx="10505">
                  <c:v>7.3</c:v>
                </c:pt>
                <c:pt idx="10506">
                  <c:v>9.1999999999999993</c:v>
                </c:pt>
                <c:pt idx="10507">
                  <c:v>4.2</c:v>
                </c:pt>
                <c:pt idx="10508">
                  <c:v>6.5</c:v>
                </c:pt>
                <c:pt idx="10509">
                  <c:v>5.6</c:v>
                </c:pt>
                <c:pt idx="10510">
                  <c:v>7</c:v>
                </c:pt>
                <c:pt idx="10511">
                  <c:v>8.4</c:v>
                </c:pt>
                <c:pt idx="10512">
                  <c:v>7</c:v>
                </c:pt>
                <c:pt idx="10513">
                  <c:v>9.1</c:v>
                </c:pt>
                <c:pt idx="10514">
                  <c:v>5.9</c:v>
                </c:pt>
                <c:pt idx="10515">
                  <c:v>6.8</c:v>
                </c:pt>
                <c:pt idx="10516">
                  <c:v>4.8</c:v>
                </c:pt>
                <c:pt idx="10517">
                  <c:v>8.3000000000000007</c:v>
                </c:pt>
                <c:pt idx="10518">
                  <c:v>4.7</c:v>
                </c:pt>
                <c:pt idx="10519">
                  <c:v>6.6</c:v>
                </c:pt>
                <c:pt idx="10520">
                  <c:v>8.6999999999999993</c:v>
                </c:pt>
                <c:pt idx="10521">
                  <c:v>8.1</c:v>
                </c:pt>
                <c:pt idx="10522">
                  <c:v>9.4</c:v>
                </c:pt>
                <c:pt idx="10523">
                  <c:v>8.6999999999999993</c:v>
                </c:pt>
                <c:pt idx="10524">
                  <c:v>4.3</c:v>
                </c:pt>
                <c:pt idx="10525">
                  <c:v>9.6</c:v>
                </c:pt>
                <c:pt idx="10526">
                  <c:v>6.6</c:v>
                </c:pt>
                <c:pt idx="10527">
                  <c:v>7.7</c:v>
                </c:pt>
                <c:pt idx="10528">
                  <c:v>4.7</c:v>
                </c:pt>
                <c:pt idx="10529">
                  <c:v>9.1999999999999993</c:v>
                </c:pt>
                <c:pt idx="10530">
                  <c:v>7.2</c:v>
                </c:pt>
                <c:pt idx="10531">
                  <c:v>6.7</c:v>
                </c:pt>
                <c:pt idx="10532">
                  <c:v>8.6999999999999993</c:v>
                </c:pt>
                <c:pt idx="10533">
                  <c:v>6</c:v>
                </c:pt>
                <c:pt idx="10534">
                  <c:v>4.7</c:v>
                </c:pt>
                <c:pt idx="10535">
                  <c:v>9.6</c:v>
                </c:pt>
                <c:pt idx="10536">
                  <c:v>7.9</c:v>
                </c:pt>
                <c:pt idx="10537">
                  <c:v>5.4</c:v>
                </c:pt>
                <c:pt idx="10538">
                  <c:v>7.9</c:v>
                </c:pt>
                <c:pt idx="10539">
                  <c:v>7</c:v>
                </c:pt>
                <c:pt idx="10540">
                  <c:v>4.5999999999999996</c:v>
                </c:pt>
                <c:pt idx="10541">
                  <c:v>5.2</c:v>
                </c:pt>
                <c:pt idx="10542">
                  <c:v>7.2</c:v>
                </c:pt>
                <c:pt idx="10543">
                  <c:v>9.6</c:v>
                </c:pt>
                <c:pt idx="10544">
                  <c:v>4.5999999999999996</c:v>
                </c:pt>
                <c:pt idx="10545">
                  <c:v>7.6</c:v>
                </c:pt>
                <c:pt idx="10546">
                  <c:v>9.6999999999999993</c:v>
                </c:pt>
                <c:pt idx="10547">
                  <c:v>10</c:v>
                </c:pt>
                <c:pt idx="10548">
                  <c:v>5.2</c:v>
                </c:pt>
                <c:pt idx="10549">
                  <c:v>9.4</c:v>
                </c:pt>
                <c:pt idx="10550">
                  <c:v>7.2</c:v>
                </c:pt>
                <c:pt idx="10551">
                  <c:v>4.9000000000000004</c:v>
                </c:pt>
                <c:pt idx="10552">
                  <c:v>4.5</c:v>
                </c:pt>
                <c:pt idx="10553">
                  <c:v>7.1</c:v>
                </c:pt>
                <c:pt idx="10554">
                  <c:v>7.3</c:v>
                </c:pt>
                <c:pt idx="10555">
                  <c:v>4.7</c:v>
                </c:pt>
                <c:pt idx="10556">
                  <c:v>6</c:v>
                </c:pt>
                <c:pt idx="10557">
                  <c:v>9.1999999999999993</c:v>
                </c:pt>
                <c:pt idx="10558">
                  <c:v>6.5</c:v>
                </c:pt>
                <c:pt idx="10559">
                  <c:v>5.2</c:v>
                </c:pt>
                <c:pt idx="10560">
                  <c:v>6.1</c:v>
                </c:pt>
                <c:pt idx="10561">
                  <c:v>7.9</c:v>
                </c:pt>
                <c:pt idx="10562">
                  <c:v>5.3</c:v>
                </c:pt>
                <c:pt idx="10563">
                  <c:v>7.6</c:v>
                </c:pt>
                <c:pt idx="10564">
                  <c:v>6.9</c:v>
                </c:pt>
                <c:pt idx="10565">
                  <c:v>6</c:v>
                </c:pt>
                <c:pt idx="10566">
                  <c:v>5.4</c:v>
                </c:pt>
                <c:pt idx="10567">
                  <c:v>9.1</c:v>
                </c:pt>
                <c:pt idx="10568">
                  <c:v>7.6</c:v>
                </c:pt>
                <c:pt idx="10569">
                  <c:v>7</c:v>
                </c:pt>
                <c:pt idx="10570">
                  <c:v>7.5</c:v>
                </c:pt>
                <c:pt idx="10571">
                  <c:v>5.7</c:v>
                </c:pt>
                <c:pt idx="10572">
                  <c:v>9.6</c:v>
                </c:pt>
                <c:pt idx="10573">
                  <c:v>4.7</c:v>
                </c:pt>
                <c:pt idx="10574">
                  <c:v>8.1</c:v>
                </c:pt>
                <c:pt idx="10575">
                  <c:v>6.6</c:v>
                </c:pt>
                <c:pt idx="10576">
                  <c:v>4.4000000000000004</c:v>
                </c:pt>
                <c:pt idx="10577">
                  <c:v>5</c:v>
                </c:pt>
                <c:pt idx="10578">
                  <c:v>7.1</c:v>
                </c:pt>
                <c:pt idx="10579">
                  <c:v>4.0999999999999996</c:v>
                </c:pt>
                <c:pt idx="10580">
                  <c:v>8.4</c:v>
                </c:pt>
                <c:pt idx="10581">
                  <c:v>7.4</c:v>
                </c:pt>
                <c:pt idx="10582">
                  <c:v>8.6</c:v>
                </c:pt>
                <c:pt idx="10583">
                  <c:v>6.4</c:v>
                </c:pt>
                <c:pt idx="10584">
                  <c:v>8.6999999999999993</c:v>
                </c:pt>
                <c:pt idx="10585">
                  <c:v>9</c:v>
                </c:pt>
                <c:pt idx="10586">
                  <c:v>8.3000000000000007</c:v>
                </c:pt>
                <c:pt idx="10587">
                  <c:v>4.4000000000000004</c:v>
                </c:pt>
                <c:pt idx="10588">
                  <c:v>7.5</c:v>
                </c:pt>
                <c:pt idx="10589">
                  <c:v>5.6</c:v>
                </c:pt>
                <c:pt idx="10590">
                  <c:v>4.0999999999999996</c:v>
                </c:pt>
                <c:pt idx="10591">
                  <c:v>4.5999999999999996</c:v>
                </c:pt>
                <c:pt idx="10592">
                  <c:v>9.1999999999999993</c:v>
                </c:pt>
                <c:pt idx="10593">
                  <c:v>5.4</c:v>
                </c:pt>
                <c:pt idx="10594">
                  <c:v>8.1999999999999993</c:v>
                </c:pt>
                <c:pt idx="10595">
                  <c:v>5.2</c:v>
                </c:pt>
                <c:pt idx="10596">
                  <c:v>6.8</c:v>
                </c:pt>
                <c:pt idx="10597">
                  <c:v>9.6</c:v>
                </c:pt>
                <c:pt idx="10598">
                  <c:v>7.7</c:v>
                </c:pt>
                <c:pt idx="10599">
                  <c:v>8.9</c:v>
                </c:pt>
                <c:pt idx="10600">
                  <c:v>4.2</c:v>
                </c:pt>
                <c:pt idx="10601">
                  <c:v>8.5</c:v>
                </c:pt>
                <c:pt idx="10602">
                  <c:v>8.1</c:v>
                </c:pt>
                <c:pt idx="10603">
                  <c:v>9</c:v>
                </c:pt>
                <c:pt idx="10604">
                  <c:v>4.4000000000000004</c:v>
                </c:pt>
                <c:pt idx="10605">
                  <c:v>4.8</c:v>
                </c:pt>
                <c:pt idx="10606">
                  <c:v>6.2</c:v>
                </c:pt>
                <c:pt idx="10607">
                  <c:v>6.2</c:v>
                </c:pt>
                <c:pt idx="10608">
                  <c:v>5.4</c:v>
                </c:pt>
                <c:pt idx="10609">
                  <c:v>5.6</c:v>
                </c:pt>
                <c:pt idx="10610">
                  <c:v>5.4</c:v>
                </c:pt>
                <c:pt idx="10611">
                  <c:v>8.8000000000000007</c:v>
                </c:pt>
                <c:pt idx="10612">
                  <c:v>4.0999999999999996</c:v>
                </c:pt>
                <c:pt idx="10613">
                  <c:v>4</c:v>
                </c:pt>
                <c:pt idx="10614">
                  <c:v>9.5</c:v>
                </c:pt>
                <c:pt idx="10615">
                  <c:v>8.1</c:v>
                </c:pt>
                <c:pt idx="10616">
                  <c:v>6.1</c:v>
                </c:pt>
                <c:pt idx="10617">
                  <c:v>6.1</c:v>
                </c:pt>
                <c:pt idx="10618">
                  <c:v>5.7</c:v>
                </c:pt>
                <c:pt idx="10619">
                  <c:v>6.1</c:v>
                </c:pt>
                <c:pt idx="10620">
                  <c:v>9.8000000000000007</c:v>
                </c:pt>
                <c:pt idx="10621">
                  <c:v>4.7</c:v>
                </c:pt>
                <c:pt idx="10622">
                  <c:v>4.5</c:v>
                </c:pt>
                <c:pt idx="10623">
                  <c:v>4.3</c:v>
                </c:pt>
                <c:pt idx="10624">
                  <c:v>5.5</c:v>
                </c:pt>
                <c:pt idx="10625">
                  <c:v>7.5</c:v>
                </c:pt>
                <c:pt idx="10626">
                  <c:v>6.4</c:v>
                </c:pt>
                <c:pt idx="10627">
                  <c:v>5.6</c:v>
                </c:pt>
                <c:pt idx="10628">
                  <c:v>5.7</c:v>
                </c:pt>
                <c:pt idx="10629">
                  <c:v>4.8</c:v>
                </c:pt>
                <c:pt idx="10630">
                  <c:v>8.8000000000000007</c:v>
                </c:pt>
                <c:pt idx="10631">
                  <c:v>6.2</c:v>
                </c:pt>
                <c:pt idx="10632">
                  <c:v>4.5999999999999996</c:v>
                </c:pt>
                <c:pt idx="10633">
                  <c:v>7.1</c:v>
                </c:pt>
                <c:pt idx="10634">
                  <c:v>5.3</c:v>
                </c:pt>
                <c:pt idx="10635">
                  <c:v>9.1</c:v>
                </c:pt>
                <c:pt idx="10636">
                  <c:v>4.2</c:v>
                </c:pt>
                <c:pt idx="10637">
                  <c:v>9.6</c:v>
                </c:pt>
                <c:pt idx="10638">
                  <c:v>5</c:v>
                </c:pt>
                <c:pt idx="10639">
                  <c:v>6.5</c:v>
                </c:pt>
                <c:pt idx="10640">
                  <c:v>4.5999999999999996</c:v>
                </c:pt>
                <c:pt idx="10641">
                  <c:v>5.5</c:v>
                </c:pt>
                <c:pt idx="10642">
                  <c:v>5.3</c:v>
                </c:pt>
                <c:pt idx="10643">
                  <c:v>9.8000000000000007</c:v>
                </c:pt>
                <c:pt idx="10644">
                  <c:v>9.4</c:v>
                </c:pt>
                <c:pt idx="10645">
                  <c:v>5.0999999999999996</c:v>
                </c:pt>
                <c:pt idx="10646">
                  <c:v>9.9</c:v>
                </c:pt>
                <c:pt idx="10647">
                  <c:v>9.6999999999999993</c:v>
                </c:pt>
                <c:pt idx="10648">
                  <c:v>6.1</c:v>
                </c:pt>
                <c:pt idx="10649">
                  <c:v>9.8000000000000007</c:v>
                </c:pt>
                <c:pt idx="10650">
                  <c:v>9.5</c:v>
                </c:pt>
                <c:pt idx="10651">
                  <c:v>4.2</c:v>
                </c:pt>
                <c:pt idx="10652">
                  <c:v>8.6999999999999993</c:v>
                </c:pt>
                <c:pt idx="10653">
                  <c:v>6.8</c:v>
                </c:pt>
                <c:pt idx="10654">
                  <c:v>9.1999999999999993</c:v>
                </c:pt>
                <c:pt idx="10655">
                  <c:v>7.6</c:v>
                </c:pt>
                <c:pt idx="10656">
                  <c:v>5.7</c:v>
                </c:pt>
                <c:pt idx="10657">
                  <c:v>6.1</c:v>
                </c:pt>
                <c:pt idx="10658">
                  <c:v>6.4</c:v>
                </c:pt>
                <c:pt idx="10659">
                  <c:v>5.4</c:v>
                </c:pt>
                <c:pt idx="10660">
                  <c:v>6.4</c:v>
                </c:pt>
                <c:pt idx="10661">
                  <c:v>7.9</c:v>
                </c:pt>
                <c:pt idx="10662">
                  <c:v>7.6</c:v>
                </c:pt>
                <c:pt idx="10663">
                  <c:v>4.3</c:v>
                </c:pt>
                <c:pt idx="10664">
                  <c:v>9.1999999999999993</c:v>
                </c:pt>
                <c:pt idx="10665">
                  <c:v>5.8</c:v>
                </c:pt>
                <c:pt idx="10666">
                  <c:v>9.1999999999999993</c:v>
                </c:pt>
                <c:pt idx="10667">
                  <c:v>8.4</c:v>
                </c:pt>
                <c:pt idx="10668">
                  <c:v>7.9</c:v>
                </c:pt>
                <c:pt idx="10669">
                  <c:v>5.7</c:v>
                </c:pt>
                <c:pt idx="10670">
                  <c:v>7.4</c:v>
                </c:pt>
                <c:pt idx="10671">
                  <c:v>6</c:v>
                </c:pt>
                <c:pt idx="10672">
                  <c:v>4.5</c:v>
                </c:pt>
                <c:pt idx="10673">
                  <c:v>7.9</c:v>
                </c:pt>
                <c:pt idx="10674">
                  <c:v>8.4</c:v>
                </c:pt>
                <c:pt idx="10675">
                  <c:v>6.7</c:v>
                </c:pt>
                <c:pt idx="10676">
                  <c:v>9.1</c:v>
                </c:pt>
                <c:pt idx="10677">
                  <c:v>8</c:v>
                </c:pt>
                <c:pt idx="10678">
                  <c:v>5.4</c:v>
                </c:pt>
                <c:pt idx="10679">
                  <c:v>9.1</c:v>
                </c:pt>
                <c:pt idx="10680">
                  <c:v>7.4</c:v>
                </c:pt>
                <c:pt idx="10681">
                  <c:v>6.3</c:v>
                </c:pt>
                <c:pt idx="10682">
                  <c:v>8</c:v>
                </c:pt>
                <c:pt idx="10683">
                  <c:v>7.1</c:v>
                </c:pt>
                <c:pt idx="10684">
                  <c:v>5.2</c:v>
                </c:pt>
                <c:pt idx="10685">
                  <c:v>7.7</c:v>
                </c:pt>
                <c:pt idx="10686">
                  <c:v>6.6</c:v>
                </c:pt>
                <c:pt idx="10687">
                  <c:v>8.9</c:v>
                </c:pt>
                <c:pt idx="10688">
                  <c:v>6.1</c:v>
                </c:pt>
                <c:pt idx="10689">
                  <c:v>8.6999999999999993</c:v>
                </c:pt>
                <c:pt idx="10690">
                  <c:v>9.5</c:v>
                </c:pt>
                <c:pt idx="10691">
                  <c:v>9.1999999999999993</c:v>
                </c:pt>
                <c:pt idx="10692">
                  <c:v>9.3000000000000007</c:v>
                </c:pt>
                <c:pt idx="10693">
                  <c:v>7.6</c:v>
                </c:pt>
                <c:pt idx="10694">
                  <c:v>9.1999999999999993</c:v>
                </c:pt>
                <c:pt idx="10695">
                  <c:v>5.8</c:v>
                </c:pt>
                <c:pt idx="10696">
                  <c:v>7</c:v>
                </c:pt>
                <c:pt idx="10697">
                  <c:v>8.9</c:v>
                </c:pt>
                <c:pt idx="10698">
                  <c:v>5.2</c:v>
                </c:pt>
                <c:pt idx="10699">
                  <c:v>4.0999999999999996</c:v>
                </c:pt>
                <c:pt idx="10700">
                  <c:v>7.9</c:v>
                </c:pt>
                <c:pt idx="10701">
                  <c:v>8.6</c:v>
                </c:pt>
                <c:pt idx="10702">
                  <c:v>7.3</c:v>
                </c:pt>
                <c:pt idx="10703">
                  <c:v>8.8000000000000007</c:v>
                </c:pt>
                <c:pt idx="10704">
                  <c:v>6.7</c:v>
                </c:pt>
                <c:pt idx="10705">
                  <c:v>7.3</c:v>
                </c:pt>
                <c:pt idx="10706">
                  <c:v>7</c:v>
                </c:pt>
                <c:pt idx="10707">
                  <c:v>5.9</c:v>
                </c:pt>
                <c:pt idx="10708">
                  <c:v>6.1</c:v>
                </c:pt>
                <c:pt idx="10709">
                  <c:v>9.9</c:v>
                </c:pt>
                <c:pt idx="10710">
                  <c:v>4.4000000000000004</c:v>
                </c:pt>
                <c:pt idx="10711">
                  <c:v>5</c:v>
                </c:pt>
                <c:pt idx="10712">
                  <c:v>9.6999999999999993</c:v>
                </c:pt>
                <c:pt idx="10713">
                  <c:v>5.9</c:v>
                </c:pt>
                <c:pt idx="10714">
                  <c:v>9.3000000000000007</c:v>
                </c:pt>
                <c:pt idx="10715">
                  <c:v>8.4</c:v>
                </c:pt>
                <c:pt idx="10716">
                  <c:v>7.4</c:v>
                </c:pt>
                <c:pt idx="10717">
                  <c:v>5.8</c:v>
                </c:pt>
                <c:pt idx="10718">
                  <c:v>6.5</c:v>
                </c:pt>
                <c:pt idx="10719">
                  <c:v>8.6999999999999993</c:v>
                </c:pt>
                <c:pt idx="10720">
                  <c:v>6.2</c:v>
                </c:pt>
                <c:pt idx="10721">
                  <c:v>9.4</c:v>
                </c:pt>
                <c:pt idx="10722">
                  <c:v>4.5</c:v>
                </c:pt>
                <c:pt idx="10723">
                  <c:v>5.7</c:v>
                </c:pt>
                <c:pt idx="10724">
                  <c:v>9</c:v>
                </c:pt>
                <c:pt idx="10725">
                  <c:v>7.6</c:v>
                </c:pt>
                <c:pt idx="10726">
                  <c:v>4.0999999999999996</c:v>
                </c:pt>
                <c:pt idx="10727">
                  <c:v>7.8</c:v>
                </c:pt>
                <c:pt idx="10728">
                  <c:v>9.4</c:v>
                </c:pt>
                <c:pt idx="10729">
                  <c:v>7.5</c:v>
                </c:pt>
                <c:pt idx="10730">
                  <c:v>7.9</c:v>
                </c:pt>
                <c:pt idx="10731">
                  <c:v>9.9</c:v>
                </c:pt>
                <c:pt idx="10732">
                  <c:v>6.4</c:v>
                </c:pt>
                <c:pt idx="10733">
                  <c:v>4.3</c:v>
                </c:pt>
                <c:pt idx="10734">
                  <c:v>4.5</c:v>
                </c:pt>
                <c:pt idx="10735">
                  <c:v>5.5</c:v>
                </c:pt>
                <c:pt idx="10736">
                  <c:v>9.1</c:v>
                </c:pt>
                <c:pt idx="10737">
                  <c:v>7.3</c:v>
                </c:pt>
                <c:pt idx="10738">
                  <c:v>6.2</c:v>
                </c:pt>
                <c:pt idx="10739">
                  <c:v>7.9</c:v>
                </c:pt>
                <c:pt idx="10740">
                  <c:v>9.3000000000000007</c:v>
                </c:pt>
                <c:pt idx="10741">
                  <c:v>9.8000000000000007</c:v>
                </c:pt>
                <c:pt idx="10742">
                  <c:v>9.1999999999999993</c:v>
                </c:pt>
                <c:pt idx="10743">
                  <c:v>6.3</c:v>
                </c:pt>
                <c:pt idx="10744">
                  <c:v>4.4000000000000004</c:v>
                </c:pt>
                <c:pt idx="10745">
                  <c:v>6.6</c:v>
                </c:pt>
                <c:pt idx="10746">
                  <c:v>7.4</c:v>
                </c:pt>
                <c:pt idx="10747">
                  <c:v>7.9</c:v>
                </c:pt>
                <c:pt idx="10748">
                  <c:v>6.8</c:v>
                </c:pt>
                <c:pt idx="10749">
                  <c:v>4.9000000000000004</c:v>
                </c:pt>
                <c:pt idx="10750">
                  <c:v>8.6</c:v>
                </c:pt>
                <c:pt idx="10751">
                  <c:v>7.9</c:v>
                </c:pt>
                <c:pt idx="10752">
                  <c:v>7.9</c:v>
                </c:pt>
                <c:pt idx="10753">
                  <c:v>9.5</c:v>
                </c:pt>
                <c:pt idx="10754">
                  <c:v>5</c:v>
                </c:pt>
                <c:pt idx="10755">
                  <c:v>4.3</c:v>
                </c:pt>
                <c:pt idx="10756">
                  <c:v>5</c:v>
                </c:pt>
                <c:pt idx="10757">
                  <c:v>4.9000000000000004</c:v>
                </c:pt>
                <c:pt idx="10758">
                  <c:v>8.6999999999999993</c:v>
                </c:pt>
                <c:pt idx="10759">
                  <c:v>8.9</c:v>
                </c:pt>
                <c:pt idx="10760">
                  <c:v>6.2</c:v>
                </c:pt>
                <c:pt idx="10761">
                  <c:v>8.4</c:v>
                </c:pt>
                <c:pt idx="10762">
                  <c:v>4</c:v>
                </c:pt>
                <c:pt idx="10763">
                  <c:v>9.6999999999999993</c:v>
                </c:pt>
                <c:pt idx="10764">
                  <c:v>8.9</c:v>
                </c:pt>
                <c:pt idx="10765">
                  <c:v>8.1999999999999993</c:v>
                </c:pt>
                <c:pt idx="10766">
                  <c:v>7.3</c:v>
                </c:pt>
                <c:pt idx="10767">
                  <c:v>8.5</c:v>
                </c:pt>
                <c:pt idx="10768">
                  <c:v>6.8</c:v>
                </c:pt>
                <c:pt idx="10769">
                  <c:v>8.6</c:v>
                </c:pt>
                <c:pt idx="10770">
                  <c:v>7.1</c:v>
                </c:pt>
                <c:pt idx="10771">
                  <c:v>6.3</c:v>
                </c:pt>
                <c:pt idx="10772">
                  <c:v>9.9</c:v>
                </c:pt>
                <c:pt idx="10773">
                  <c:v>9.1</c:v>
                </c:pt>
                <c:pt idx="10774">
                  <c:v>6.1</c:v>
                </c:pt>
                <c:pt idx="10775">
                  <c:v>8</c:v>
                </c:pt>
                <c:pt idx="10776">
                  <c:v>4.0999999999999996</c:v>
                </c:pt>
                <c:pt idx="10777">
                  <c:v>8.6999999999999993</c:v>
                </c:pt>
                <c:pt idx="10778">
                  <c:v>5.3</c:v>
                </c:pt>
                <c:pt idx="10779">
                  <c:v>6.6</c:v>
                </c:pt>
                <c:pt idx="10780">
                  <c:v>9.6999999999999993</c:v>
                </c:pt>
                <c:pt idx="10781">
                  <c:v>4.3</c:v>
                </c:pt>
                <c:pt idx="10782">
                  <c:v>4.3</c:v>
                </c:pt>
                <c:pt idx="10783">
                  <c:v>5</c:v>
                </c:pt>
                <c:pt idx="10784">
                  <c:v>4.0999999999999996</c:v>
                </c:pt>
                <c:pt idx="10785">
                  <c:v>6.9</c:v>
                </c:pt>
                <c:pt idx="10786">
                  <c:v>9.1</c:v>
                </c:pt>
                <c:pt idx="10787">
                  <c:v>5.6</c:v>
                </c:pt>
                <c:pt idx="10788">
                  <c:v>5.5</c:v>
                </c:pt>
                <c:pt idx="10789">
                  <c:v>9.1999999999999993</c:v>
                </c:pt>
                <c:pt idx="10790">
                  <c:v>5.9</c:v>
                </c:pt>
                <c:pt idx="10791">
                  <c:v>7.2</c:v>
                </c:pt>
                <c:pt idx="10792">
                  <c:v>9.1999999999999993</c:v>
                </c:pt>
                <c:pt idx="10793">
                  <c:v>8.8000000000000007</c:v>
                </c:pt>
                <c:pt idx="10794">
                  <c:v>5.6</c:v>
                </c:pt>
                <c:pt idx="10795">
                  <c:v>9.5</c:v>
                </c:pt>
                <c:pt idx="10796">
                  <c:v>8.1999999999999993</c:v>
                </c:pt>
                <c:pt idx="10797">
                  <c:v>6.9</c:v>
                </c:pt>
                <c:pt idx="10798">
                  <c:v>8</c:v>
                </c:pt>
                <c:pt idx="10799">
                  <c:v>5.0999999999999996</c:v>
                </c:pt>
                <c:pt idx="10800">
                  <c:v>4.0999999999999996</c:v>
                </c:pt>
                <c:pt idx="10801">
                  <c:v>9.9</c:v>
                </c:pt>
                <c:pt idx="10802">
                  <c:v>6.7</c:v>
                </c:pt>
                <c:pt idx="10803">
                  <c:v>6.5</c:v>
                </c:pt>
                <c:pt idx="10804">
                  <c:v>6.5</c:v>
                </c:pt>
                <c:pt idx="10805">
                  <c:v>4.7</c:v>
                </c:pt>
                <c:pt idx="10806">
                  <c:v>7.7</c:v>
                </c:pt>
                <c:pt idx="10807">
                  <c:v>7.8</c:v>
                </c:pt>
                <c:pt idx="10808">
                  <c:v>6.2</c:v>
                </c:pt>
                <c:pt idx="10809">
                  <c:v>6.9</c:v>
                </c:pt>
                <c:pt idx="10810">
                  <c:v>7.5</c:v>
                </c:pt>
                <c:pt idx="10811">
                  <c:v>5.7</c:v>
                </c:pt>
                <c:pt idx="10812">
                  <c:v>6.7</c:v>
                </c:pt>
                <c:pt idx="10813">
                  <c:v>8.1</c:v>
                </c:pt>
                <c:pt idx="10814">
                  <c:v>9.6</c:v>
                </c:pt>
                <c:pt idx="10815">
                  <c:v>4.3</c:v>
                </c:pt>
                <c:pt idx="10816">
                  <c:v>9.3000000000000007</c:v>
                </c:pt>
                <c:pt idx="10817">
                  <c:v>9.4</c:v>
                </c:pt>
                <c:pt idx="10818">
                  <c:v>9.9</c:v>
                </c:pt>
                <c:pt idx="10819">
                  <c:v>8.8000000000000007</c:v>
                </c:pt>
                <c:pt idx="10820">
                  <c:v>7.8</c:v>
                </c:pt>
                <c:pt idx="10821">
                  <c:v>9.9</c:v>
                </c:pt>
                <c:pt idx="10822">
                  <c:v>4.5999999999999996</c:v>
                </c:pt>
                <c:pt idx="10823">
                  <c:v>5.4</c:v>
                </c:pt>
                <c:pt idx="10824">
                  <c:v>4.4000000000000004</c:v>
                </c:pt>
                <c:pt idx="10825">
                  <c:v>8.4</c:v>
                </c:pt>
                <c:pt idx="10826">
                  <c:v>8</c:v>
                </c:pt>
                <c:pt idx="10827">
                  <c:v>5.6</c:v>
                </c:pt>
                <c:pt idx="10828">
                  <c:v>5.5</c:v>
                </c:pt>
                <c:pt idx="10829">
                  <c:v>9.8000000000000007</c:v>
                </c:pt>
                <c:pt idx="10830">
                  <c:v>4.5</c:v>
                </c:pt>
                <c:pt idx="10831">
                  <c:v>7.3</c:v>
                </c:pt>
                <c:pt idx="10832">
                  <c:v>6.2</c:v>
                </c:pt>
                <c:pt idx="10833">
                  <c:v>8.6</c:v>
                </c:pt>
                <c:pt idx="10834">
                  <c:v>9.6999999999999993</c:v>
                </c:pt>
                <c:pt idx="10835">
                  <c:v>9.3000000000000007</c:v>
                </c:pt>
                <c:pt idx="10836">
                  <c:v>6.3</c:v>
                </c:pt>
                <c:pt idx="10837">
                  <c:v>7.8</c:v>
                </c:pt>
                <c:pt idx="10838">
                  <c:v>4.8</c:v>
                </c:pt>
                <c:pt idx="10839">
                  <c:v>7.4</c:v>
                </c:pt>
                <c:pt idx="10840">
                  <c:v>6.5</c:v>
                </c:pt>
                <c:pt idx="10841">
                  <c:v>4.4000000000000004</c:v>
                </c:pt>
                <c:pt idx="10842">
                  <c:v>6.4</c:v>
                </c:pt>
                <c:pt idx="10843">
                  <c:v>9.5</c:v>
                </c:pt>
                <c:pt idx="10844">
                  <c:v>5.7</c:v>
                </c:pt>
                <c:pt idx="10845">
                  <c:v>6.3</c:v>
                </c:pt>
                <c:pt idx="10846">
                  <c:v>7.7</c:v>
                </c:pt>
                <c:pt idx="10847">
                  <c:v>4.4000000000000004</c:v>
                </c:pt>
                <c:pt idx="10848">
                  <c:v>8.9</c:v>
                </c:pt>
                <c:pt idx="10849">
                  <c:v>9.8000000000000007</c:v>
                </c:pt>
                <c:pt idx="10850">
                  <c:v>4.9000000000000004</c:v>
                </c:pt>
                <c:pt idx="10851">
                  <c:v>4.3</c:v>
                </c:pt>
                <c:pt idx="10852">
                  <c:v>8.8000000000000007</c:v>
                </c:pt>
                <c:pt idx="10853">
                  <c:v>7.4</c:v>
                </c:pt>
                <c:pt idx="10854">
                  <c:v>6.5</c:v>
                </c:pt>
                <c:pt idx="10855">
                  <c:v>8.5</c:v>
                </c:pt>
                <c:pt idx="10856">
                  <c:v>4.3</c:v>
                </c:pt>
                <c:pt idx="10857">
                  <c:v>5.3</c:v>
                </c:pt>
                <c:pt idx="10858">
                  <c:v>7.5</c:v>
                </c:pt>
                <c:pt idx="10859">
                  <c:v>7.6</c:v>
                </c:pt>
                <c:pt idx="10860">
                  <c:v>9.6</c:v>
                </c:pt>
                <c:pt idx="10861">
                  <c:v>9.6999999999999993</c:v>
                </c:pt>
                <c:pt idx="10862">
                  <c:v>7.5</c:v>
                </c:pt>
                <c:pt idx="10863">
                  <c:v>4.9000000000000004</c:v>
                </c:pt>
                <c:pt idx="10864">
                  <c:v>6</c:v>
                </c:pt>
                <c:pt idx="10865">
                  <c:v>7.7</c:v>
                </c:pt>
                <c:pt idx="10866">
                  <c:v>8.4</c:v>
                </c:pt>
                <c:pt idx="10867">
                  <c:v>4.3</c:v>
                </c:pt>
                <c:pt idx="10868">
                  <c:v>4.2</c:v>
                </c:pt>
                <c:pt idx="10869">
                  <c:v>6.2</c:v>
                </c:pt>
                <c:pt idx="10870">
                  <c:v>6.4</c:v>
                </c:pt>
                <c:pt idx="10871">
                  <c:v>5.0999999999999996</c:v>
                </c:pt>
                <c:pt idx="10872">
                  <c:v>9.1</c:v>
                </c:pt>
                <c:pt idx="10873">
                  <c:v>5.2</c:v>
                </c:pt>
                <c:pt idx="10874">
                  <c:v>9.8000000000000007</c:v>
                </c:pt>
                <c:pt idx="10875">
                  <c:v>9.1999999999999993</c:v>
                </c:pt>
                <c:pt idx="10876">
                  <c:v>4.5999999999999996</c:v>
                </c:pt>
                <c:pt idx="10877">
                  <c:v>5.8</c:v>
                </c:pt>
                <c:pt idx="10878">
                  <c:v>6.8</c:v>
                </c:pt>
                <c:pt idx="10879">
                  <c:v>8.4</c:v>
                </c:pt>
                <c:pt idx="10880">
                  <c:v>5.2</c:v>
                </c:pt>
                <c:pt idx="10881">
                  <c:v>9.4</c:v>
                </c:pt>
                <c:pt idx="10882">
                  <c:v>7.9</c:v>
                </c:pt>
                <c:pt idx="10883">
                  <c:v>8.9</c:v>
                </c:pt>
                <c:pt idx="10884">
                  <c:v>4.4000000000000004</c:v>
                </c:pt>
                <c:pt idx="10885">
                  <c:v>8.5</c:v>
                </c:pt>
                <c:pt idx="10886">
                  <c:v>9.1</c:v>
                </c:pt>
                <c:pt idx="10887">
                  <c:v>9.1</c:v>
                </c:pt>
                <c:pt idx="10888">
                  <c:v>8.1</c:v>
                </c:pt>
                <c:pt idx="10889">
                  <c:v>6.5</c:v>
                </c:pt>
                <c:pt idx="10890">
                  <c:v>9.8000000000000007</c:v>
                </c:pt>
                <c:pt idx="10891">
                  <c:v>6.8</c:v>
                </c:pt>
                <c:pt idx="10892">
                  <c:v>6.7</c:v>
                </c:pt>
                <c:pt idx="10893">
                  <c:v>4.4000000000000004</c:v>
                </c:pt>
                <c:pt idx="10894">
                  <c:v>8.9</c:v>
                </c:pt>
                <c:pt idx="10895">
                  <c:v>5.2</c:v>
                </c:pt>
                <c:pt idx="10896">
                  <c:v>5.0999999999999996</c:v>
                </c:pt>
                <c:pt idx="10897">
                  <c:v>4.9000000000000004</c:v>
                </c:pt>
                <c:pt idx="10898">
                  <c:v>9.3000000000000007</c:v>
                </c:pt>
                <c:pt idx="10899">
                  <c:v>4.5</c:v>
                </c:pt>
                <c:pt idx="10900">
                  <c:v>7.8</c:v>
                </c:pt>
                <c:pt idx="10901">
                  <c:v>9.6999999999999993</c:v>
                </c:pt>
                <c:pt idx="10902">
                  <c:v>5.6</c:v>
                </c:pt>
                <c:pt idx="10903">
                  <c:v>4.5</c:v>
                </c:pt>
                <c:pt idx="10904">
                  <c:v>8</c:v>
                </c:pt>
                <c:pt idx="10905">
                  <c:v>6</c:v>
                </c:pt>
                <c:pt idx="10906">
                  <c:v>8.5</c:v>
                </c:pt>
                <c:pt idx="10907">
                  <c:v>8.1999999999999993</c:v>
                </c:pt>
                <c:pt idx="10908">
                  <c:v>6.5</c:v>
                </c:pt>
                <c:pt idx="10909">
                  <c:v>5.2</c:v>
                </c:pt>
                <c:pt idx="10910">
                  <c:v>7.1</c:v>
                </c:pt>
                <c:pt idx="10911">
                  <c:v>4.5</c:v>
                </c:pt>
                <c:pt idx="10912">
                  <c:v>6.4</c:v>
                </c:pt>
                <c:pt idx="10913">
                  <c:v>6.5</c:v>
                </c:pt>
                <c:pt idx="10914">
                  <c:v>5</c:v>
                </c:pt>
                <c:pt idx="10915">
                  <c:v>8.5</c:v>
                </c:pt>
                <c:pt idx="10916">
                  <c:v>8.6999999999999993</c:v>
                </c:pt>
                <c:pt idx="10917">
                  <c:v>8</c:v>
                </c:pt>
                <c:pt idx="10918">
                  <c:v>5.9</c:v>
                </c:pt>
                <c:pt idx="10919">
                  <c:v>6.8</c:v>
                </c:pt>
                <c:pt idx="10920">
                  <c:v>7.7</c:v>
                </c:pt>
                <c:pt idx="10921">
                  <c:v>4.0999999999999996</c:v>
                </c:pt>
                <c:pt idx="10922">
                  <c:v>5.2</c:v>
                </c:pt>
                <c:pt idx="10923">
                  <c:v>5.2</c:v>
                </c:pt>
                <c:pt idx="10924">
                  <c:v>8.3000000000000007</c:v>
                </c:pt>
                <c:pt idx="10925">
                  <c:v>6.5</c:v>
                </c:pt>
                <c:pt idx="10926">
                  <c:v>8.6999999999999993</c:v>
                </c:pt>
                <c:pt idx="10927">
                  <c:v>4</c:v>
                </c:pt>
                <c:pt idx="10928">
                  <c:v>9.9</c:v>
                </c:pt>
                <c:pt idx="10929">
                  <c:v>8.3000000000000007</c:v>
                </c:pt>
                <c:pt idx="10930">
                  <c:v>8.8000000000000007</c:v>
                </c:pt>
                <c:pt idx="10931">
                  <c:v>7.9</c:v>
                </c:pt>
                <c:pt idx="10932">
                  <c:v>6.8</c:v>
                </c:pt>
                <c:pt idx="10933">
                  <c:v>9.1999999999999993</c:v>
                </c:pt>
                <c:pt idx="10934">
                  <c:v>6.5</c:v>
                </c:pt>
                <c:pt idx="10935">
                  <c:v>8.6999999999999993</c:v>
                </c:pt>
                <c:pt idx="10936">
                  <c:v>10</c:v>
                </c:pt>
                <c:pt idx="10937">
                  <c:v>7.3</c:v>
                </c:pt>
                <c:pt idx="10938">
                  <c:v>9.1999999999999993</c:v>
                </c:pt>
                <c:pt idx="10939">
                  <c:v>7</c:v>
                </c:pt>
                <c:pt idx="10940">
                  <c:v>5.3</c:v>
                </c:pt>
                <c:pt idx="10941">
                  <c:v>7.5</c:v>
                </c:pt>
                <c:pt idx="10942">
                  <c:v>6.2</c:v>
                </c:pt>
                <c:pt idx="10943">
                  <c:v>8.6999999999999993</c:v>
                </c:pt>
                <c:pt idx="10944">
                  <c:v>4.2</c:v>
                </c:pt>
                <c:pt idx="10945">
                  <c:v>6.5</c:v>
                </c:pt>
                <c:pt idx="10946">
                  <c:v>6.1</c:v>
                </c:pt>
                <c:pt idx="10947">
                  <c:v>8.3000000000000007</c:v>
                </c:pt>
                <c:pt idx="10948">
                  <c:v>4.7</c:v>
                </c:pt>
                <c:pt idx="10949">
                  <c:v>6.9</c:v>
                </c:pt>
                <c:pt idx="10950">
                  <c:v>7.9</c:v>
                </c:pt>
                <c:pt idx="10951">
                  <c:v>9.9</c:v>
                </c:pt>
                <c:pt idx="10952">
                  <c:v>5.0999999999999996</c:v>
                </c:pt>
                <c:pt idx="10953">
                  <c:v>7.9</c:v>
                </c:pt>
                <c:pt idx="10954">
                  <c:v>9.9</c:v>
                </c:pt>
                <c:pt idx="10955">
                  <c:v>6.1</c:v>
                </c:pt>
                <c:pt idx="10956">
                  <c:v>4.9000000000000004</c:v>
                </c:pt>
                <c:pt idx="10957">
                  <c:v>7.2</c:v>
                </c:pt>
                <c:pt idx="10958">
                  <c:v>4.0999999999999996</c:v>
                </c:pt>
                <c:pt idx="10959">
                  <c:v>7.8</c:v>
                </c:pt>
                <c:pt idx="10960">
                  <c:v>8.6999999999999993</c:v>
                </c:pt>
                <c:pt idx="10961">
                  <c:v>6.8</c:v>
                </c:pt>
                <c:pt idx="10962">
                  <c:v>6.7</c:v>
                </c:pt>
                <c:pt idx="10963">
                  <c:v>6.2</c:v>
                </c:pt>
                <c:pt idx="10964">
                  <c:v>9.5</c:v>
                </c:pt>
                <c:pt idx="10965">
                  <c:v>8.5</c:v>
                </c:pt>
                <c:pt idx="10966">
                  <c:v>4.5</c:v>
                </c:pt>
                <c:pt idx="10967">
                  <c:v>6.7</c:v>
                </c:pt>
                <c:pt idx="10968">
                  <c:v>8.5</c:v>
                </c:pt>
                <c:pt idx="10969">
                  <c:v>7.8</c:v>
                </c:pt>
                <c:pt idx="10970">
                  <c:v>5.0999999999999996</c:v>
                </c:pt>
                <c:pt idx="10971">
                  <c:v>8.8000000000000007</c:v>
                </c:pt>
                <c:pt idx="10972">
                  <c:v>5.5</c:v>
                </c:pt>
                <c:pt idx="10973">
                  <c:v>7.9</c:v>
                </c:pt>
                <c:pt idx="10974">
                  <c:v>7.2</c:v>
                </c:pt>
                <c:pt idx="10975">
                  <c:v>6.5</c:v>
                </c:pt>
                <c:pt idx="10976">
                  <c:v>5.0999999999999996</c:v>
                </c:pt>
                <c:pt idx="10977">
                  <c:v>4.9000000000000004</c:v>
                </c:pt>
                <c:pt idx="10978">
                  <c:v>7.5</c:v>
                </c:pt>
                <c:pt idx="10979">
                  <c:v>7.4</c:v>
                </c:pt>
                <c:pt idx="10980">
                  <c:v>4.5</c:v>
                </c:pt>
                <c:pt idx="10981">
                  <c:v>7.5</c:v>
                </c:pt>
                <c:pt idx="10982">
                  <c:v>9.5</c:v>
                </c:pt>
                <c:pt idx="10983">
                  <c:v>9.6</c:v>
                </c:pt>
                <c:pt idx="10984">
                  <c:v>9.1999999999999993</c:v>
                </c:pt>
                <c:pt idx="10985">
                  <c:v>5.2</c:v>
                </c:pt>
                <c:pt idx="10986">
                  <c:v>9.6999999999999993</c:v>
                </c:pt>
                <c:pt idx="10987">
                  <c:v>6.4</c:v>
                </c:pt>
                <c:pt idx="10988">
                  <c:v>4.4000000000000004</c:v>
                </c:pt>
                <c:pt idx="10989">
                  <c:v>9.5</c:v>
                </c:pt>
                <c:pt idx="10990">
                  <c:v>5.4</c:v>
                </c:pt>
                <c:pt idx="10991">
                  <c:v>4.9000000000000004</c:v>
                </c:pt>
                <c:pt idx="10992">
                  <c:v>4.9000000000000004</c:v>
                </c:pt>
                <c:pt idx="10993">
                  <c:v>4.5</c:v>
                </c:pt>
                <c:pt idx="10994">
                  <c:v>7.2</c:v>
                </c:pt>
                <c:pt idx="10995">
                  <c:v>6.3</c:v>
                </c:pt>
                <c:pt idx="10996">
                  <c:v>8.6</c:v>
                </c:pt>
                <c:pt idx="10997">
                  <c:v>4.3</c:v>
                </c:pt>
                <c:pt idx="10998">
                  <c:v>5.9</c:v>
                </c:pt>
                <c:pt idx="10999">
                  <c:v>5.4</c:v>
                </c:pt>
                <c:pt idx="11000">
                  <c:v>6</c:v>
                </c:pt>
                <c:pt idx="11001">
                  <c:v>9.6</c:v>
                </c:pt>
                <c:pt idx="11002">
                  <c:v>5.8</c:v>
                </c:pt>
                <c:pt idx="11003">
                  <c:v>5.7</c:v>
                </c:pt>
                <c:pt idx="11004">
                  <c:v>4.8</c:v>
                </c:pt>
                <c:pt idx="11005">
                  <c:v>4.0999999999999996</c:v>
                </c:pt>
                <c:pt idx="11006">
                  <c:v>9.1</c:v>
                </c:pt>
                <c:pt idx="11007">
                  <c:v>6.1</c:v>
                </c:pt>
                <c:pt idx="11008">
                  <c:v>6</c:v>
                </c:pt>
                <c:pt idx="11009">
                  <c:v>5.0999999999999996</c:v>
                </c:pt>
                <c:pt idx="11010">
                  <c:v>5.9</c:v>
                </c:pt>
                <c:pt idx="11011">
                  <c:v>8.3000000000000007</c:v>
                </c:pt>
                <c:pt idx="11012">
                  <c:v>5.3</c:v>
                </c:pt>
                <c:pt idx="11013">
                  <c:v>8.8000000000000007</c:v>
                </c:pt>
                <c:pt idx="11014">
                  <c:v>8</c:v>
                </c:pt>
                <c:pt idx="11015">
                  <c:v>4.8</c:v>
                </c:pt>
                <c:pt idx="11016">
                  <c:v>5</c:v>
                </c:pt>
                <c:pt idx="11017">
                  <c:v>4.3</c:v>
                </c:pt>
                <c:pt idx="11018">
                  <c:v>5.7</c:v>
                </c:pt>
                <c:pt idx="11019">
                  <c:v>7.6</c:v>
                </c:pt>
                <c:pt idx="11020">
                  <c:v>5</c:v>
                </c:pt>
                <c:pt idx="11021">
                  <c:v>8.9</c:v>
                </c:pt>
                <c:pt idx="11022">
                  <c:v>8.8000000000000007</c:v>
                </c:pt>
                <c:pt idx="11023">
                  <c:v>6</c:v>
                </c:pt>
                <c:pt idx="11024">
                  <c:v>6.1</c:v>
                </c:pt>
                <c:pt idx="11025">
                  <c:v>9.5</c:v>
                </c:pt>
                <c:pt idx="11026">
                  <c:v>6.1</c:v>
                </c:pt>
                <c:pt idx="11027">
                  <c:v>8.9</c:v>
                </c:pt>
                <c:pt idx="11028">
                  <c:v>7.6</c:v>
                </c:pt>
                <c:pt idx="11029">
                  <c:v>5.8</c:v>
                </c:pt>
                <c:pt idx="11030">
                  <c:v>8.1999999999999993</c:v>
                </c:pt>
                <c:pt idx="11031">
                  <c:v>9.6999999999999993</c:v>
                </c:pt>
                <c:pt idx="11032">
                  <c:v>7.1</c:v>
                </c:pt>
                <c:pt idx="11033">
                  <c:v>7.4</c:v>
                </c:pt>
                <c:pt idx="11034">
                  <c:v>9.1</c:v>
                </c:pt>
                <c:pt idx="11035">
                  <c:v>5.0999999999999996</c:v>
                </c:pt>
                <c:pt idx="11036">
                  <c:v>5.7</c:v>
                </c:pt>
                <c:pt idx="11037">
                  <c:v>7.5</c:v>
                </c:pt>
                <c:pt idx="11038">
                  <c:v>7.9</c:v>
                </c:pt>
                <c:pt idx="11039">
                  <c:v>5.6</c:v>
                </c:pt>
                <c:pt idx="11040">
                  <c:v>9.4</c:v>
                </c:pt>
                <c:pt idx="11041">
                  <c:v>4.9000000000000004</c:v>
                </c:pt>
                <c:pt idx="11042">
                  <c:v>8.8000000000000007</c:v>
                </c:pt>
                <c:pt idx="11043">
                  <c:v>8</c:v>
                </c:pt>
                <c:pt idx="11044">
                  <c:v>9.9</c:v>
                </c:pt>
                <c:pt idx="11045">
                  <c:v>6.9</c:v>
                </c:pt>
                <c:pt idx="11046">
                  <c:v>9.8000000000000007</c:v>
                </c:pt>
                <c:pt idx="11047">
                  <c:v>7.3</c:v>
                </c:pt>
                <c:pt idx="11048">
                  <c:v>7.6</c:v>
                </c:pt>
                <c:pt idx="11049">
                  <c:v>7.7</c:v>
                </c:pt>
                <c:pt idx="11050">
                  <c:v>4.4000000000000004</c:v>
                </c:pt>
                <c:pt idx="11051">
                  <c:v>5.5</c:v>
                </c:pt>
                <c:pt idx="11052">
                  <c:v>5.6</c:v>
                </c:pt>
                <c:pt idx="11053">
                  <c:v>5.3</c:v>
                </c:pt>
                <c:pt idx="11054">
                  <c:v>6.7</c:v>
                </c:pt>
                <c:pt idx="11055">
                  <c:v>6.8</c:v>
                </c:pt>
                <c:pt idx="11056">
                  <c:v>4.9000000000000004</c:v>
                </c:pt>
                <c:pt idx="11057">
                  <c:v>6.2</c:v>
                </c:pt>
                <c:pt idx="11058">
                  <c:v>5.0999999999999996</c:v>
                </c:pt>
                <c:pt idx="11059">
                  <c:v>4.3</c:v>
                </c:pt>
                <c:pt idx="11060">
                  <c:v>8.4</c:v>
                </c:pt>
                <c:pt idx="11061">
                  <c:v>4</c:v>
                </c:pt>
                <c:pt idx="11062">
                  <c:v>5.4</c:v>
                </c:pt>
                <c:pt idx="11063">
                  <c:v>6.7</c:v>
                </c:pt>
                <c:pt idx="11064">
                  <c:v>4.5</c:v>
                </c:pt>
                <c:pt idx="11065">
                  <c:v>5.8</c:v>
                </c:pt>
                <c:pt idx="11066">
                  <c:v>9</c:v>
                </c:pt>
                <c:pt idx="11067">
                  <c:v>5.0999999999999996</c:v>
                </c:pt>
                <c:pt idx="11068">
                  <c:v>8.6</c:v>
                </c:pt>
                <c:pt idx="11069">
                  <c:v>4.5</c:v>
                </c:pt>
                <c:pt idx="11070">
                  <c:v>4.2</c:v>
                </c:pt>
                <c:pt idx="11071">
                  <c:v>6.1</c:v>
                </c:pt>
                <c:pt idx="11072">
                  <c:v>8.9</c:v>
                </c:pt>
                <c:pt idx="11073">
                  <c:v>9.5</c:v>
                </c:pt>
                <c:pt idx="11074">
                  <c:v>4</c:v>
                </c:pt>
                <c:pt idx="11075">
                  <c:v>7.3</c:v>
                </c:pt>
                <c:pt idx="11076">
                  <c:v>9.8000000000000007</c:v>
                </c:pt>
                <c:pt idx="11077">
                  <c:v>5.3</c:v>
                </c:pt>
                <c:pt idx="11078">
                  <c:v>4.3</c:v>
                </c:pt>
                <c:pt idx="11079">
                  <c:v>5.0999999999999996</c:v>
                </c:pt>
                <c:pt idx="11080">
                  <c:v>5.5</c:v>
                </c:pt>
                <c:pt idx="11081">
                  <c:v>6.7</c:v>
                </c:pt>
                <c:pt idx="11082">
                  <c:v>5</c:v>
                </c:pt>
                <c:pt idx="11083">
                  <c:v>8.3000000000000007</c:v>
                </c:pt>
                <c:pt idx="11084">
                  <c:v>8.3000000000000007</c:v>
                </c:pt>
                <c:pt idx="11085">
                  <c:v>5.7</c:v>
                </c:pt>
                <c:pt idx="11086">
                  <c:v>7.8</c:v>
                </c:pt>
                <c:pt idx="11087">
                  <c:v>4.3</c:v>
                </c:pt>
                <c:pt idx="11088">
                  <c:v>9.5</c:v>
                </c:pt>
                <c:pt idx="11089">
                  <c:v>9.6</c:v>
                </c:pt>
                <c:pt idx="11090">
                  <c:v>9.4</c:v>
                </c:pt>
                <c:pt idx="11091">
                  <c:v>5.2</c:v>
                </c:pt>
                <c:pt idx="11092">
                  <c:v>6.9</c:v>
                </c:pt>
                <c:pt idx="11093">
                  <c:v>7.2</c:v>
                </c:pt>
                <c:pt idx="11094">
                  <c:v>9.1</c:v>
                </c:pt>
                <c:pt idx="11095">
                  <c:v>4.5</c:v>
                </c:pt>
                <c:pt idx="11096">
                  <c:v>8.6999999999999993</c:v>
                </c:pt>
                <c:pt idx="11097">
                  <c:v>6.3</c:v>
                </c:pt>
                <c:pt idx="11098">
                  <c:v>5.3</c:v>
                </c:pt>
                <c:pt idx="11099">
                  <c:v>6.8</c:v>
                </c:pt>
                <c:pt idx="11100">
                  <c:v>9.9</c:v>
                </c:pt>
                <c:pt idx="11101">
                  <c:v>4.5</c:v>
                </c:pt>
                <c:pt idx="11102">
                  <c:v>4.0999999999999996</c:v>
                </c:pt>
                <c:pt idx="11103">
                  <c:v>4.8</c:v>
                </c:pt>
                <c:pt idx="11104">
                  <c:v>8.8000000000000007</c:v>
                </c:pt>
                <c:pt idx="11105">
                  <c:v>5.6</c:v>
                </c:pt>
                <c:pt idx="11106">
                  <c:v>9.6999999999999993</c:v>
                </c:pt>
                <c:pt idx="11107">
                  <c:v>5.3</c:v>
                </c:pt>
                <c:pt idx="11108">
                  <c:v>9.8000000000000007</c:v>
                </c:pt>
                <c:pt idx="11109">
                  <c:v>7.5</c:v>
                </c:pt>
                <c:pt idx="11110">
                  <c:v>8.8000000000000007</c:v>
                </c:pt>
                <c:pt idx="11111">
                  <c:v>6.9</c:v>
                </c:pt>
                <c:pt idx="11112">
                  <c:v>6.8</c:v>
                </c:pt>
                <c:pt idx="11113">
                  <c:v>5.5</c:v>
                </c:pt>
                <c:pt idx="11114">
                  <c:v>9</c:v>
                </c:pt>
                <c:pt idx="11115">
                  <c:v>6.4</c:v>
                </c:pt>
                <c:pt idx="11116">
                  <c:v>4.3</c:v>
                </c:pt>
                <c:pt idx="11117">
                  <c:v>4.5999999999999996</c:v>
                </c:pt>
                <c:pt idx="11118">
                  <c:v>8.6</c:v>
                </c:pt>
                <c:pt idx="11119">
                  <c:v>7.7</c:v>
                </c:pt>
                <c:pt idx="11120">
                  <c:v>4.0999999999999996</c:v>
                </c:pt>
                <c:pt idx="11121">
                  <c:v>7.2</c:v>
                </c:pt>
                <c:pt idx="11122">
                  <c:v>5.7</c:v>
                </c:pt>
                <c:pt idx="11123">
                  <c:v>7.1</c:v>
                </c:pt>
                <c:pt idx="11124">
                  <c:v>8.6999999999999993</c:v>
                </c:pt>
                <c:pt idx="11125">
                  <c:v>8.6999999999999993</c:v>
                </c:pt>
                <c:pt idx="11126">
                  <c:v>6.9</c:v>
                </c:pt>
                <c:pt idx="11127">
                  <c:v>8.1999999999999993</c:v>
                </c:pt>
                <c:pt idx="11128">
                  <c:v>7.4</c:v>
                </c:pt>
                <c:pt idx="11129">
                  <c:v>4.2</c:v>
                </c:pt>
                <c:pt idx="11130">
                  <c:v>10</c:v>
                </c:pt>
                <c:pt idx="11131">
                  <c:v>9.5</c:v>
                </c:pt>
                <c:pt idx="11132">
                  <c:v>5.5</c:v>
                </c:pt>
                <c:pt idx="11133">
                  <c:v>7.8</c:v>
                </c:pt>
                <c:pt idx="11134">
                  <c:v>5.9</c:v>
                </c:pt>
                <c:pt idx="11135">
                  <c:v>7.2</c:v>
                </c:pt>
                <c:pt idx="11136">
                  <c:v>7.8</c:v>
                </c:pt>
                <c:pt idx="11137">
                  <c:v>5</c:v>
                </c:pt>
                <c:pt idx="11138">
                  <c:v>4.0999999999999996</c:v>
                </c:pt>
                <c:pt idx="11139">
                  <c:v>4.8</c:v>
                </c:pt>
                <c:pt idx="11140">
                  <c:v>9.9</c:v>
                </c:pt>
                <c:pt idx="11141">
                  <c:v>9.1</c:v>
                </c:pt>
                <c:pt idx="11142">
                  <c:v>5.4</c:v>
                </c:pt>
                <c:pt idx="11143">
                  <c:v>9</c:v>
                </c:pt>
                <c:pt idx="11144">
                  <c:v>6.1</c:v>
                </c:pt>
                <c:pt idx="11145">
                  <c:v>4.9000000000000004</c:v>
                </c:pt>
                <c:pt idx="11146">
                  <c:v>5</c:v>
                </c:pt>
                <c:pt idx="11147">
                  <c:v>4.8</c:v>
                </c:pt>
                <c:pt idx="11148">
                  <c:v>8</c:v>
                </c:pt>
                <c:pt idx="11149">
                  <c:v>8.1999999999999993</c:v>
                </c:pt>
                <c:pt idx="11150">
                  <c:v>8.1999999999999993</c:v>
                </c:pt>
                <c:pt idx="11151">
                  <c:v>4.0999999999999996</c:v>
                </c:pt>
                <c:pt idx="11152">
                  <c:v>9.9</c:v>
                </c:pt>
                <c:pt idx="11153">
                  <c:v>10</c:v>
                </c:pt>
                <c:pt idx="11154">
                  <c:v>8</c:v>
                </c:pt>
                <c:pt idx="11155">
                  <c:v>6.7</c:v>
                </c:pt>
                <c:pt idx="11156">
                  <c:v>4.9000000000000004</c:v>
                </c:pt>
                <c:pt idx="11157">
                  <c:v>7.9</c:v>
                </c:pt>
                <c:pt idx="11158">
                  <c:v>5.5</c:v>
                </c:pt>
                <c:pt idx="11159">
                  <c:v>5.4</c:v>
                </c:pt>
                <c:pt idx="11160">
                  <c:v>8.5</c:v>
                </c:pt>
                <c:pt idx="11161">
                  <c:v>9.4</c:v>
                </c:pt>
                <c:pt idx="11162">
                  <c:v>5.8</c:v>
                </c:pt>
                <c:pt idx="11163">
                  <c:v>4.7</c:v>
                </c:pt>
                <c:pt idx="11164">
                  <c:v>5.8</c:v>
                </c:pt>
                <c:pt idx="11165">
                  <c:v>5.3</c:v>
                </c:pt>
                <c:pt idx="11166">
                  <c:v>5.9</c:v>
                </c:pt>
                <c:pt idx="11167">
                  <c:v>5.2</c:v>
                </c:pt>
                <c:pt idx="11168">
                  <c:v>7</c:v>
                </c:pt>
                <c:pt idx="11169">
                  <c:v>5.9</c:v>
                </c:pt>
                <c:pt idx="11170">
                  <c:v>7</c:v>
                </c:pt>
                <c:pt idx="11171">
                  <c:v>8.3000000000000007</c:v>
                </c:pt>
                <c:pt idx="11172">
                  <c:v>9.8000000000000007</c:v>
                </c:pt>
                <c:pt idx="11173">
                  <c:v>8</c:v>
                </c:pt>
                <c:pt idx="11174">
                  <c:v>4.3</c:v>
                </c:pt>
                <c:pt idx="11175">
                  <c:v>5.8</c:v>
                </c:pt>
                <c:pt idx="11176">
                  <c:v>6.1</c:v>
                </c:pt>
                <c:pt idx="11177">
                  <c:v>7.3</c:v>
                </c:pt>
                <c:pt idx="11178">
                  <c:v>7.5</c:v>
                </c:pt>
                <c:pt idx="11179">
                  <c:v>9.5</c:v>
                </c:pt>
                <c:pt idx="11180">
                  <c:v>6.3</c:v>
                </c:pt>
                <c:pt idx="11181">
                  <c:v>9.5</c:v>
                </c:pt>
                <c:pt idx="11182">
                  <c:v>7.1</c:v>
                </c:pt>
                <c:pt idx="11183">
                  <c:v>7.3</c:v>
                </c:pt>
                <c:pt idx="11184">
                  <c:v>9</c:v>
                </c:pt>
                <c:pt idx="11185">
                  <c:v>4.2</c:v>
                </c:pt>
                <c:pt idx="11186">
                  <c:v>9.6999999999999993</c:v>
                </c:pt>
                <c:pt idx="11187">
                  <c:v>7.3</c:v>
                </c:pt>
                <c:pt idx="11188">
                  <c:v>7.2</c:v>
                </c:pt>
                <c:pt idx="11189">
                  <c:v>7.8</c:v>
                </c:pt>
                <c:pt idx="11190">
                  <c:v>9.5</c:v>
                </c:pt>
                <c:pt idx="11191">
                  <c:v>8.6999999999999993</c:v>
                </c:pt>
                <c:pt idx="11192">
                  <c:v>6.4</c:v>
                </c:pt>
                <c:pt idx="11193">
                  <c:v>5.4</c:v>
                </c:pt>
                <c:pt idx="11194">
                  <c:v>8</c:v>
                </c:pt>
                <c:pt idx="11195">
                  <c:v>5.4</c:v>
                </c:pt>
                <c:pt idx="11196">
                  <c:v>5.8</c:v>
                </c:pt>
                <c:pt idx="11197">
                  <c:v>8.6</c:v>
                </c:pt>
                <c:pt idx="11198">
                  <c:v>10</c:v>
                </c:pt>
                <c:pt idx="11199">
                  <c:v>4.0999999999999996</c:v>
                </c:pt>
                <c:pt idx="11200">
                  <c:v>6.1</c:v>
                </c:pt>
                <c:pt idx="11201">
                  <c:v>6.1</c:v>
                </c:pt>
                <c:pt idx="11202">
                  <c:v>8.3000000000000007</c:v>
                </c:pt>
                <c:pt idx="11203">
                  <c:v>8.6</c:v>
                </c:pt>
                <c:pt idx="11204">
                  <c:v>5.5</c:v>
                </c:pt>
                <c:pt idx="11205">
                  <c:v>6.5</c:v>
                </c:pt>
                <c:pt idx="11206">
                  <c:v>5.8</c:v>
                </c:pt>
                <c:pt idx="11207">
                  <c:v>9.4</c:v>
                </c:pt>
                <c:pt idx="11208">
                  <c:v>9.3000000000000007</c:v>
                </c:pt>
                <c:pt idx="11209">
                  <c:v>8.5</c:v>
                </c:pt>
                <c:pt idx="11210">
                  <c:v>9.1999999999999993</c:v>
                </c:pt>
                <c:pt idx="11211">
                  <c:v>7.5</c:v>
                </c:pt>
                <c:pt idx="11212">
                  <c:v>7.3</c:v>
                </c:pt>
                <c:pt idx="11213">
                  <c:v>5.6</c:v>
                </c:pt>
                <c:pt idx="11214">
                  <c:v>7.8</c:v>
                </c:pt>
                <c:pt idx="11215">
                  <c:v>5.4</c:v>
                </c:pt>
                <c:pt idx="11216">
                  <c:v>4.0999999999999996</c:v>
                </c:pt>
                <c:pt idx="11217">
                  <c:v>4.8</c:v>
                </c:pt>
                <c:pt idx="11218">
                  <c:v>7.7</c:v>
                </c:pt>
                <c:pt idx="11219">
                  <c:v>9.3000000000000007</c:v>
                </c:pt>
                <c:pt idx="11220">
                  <c:v>6.7</c:v>
                </c:pt>
                <c:pt idx="11221">
                  <c:v>6.6</c:v>
                </c:pt>
                <c:pt idx="11222">
                  <c:v>9.8000000000000007</c:v>
                </c:pt>
                <c:pt idx="11223">
                  <c:v>4.7</c:v>
                </c:pt>
                <c:pt idx="11224">
                  <c:v>7.5</c:v>
                </c:pt>
                <c:pt idx="11225">
                  <c:v>9</c:v>
                </c:pt>
                <c:pt idx="11226">
                  <c:v>5.4</c:v>
                </c:pt>
                <c:pt idx="11227">
                  <c:v>8.5</c:v>
                </c:pt>
                <c:pt idx="11228">
                  <c:v>5.3</c:v>
                </c:pt>
                <c:pt idx="11229">
                  <c:v>5.8</c:v>
                </c:pt>
                <c:pt idx="11230">
                  <c:v>5.6</c:v>
                </c:pt>
                <c:pt idx="11231">
                  <c:v>4.2</c:v>
                </c:pt>
                <c:pt idx="11232">
                  <c:v>7.3</c:v>
                </c:pt>
                <c:pt idx="11233">
                  <c:v>8.5</c:v>
                </c:pt>
                <c:pt idx="11234">
                  <c:v>8.6</c:v>
                </c:pt>
                <c:pt idx="11235">
                  <c:v>6.4</c:v>
                </c:pt>
                <c:pt idx="11236">
                  <c:v>5.3</c:v>
                </c:pt>
                <c:pt idx="11237">
                  <c:v>7.5</c:v>
                </c:pt>
                <c:pt idx="11238">
                  <c:v>10</c:v>
                </c:pt>
                <c:pt idx="11239">
                  <c:v>6.7</c:v>
                </c:pt>
                <c:pt idx="11240">
                  <c:v>7</c:v>
                </c:pt>
                <c:pt idx="11241">
                  <c:v>6</c:v>
                </c:pt>
                <c:pt idx="11242">
                  <c:v>5.4</c:v>
                </c:pt>
                <c:pt idx="11243">
                  <c:v>6.7</c:v>
                </c:pt>
                <c:pt idx="11244">
                  <c:v>4.8</c:v>
                </c:pt>
                <c:pt idx="11245">
                  <c:v>6.2</c:v>
                </c:pt>
                <c:pt idx="11246">
                  <c:v>6.3</c:v>
                </c:pt>
                <c:pt idx="11247">
                  <c:v>6.1</c:v>
                </c:pt>
                <c:pt idx="11248">
                  <c:v>7.8</c:v>
                </c:pt>
                <c:pt idx="11249">
                  <c:v>4.9000000000000004</c:v>
                </c:pt>
                <c:pt idx="11250">
                  <c:v>5.4</c:v>
                </c:pt>
                <c:pt idx="11251">
                  <c:v>8</c:v>
                </c:pt>
                <c:pt idx="11252">
                  <c:v>7.4</c:v>
                </c:pt>
                <c:pt idx="11253">
                  <c:v>7.1</c:v>
                </c:pt>
                <c:pt idx="11254">
                  <c:v>7.9</c:v>
                </c:pt>
                <c:pt idx="11255">
                  <c:v>9.4</c:v>
                </c:pt>
                <c:pt idx="11256">
                  <c:v>8</c:v>
                </c:pt>
                <c:pt idx="11257">
                  <c:v>7.7</c:v>
                </c:pt>
                <c:pt idx="11258">
                  <c:v>9</c:v>
                </c:pt>
                <c:pt idx="11259">
                  <c:v>7.6</c:v>
                </c:pt>
                <c:pt idx="11260">
                  <c:v>4.2</c:v>
                </c:pt>
                <c:pt idx="11261">
                  <c:v>4.5999999999999996</c:v>
                </c:pt>
                <c:pt idx="11262">
                  <c:v>5.6</c:v>
                </c:pt>
                <c:pt idx="11263">
                  <c:v>4.9000000000000004</c:v>
                </c:pt>
                <c:pt idx="11264">
                  <c:v>7.4</c:v>
                </c:pt>
                <c:pt idx="11265">
                  <c:v>7.6</c:v>
                </c:pt>
                <c:pt idx="11266">
                  <c:v>5.0999999999999996</c:v>
                </c:pt>
                <c:pt idx="11267">
                  <c:v>4.9000000000000004</c:v>
                </c:pt>
                <c:pt idx="11268">
                  <c:v>7.6</c:v>
                </c:pt>
                <c:pt idx="11269">
                  <c:v>7.4</c:v>
                </c:pt>
                <c:pt idx="11270">
                  <c:v>9.5</c:v>
                </c:pt>
                <c:pt idx="11271">
                  <c:v>9.5</c:v>
                </c:pt>
                <c:pt idx="11272">
                  <c:v>6.6</c:v>
                </c:pt>
                <c:pt idx="11273">
                  <c:v>6.9</c:v>
                </c:pt>
                <c:pt idx="11274">
                  <c:v>5.6</c:v>
                </c:pt>
                <c:pt idx="11275">
                  <c:v>6.1</c:v>
                </c:pt>
                <c:pt idx="11276">
                  <c:v>7</c:v>
                </c:pt>
                <c:pt idx="11277">
                  <c:v>4.2</c:v>
                </c:pt>
                <c:pt idx="11278">
                  <c:v>7.3</c:v>
                </c:pt>
                <c:pt idx="11279">
                  <c:v>6.3</c:v>
                </c:pt>
                <c:pt idx="11280">
                  <c:v>8</c:v>
                </c:pt>
                <c:pt idx="11281">
                  <c:v>9</c:v>
                </c:pt>
                <c:pt idx="11282">
                  <c:v>7</c:v>
                </c:pt>
                <c:pt idx="11283">
                  <c:v>7.5</c:v>
                </c:pt>
                <c:pt idx="11284">
                  <c:v>7.8</c:v>
                </c:pt>
                <c:pt idx="11285">
                  <c:v>4.7</c:v>
                </c:pt>
                <c:pt idx="11286">
                  <c:v>4.5</c:v>
                </c:pt>
                <c:pt idx="11287">
                  <c:v>9.3000000000000007</c:v>
                </c:pt>
                <c:pt idx="11288">
                  <c:v>7.1</c:v>
                </c:pt>
                <c:pt idx="11289">
                  <c:v>5</c:v>
                </c:pt>
                <c:pt idx="11290">
                  <c:v>6.9</c:v>
                </c:pt>
                <c:pt idx="11291">
                  <c:v>7.6</c:v>
                </c:pt>
                <c:pt idx="11292">
                  <c:v>9.9</c:v>
                </c:pt>
                <c:pt idx="11293">
                  <c:v>7.6</c:v>
                </c:pt>
                <c:pt idx="11294">
                  <c:v>9.4</c:v>
                </c:pt>
                <c:pt idx="11295">
                  <c:v>6.9</c:v>
                </c:pt>
                <c:pt idx="11296">
                  <c:v>4.7</c:v>
                </c:pt>
                <c:pt idx="11297">
                  <c:v>9.1999999999999993</c:v>
                </c:pt>
                <c:pt idx="11298">
                  <c:v>9.3000000000000007</c:v>
                </c:pt>
                <c:pt idx="11299">
                  <c:v>4.2</c:v>
                </c:pt>
                <c:pt idx="11300">
                  <c:v>7.6</c:v>
                </c:pt>
                <c:pt idx="11301">
                  <c:v>7.2</c:v>
                </c:pt>
                <c:pt idx="11302">
                  <c:v>6.2</c:v>
                </c:pt>
                <c:pt idx="11303">
                  <c:v>5.8</c:v>
                </c:pt>
                <c:pt idx="11304">
                  <c:v>6.2</c:v>
                </c:pt>
                <c:pt idx="11305">
                  <c:v>6</c:v>
                </c:pt>
                <c:pt idx="11306">
                  <c:v>6</c:v>
                </c:pt>
                <c:pt idx="11307">
                  <c:v>7.7</c:v>
                </c:pt>
                <c:pt idx="11308">
                  <c:v>8.9</c:v>
                </c:pt>
                <c:pt idx="11309">
                  <c:v>7.9</c:v>
                </c:pt>
                <c:pt idx="11310">
                  <c:v>6.5</c:v>
                </c:pt>
                <c:pt idx="11311">
                  <c:v>7.1</c:v>
                </c:pt>
                <c:pt idx="11312">
                  <c:v>8.1</c:v>
                </c:pt>
                <c:pt idx="11313">
                  <c:v>5.3</c:v>
                </c:pt>
                <c:pt idx="11314">
                  <c:v>8.4</c:v>
                </c:pt>
                <c:pt idx="11315">
                  <c:v>9.3000000000000007</c:v>
                </c:pt>
                <c:pt idx="11316">
                  <c:v>5.5</c:v>
                </c:pt>
                <c:pt idx="11317">
                  <c:v>7</c:v>
                </c:pt>
                <c:pt idx="11318">
                  <c:v>6.4</c:v>
                </c:pt>
                <c:pt idx="11319">
                  <c:v>9.1</c:v>
                </c:pt>
                <c:pt idx="11320">
                  <c:v>9.6999999999999993</c:v>
                </c:pt>
                <c:pt idx="11321">
                  <c:v>6.3</c:v>
                </c:pt>
                <c:pt idx="11322">
                  <c:v>4.8</c:v>
                </c:pt>
                <c:pt idx="11323">
                  <c:v>4.4000000000000004</c:v>
                </c:pt>
                <c:pt idx="11324">
                  <c:v>4.3</c:v>
                </c:pt>
                <c:pt idx="11325">
                  <c:v>4.2</c:v>
                </c:pt>
                <c:pt idx="11326">
                  <c:v>6</c:v>
                </c:pt>
                <c:pt idx="11327">
                  <c:v>8.5</c:v>
                </c:pt>
                <c:pt idx="11328">
                  <c:v>6.5</c:v>
                </c:pt>
                <c:pt idx="11329">
                  <c:v>8.6999999999999993</c:v>
                </c:pt>
                <c:pt idx="11330">
                  <c:v>6.9</c:v>
                </c:pt>
                <c:pt idx="11331">
                  <c:v>9.6999999999999993</c:v>
                </c:pt>
                <c:pt idx="11332">
                  <c:v>7.8</c:v>
                </c:pt>
                <c:pt idx="11333">
                  <c:v>6.2</c:v>
                </c:pt>
                <c:pt idx="11334">
                  <c:v>9</c:v>
                </c:pt>
                <c:pt idx="11335">
                  <c:v>9.4</c:v>
                </c:pt>
                <c:pt idx="11336">
                  <c:v>7.2</c:v>
                </c:pt>
                <c:pt idx="11337">
                  <c:v>5.3</c:v>
                </c:pt>
                <c:pt idx="11338">
                  <c:v>4.0999999999999996</c:v>
                </c:pt>
                <c:pt idx="11339">
                  <c:v>5.9</c:v>
                </c:pt>
                <c:pt idx="11340">
                  <c:v>4.0999999999999996</c:v>
                </c:pt>
                <c:pt idx="11341">
                  <c:v>9.8000000000000007</c:v>
                </c:pt>
                <c:pt idx="11342">
                  <c:v>8.9</c:v>
                </c:pt>
                <c:pt idx="11343">
                  <c:v>8.6999999999999993</c:v>
                </c:pt>
                <c:pt idx="11344">
                  <c:v>5.6</c:v>
                </c:pt>
                <c:pt idx="11345">
                  <c:v>7.4</c:v>
                </c:pt>
                <c:pt idx="11346">
                  <c:v>7.7</c:v>
                </c:pt>
                <c:pt idx="11347">
                  <c:v>8</c:v>
                </c:pt>
                <c:pt idx="11348">
                  <c:v>7.2</c:v>
                </c:pt>
                <c:pt idx="11349">
                  <c:v>9</c:v>
                </c:pt>
                <c:pt idx="11350">
                  <c:v>9.1</c:v>
                </c:pt>
                <c:pt idx="11351">
                  <c:v>4.3</c:v>
                </c:pt>
                <c:pt idx="11352">
                  <c:v>9.9</c:v>
                </c:pt>
                <c:pt idx="11353">
                  <c:v>9.1</c:v>
                </c:pt>
                <c:pt idx="11354">
                  <c:v>9.6999999999999993</c:v>
                </c:pt>
                <c:pt idx="11355">
                  <c:v>10</c:v>
                </c:pt>
                <c:pt idx="11356">
                  <c:v>7.8</c:v>
                </c:pt>
                <c:pt idx="11357">
                  <c:v>8.4</c:v>
                </c:pt>
                <c:pt idx="11358">
                  <c:v>8.4</c:v>
                </c:pt>
                <c:pt idx="11359">
                  <c:v>4.9000000000000004</c:v>
                </c:pt>
                <c:pt idx="11360">
                  <c:v>8.6</c:v>
                </c:pt>
                <c:pt idx="11361">
                  <c:v>4.0999999999999996</c:v>
                </c:pt>
                <c:pt idx="11362">
                  <c:v>9.5</c:v>
                </c:pt>
                <c:pt idx="11363">
                  <c:v>8.1</c:v>
                </c:pt>
                <c:pt idx="11364">
                  <c:v>7.2</c:v>
                </c:pt>
                <c:pt idx="11365">
                  <c:v>5.4</c:v>
                </c:pt>
                <c:pt idx="11366">
                  <c:v>6.8</c:v>
                </c:pt>
                <c:pt idx="11367">
                  <c:v>8.5</c:v>
                </c:pt>
                <c:pt idx="11368">
                  <c:v>9.9</c:v>
                </c:pt>
                <c:pt idx="11369">
                  <c:v>4.8</c:v>
                </c:pt>
                <c:pt idx="11370">
                  <c:v>4.9000000000000004</c:v>
                </c:pt>
                <c:pt idx="11371">
                  <c:v>6.3</c:v>
                </c:pt>
                <c:pt idx="11372">
                  <c:v>9.6999999999999993</c:v>
                </c:pt>
                <c:pt idx="11373">
                  <c:v>8.3000000000000007</c:v>
                </c:pt>
                <c:pt idx="11374">
                  <c:v>7.8</c:v>
                </c:pt>
                <c:pt idx="11375">
                  <c:v>7.2</c:v>
                </c:pt>
                <c:pt idx="11376">
                  <c:v>9.5</c:v>
                </c:pt>
                <c:pt idx="11377">
                  <c:v>5.2</c:v>
                </c:pt>
                <c:pt idx="11378">
                  <c:v>5.0999999999999996</c:v>
                </c:pt>
                <c:pt idx="11379">
                  <c:v>9.9</c:v>
                </c:pt>
                <c:pt idx="11380">
                  <c:v>9.8000000000000007</c:v>
                </c:pt>
                <c:pt idx="11381">
                  <c:v>7.8</c:v>
                </c:pt>
                <c:pt idx="11382">
                  <c:v>8.3000000000000007</c:v>
                </c:pt>
                <c:pt idx="11383">
                  <c:v>9.1</c:v>
                </c:pt>
                <c:pt idx="11384">
                  <c:v>9.8000000000000007</c:v>
                </c:pt>
                <c:pt idx="11385">
                  <c:v>6</c:v>
                </c:pt>
                <c:pt idx="11386">
                  <c:v>6.8</c:v>
                </c:pt>
                <c:pt idx="11387">
                  <c:v>5.6</c:v>
                </c:pt>
                <c:pt idx="11388">
                  <c:v>5.5</c:v>
                </c:pt>
                <c:pt idx="11389">
                  <c:v>4.4000000000000004</c:v>
                </c:pt>
                <c:pt idx="11390">
                  <c:v>9.4</c:v>
                </c:pt>
                <c:pt idx="11391">
                  <c:v>4.2</c:v>
                </c:pt>
                <c:pt idx="11392">
                  <c:v>5.8</c:v>
                </c:pt>
                <c:pt idx="11393">
                  <c:v>8.1</c:v>
                </c:pt>
                <c:pt idx="11394">
                  <c:v>5.5</c:v>
                </c:pt>
                <c:pt idx="11395">
                  <c:v>5.8</c:v>
                </c:pt>
                <c:pt idx="11396">
                  <c:v>4.2</c:v>
                </c:pt>
                <c:pt idx="11397">
                  <c:v>5.3</c:v>
                </c:pt>
                <c:pt idx="11398">
                  <c:v>5.0999999999999996</c:v>
                </c:pt>
                <c:pt idx="11399">
                  <c:v>7.9</c:v>
                </c:pt>
                <c:pt idx="11400">
                  <c:v>8.1</c:v>
                </c:pt>
                <c:pt idx="11401">
                  <c:v>4.7</c:v>
                </c:pt>
                <c:pt idx="11402">
                  <c:v>7.8</c:v>
                </c:pt>
                <c:pt idx="11403">
                  <c:v>5.3</c:v>
                </c:pt>
                <c:pt idx="11404">
                  <c:v>5.3</c:v>
                </c:pt>
                <c:pt idx="11405">
                  <c:v>4.5999999999999996</c:v>
                </c:pt>
                <c:pt idx="11406">
                  <c:v>5.3</c:v>
                </c:pt>
                <c:pt idx="11407">
                  <c:v>7.9</c:v>
                </c:pt>
                <c:pt idx="11408">
                  <c:v>9.1</c:v>
                </c:pt>
                <c:pt idx="11409">
                  <c:v>9.9</c:v>
                </c:pt>
                <c:pt idx="11410">
                  <c:v>8.5</c:v>
                </c:pt>
                <c:pt idx="11411">
                  <c:v>6.7</c:v>
                </c:pt>
                <c:pt idx="11412">
                  <c:v>4.4000000000000004</c:v>
                </c:pt>
                <c:pt idx="11413">
                  <c:v>6.8</c:v>
                </c:pt>
                <c:pt idx="11414">
                  <c:v>6.4</c:v>
                </c:pt>
                <c:pt idx="11415">
                  <c:v>4.7</c:v>
                </c:pt>
                <c:pt idx="11416">
                  <c:v>4.3</c:v>
                </c:pt>
                <c:pt idx="11417">
                  <c:v>7.1</c:v>
                </c:pt>
                <c:pt idx="11418">
                  <c:v>9.1</c:v>
                </c:pt>
                <c:pt idx="11419">
                  <c:v>4.4000000000000004</c:v>
                </c:pt>
                <c:pt idx="11420">
                  <c:v>4.7</c:v>
                </c:pt>
                <c:pt idx="11421">
                  <c:v>9.6999999999999993</c:v>
                </c:pt>
                <c:pt idx="11422">
                  <c:v>9.4</c:v>
                </c:pt>
                <c:pt idx="11423">
                  <c:v>5.0999999999999996</c:v>
                </c:pt>
                <c:pt idx="11424">
                  <c:v>8.8000000000000007</c:v>
                </c:pt>
                <c:pt idx="11425">
                  <c:v>8.5</c:v>
                </c:pt>
                <c:pt idx="11426">
                  <c:v>8.1999999999999993</c:v>
                </c:pt>
                <c:pt idx="11427">
                  <c:v>9.6999999999999993</c:v>
                </c:pt>
                <c:pt idx="11428">
                  <c:v>7.9</c:v>
                </c:pt>
                <c:pt idx="11429">
                  <c:v>5.4</c:v>
                </c:pt>
                <c:pt idx="11430">
                  <c:v>7.9</c:v>
                </c:pt>
                <c:pt idx="11431">
                  <c:v>9.1999999999999993</c:v>
                </c:pt>
                <c:pt idx="11432">
                  <c:v>8.5</c:v>
                </c:pt>
                <c:pt idx="11433">
                  <c:v>9.6</c:v>
                </c:pt>
                <c:pt idx="11434">
                  <c:v>7.3</c:v>
                </c:pt>
                <c:pt idx="11435">
                  <c:v>4.5</c:v>
                </c:pt>
                <c:pt idx="11436">
                  <c:v>5.5</c:v>
                </c:pt>
                <c:pt idx="11437">
                  <c:v>7</c:v>
                </c:pt>
                <c:pt idx="11438">
                  <c:v>8.3000000000000007</c:v>
                </c:pt>
                <c:pt idx="11439">
                  <c:v>5.3</c:v>
                </c:pt>
                <c:pt idx="11440">
                  <c:v>9.6999999999999993</c:v>
                </c:pt>
                <c:pt idx="11441">
                  <c:v>4.0999999999999996</c:v>
                </c:pt>
                <c:pt idx="11442">
                  <c:v>7.9</c:v>
                </c:pt>
                <c:pt idx="11443">
                  <c:v>8.6</c:v>
                </c:pt>
                <c:pt idx="11444">
                  <c:v>9.9</c:v>
                </c:pt>
                <c:pt idx="11445">
                  <c:v>9.6</c:v>
                </c:pt>
                <c:pt idx="11446">
                  <c:v>8.1</c:v>
                </c:pt>
                <c:pt idx="11447">
                  <c:v>8.6999999999999993</c:v>
                </c:pt>
                <c:pt idx="11448">
                  <c:v>9.1999999999999993</c:v>
                </c:pt>
                <c:pt idx="11449">
                  <c:v>6.8</c:v>
                </c:pt>
                <c:pt idx="11450">
                  <c:v>7.7</c:v>
                </c:pt>
                <c:pt idx="11451">
                  <c:v>9.9</c:v>
                </c:pt>
                <c:pt idx="11452">
                  <c:v>4.5999999999999996</c:v>
                </c:pt>
                <c:pt idx="11453">
                  <c:v>9</c:v>
                </c:pt>
                <c:pt idx="11454">
                  <c:v>4.2</c:v>
                </c:pt>
                <c:pt idx="11455">
                  <c:v>5.4</c:v>
                </c:pt>
                <c:pt idx="11456">
                  <c:v>9.5</c:v>
                </c:pt>
                <c:pt idx="11457">
                  <c:v>8.3000000000000007</c:v>
                </c:pt>
                <c:pt idx="11458">
                  <c:v>4.5999999999999996</c:v>
                </c:pt>
                <c:pt idx="11459">
                  <c:v>8.3000000000000007</c:v>
                </c:pt>
                <c:pt idx="11460">
                  <c:v>6.9</c:v>
                </c:pt>
                <c:pt idx="11461">
                  <c:v>5</c:v>
                </c:pt>
                <c:pt idx="11462">
                  <c:v>9.9</c:v>
                </c:pt>
                <c:pt idx="11463">
                  <c:v>9.9</c:v>
                </c:pt>
                <c:pt idx="11464">
                  <c:v>7.9</c:v>
                </c:pt>
                <c:pt idx="11465">
                  <c:v>8</c:v>
                </c:pt>
                <c:pt idx="11466">
                  <c:v>9.4</c:v>
                </c:pt>
                <c:pt idx="11467">
                  <c:v>7.6</c:v>
                </c:pt>
                <c:pt idx="11468">
                  <c:v>5.9</c:v>
                </c:pt>
                <c:pt idx="11469">
                  <c:v>6.2</c:v>
                </c:pt>
                <c:pt idx="11470">
                  <c:v>9.9</c:v>
                </c:pt>
                <c:pt idx="11471">
                  <c:v>5.3</c:v>
                </c:pt>
                <c:pt idx="11472">
                  <c:v>6.8</c:v>
                </c:pt>
                <c:pt idx="11473">
                  <c:v>4.5</c:v>
                </c:pt>
                <c:pt idx="11474">
                  <c:v>5.3</c:v>
                </c:pt>
                <c:pt idx="11475">
                  <c:v>9.4</c:v>
                </c:pt>
                <c:pt idx="11476">
                  <c:v>8.3000000000000007</c:v>
                </c:pt>
                <c:pt idx="11477">
                  <c:v>9.6999999999999993</c:v>
                </c:pt>
                <c:pt idx="11478">
                  <c:v>9.6999999999999993</c:v>
                </c:pt>
                <c:pt idx="11479">
                  <c:v>8.3000000000000007</c:v>
                </c:pt>
                <c:pt idx="11480">
                  <c:v>9.1999999999999993</c:v>
                </c:pt>
                <c:pt idx="11481">
                  <c:v>4.0999999999999996</c:v>
                </c:pt>
                <c:pt idx="11482">
                  <c:v>8.4</c:v>
                </c:pt>
                <c:pt idx="11483">
                  <c:v>7.8</c:v>
                </c:pt>
                <c:pt idx="11484">
                  <c:v>4.3</c:v>
                </c:pt>
                <c:pt idx="11485">
                  <c:v>7.3</c:v>
                </c:pt>
                <c:pt idx="11486">
                  <c:v>8.4</c:v>
                </c:pt>
                <c:pt idx="11487">
                  <c:v>8.1999999999999993</c:v>
                </c:pt>
                <c:pt idx="11488">
                  <c:v>8.3000000000000007</c:v>
                </c:pt>
                <c:pt idx="11489">
                  <c:v>7.3</c:v>
                </c:pt>
                <c:pt idx="11490">
                  <c:v>5.0999999999999996</c:v>
                </c:pt>
                <c:pt idx="11491">
                  <c:v>6</c:v>
                </c:pt>
                <c:pt idx="11492">
                  <c:v>9.9</c:v>
                </c:pt>
                <c:pt idx="11493">
                  <c:v>5</c:v>
                </c:pt>
                <c:pt idx="11494">
                  <c:v>4.5999999999999996</c:v>
                </c:pt>
                <c:pt idx="11495">
                  <c:v>8.5</c:v>
                </c:pt>
                <c:pt idx="11496">
                  <c:v>6</c:v>
                </c:pt>
                <c:pt idx="11497">
                  <c:v>9.6</c:v>
                </c:pt>
                <c:pt idx="11498">
                  <c:v>5.2</c:v>
                </c:pt>
                <c:pt idx="11499">
                  <c:v>9.1</c:v>
                </c:pt>
                <c:pt idx="11500">
                  <c:v>6.2</c:v>
                </c:pt>
                <c:pt idx="11501">
                  <c:v>9.8000000000000007</c:v>
                </c:pt>
                <c:pt idx="11502">
                  <c:v>5.0999999999999996</c:v>
                </c:pt>
                <c:pt idx="11503">
                  <c:v>7.8</c:v>
                </c:pt>
                <c:pt idx="11504">
                  <c:v>5.6</c:v>
                </c:pt>
                <c:pt idx="11505">
                  <c:v>8.1999999999999993</c:v>
                </c:pt>
                <c:pt idx="11506">
                  <c:v>8.1</c:v>
                </c:pt>
                <c:pt idx="11507">
                  <c:v>6</c:v>
                </c:pt>
                <c:pt idx="11508">
                  <c:v>9.4</c:v>
                </c:pt>
                <c:pt idx="11509">
                  <c:v>7.1</c:v>
                </c:pt>
                <c:pt idx="11510">
                  <c:v>6.1</c:v>
                </c:pt>
                <c:pt idx="11511">
                  <c:v>8.3000000000000007</c:v>
                </c:pt>
                <c:pt idx="11512">
                  <c:v>7.9</c:v>
                </c:pt>
                <c:pt idx="11513">
                  <c:v>7.3</c:v>
                </c:pt>
                <c:pt idx="11514">
                  <c:v>5.7</c:v>
                </c:pt>
                <c:pt idx="11515">
                  <c:v>9.5</c:v>
                </c:pt>
                <c:pt idx="11516">
                  <c:v>6.6</c:v>
                </c:pt>
                <c:pt idx="11517">
                  <c:v>9.4</c:v>
                </c:pt>
                <c:pt idx="11518">
                  <c:v>9.9</c:v>
                </c:pt>
                <c:pt idx="11519">
                  <c:v>9.4</c:v>
                </c:pt>
                <c:pt idx="11520">
                  <c:v>8.4</c:v>
                </c:pt>
                <c:pt idx="11521">
                  <c:v>5.2</c:v>
                </c:pt>
                <c:pt idx="11522">
                  <c:v>4.4000000000000004</c:v>
                </c:pt>
                <c:pt idx="11523">
                  <c:v>6.1</c:v>
                </c:pt>
                <c:pt idx="11524">
                  <c:v>5.8</c:v>
                </c:pt>
                <c:pt idx="11525">
                  <c:v>5.7</c:v>
                </c:pt>
                <c:pt idx="11526">
                  <c:v>9.9</c:v>
                </c:pt>
                <c:pt idx="11527">
                  <c:v>5.8</c:v>
                </c:pt>
                <c:pt idx="11528">
                  <c:v>9.3000000000000007</c:v>
                </c:pt>
                <c:pt idx="11529">
                  <c:v>6.6</c:v>
                </c:pt>
                <c:pt idx="11530">
                  <c:v>5.5</c:v>
                </c:pt>
                <c:pt idx="11531">
                  <c:v>9.4</c:v>
                </c:pt>
                <c:pt idx="11532">
                  <c:v>4.7</c:v>
                </c:pt>
                <c:pt idx="11533">
                  <c:v>9.1999999999999993</c:v>
                </c:pt>
                <c:pt idx="11534">
                  <c:v>7.8</c:v>
                </c:pt>
                <c:pt idx="11535">
                  <c:v>7.5</c:v>
                </c:pt>
                <c:pt idx="11536">
                  <c:v>9.5</c:v>
                </c:pt>
                <c:pt idx="11537">
                  <c:v>9.8000000000000007</c:v>
                </c:pt>
                <c:pt idx="11538">
                  <c:v>6.7</c:v>
                </c:pt>
                <c:pt idx="11539">
                  <c:v>5.4</c:v>
                </c:pt>
                <c:pt idx="11540">
                  <c:v>9.5</c:v>
                </c:pt>
                <c:pt idx="11541">
                  <c:v>9.3000000000000007</c:v>
                </c:pt>
                <c:pt idx="11542">
                  <c:v>6.3</c:v>
                </c:pt>
                <c:pt idx="11543">
                  <c:v>4.8</c:v>
                </c:pt>
                <c:pt idx="11544">
                  <c:v>6.5</c:v>
                </c:pt>
                <c:pt idx="11545">
                  <c:v>4.8</c:v>
                </c:pt>
                <c:pt idx="11546">
                  <c:v>4.4000000000000004</c:v>
                </c:pt>
                <c:pt idx="11547">
                  <c:v>7</c:v>
                </c:pt>
                <c:pt idx="11548">
                  <c:v>7.9</c:v>
                </c:pt>
                <c:pt idx="11549">
                  <c:v>6.3</c:v>
                </c:pt>
                <c:pt idx="11550">
                  <c:v>6.6</c:v>
                </c:pt>
                <c:pt idx="11551">
                  <c:v>7.3</c:v>
                </c:pt>
                <c:pt idx="11552">
                  <c:v>4.7</c:v>
                </c:pt>
                <c:pt idx="11553">
                  <c:v>5.7</c:v>
                </c:pt>
                <c:pt idx="11554">
                  <c:v>5.8</c:v>
                </c:pt>
                <c:pt idx="11555">
                  <c:v>9.3000000000000007</c:v>
                </c:pt>
                <c:pt idx="11556">
                  <c:v>7.7</c:v>
                </c:pt>
                <c:pt idx="11557">
                  <c:v>4.4000000000000004</c:v>
                </c:pt>
                <c:pt idx="11558">
                  <c:v>4.5</c:v>
                </c:pt>
                <c:pt idx="11559">
                  <c:v>8</c:v>
                </c:pt>
                <c:pt idx="11560">
                  <c:v>6.8</c:v>
                </c:pt>
                <c:pt idx="11561">
                  <c:v>7.4</c:v>
                </c:pt>
                <c:pt idx="11562">
                  <c:v>5.3</c:v>
                </c:pt>
                <c:pt idx="11563">
                  <c:v>9.6999999999999993</c:v>
                </c:pt>
                <c:pt idx="11564">
                  <c:v>8.4</c:v>
                </c:pt>
                <c:pt idx="11565">
                  <c:v>8.4</c:v>
                </c:pt>
                <c:pt idx="11566">
                  <c:v>8.8000000000000007</c:v>
                </c:pt>
                <c:pt idx="11567">
                  <c:v>9.5</c:v>
                </c:pt>
                <c:pt idx="11568">
                  <c:v>9.6</c:v>
                </c:pt>
                <c:pt idx="11569">
                  <c:v>7.2</c:v>
                </c:pt>
                <c:pt idx="11570">
                  <c:v>4.9000000000000004</c:v>
                </c:pt>
                <c:pt idx="11571">
                  <c:v>6.1</c:v>
                </c:pt>
                <c:pt idx="11572">
                  <c:v>8.1999999999999993</c:v>
                </c:pt>
                <c:pt idx="11573">
                  <c:v>7.9</c:v>
                </c:pt>
                <c:pt idx="11574">
                  <c:v>4.7</c:v>
                </c:pt>
                <c:pt idx="11575">
                  <c:v>7.1</c:v>
                </c:pt>
                <c:pt idx="11576">
                  <c:v>7.1</c:v>
                </c:pt>
                <c:pt idx="11577">
                  <c:v>7.5</c:v>
                </c:pt>
                <c:pt idx="11578">
                  <c:v>6.5</c:v>
                </c:pt>
                <c:pt idx="11579">
                  <c:v>4.3</c:v>
                </c:pt>
                <c:pt idx="11580">
                  <c:v>9.3000000000000007</c:v>
                </c:pt>
                <c:pt idx="11581">
                  <c:v>9.6</c:v>
                </c:pt>
                <c:pt idx="11582">
                  <c:v>7.7</c:v>
                </c:pt>
                <c:pt idx="11583">
                  <c:v>5.3</c:v>
                </c:pt>
                <c:pt idx="11584">
                  <c:v>6</c:v>
                </c:pt>
                <c:pt idx="11585">
                  <c:v>9.9</c:v>
                </c:pt>
                <c:pt idx="11586">
                  <c:v>5.2</c:v>
                </c:pt>
                <c:pt idx="11587">
                  <c:v>7.7</c:v>
                </c:pt>
                <c:pt idx="11588">
                  <c:v>4</c:v>
                </c:pt>
                <c:pt idx="11589">
                  <c:v>4.5999999999999996</c:v>
                </c:pt>
                <c:pt idx="11590">
                  <c:v>9.1999999999999993</c:v>
                </c:pt>
                <c:pt idx="11591">
                  <c:v>5.5</c:v>
                </c:pt>
                <c:pt idx="11592">
                  <c:v>5</c:v>
                </c:pt>
                <c:pt idx="11593">
                  <c:v>5.9</c:v>
                </c:pt>
                <c:pt idx="11594">
                  <c:v>5.0999999999999996</c:v>
                </c:pt>
                <c:pt idx="11595">
                  <c:v>7.9</c:v>
                </c:pt>
                <c:pt idx="11596">
                  <c:v>4.3</c:v>
                </c:pt>
                <c:pt idx="11597">
                  <c:v>10</c:v>
                </c:pt>
                <c:pt idx="11598">
                  <c:v>4</c:v>
                </c:pt>
                <c:pt idx="11599">
                  <c:v>9.6999999999999993</c:v>
                </c:pt>
                <c:pt idx="11600">
                  <c:v>5.5</c:v>
                </c:pt>
                <c:pt idx="11601">
                  <c:v>8.6</c:v>
                </c:pt>
                <c:pt idx="11602">
                  <c:v>5.2</c:v>
                </c:pt>
                <c:pt idx="11603">
                  <c:v>6.9</c:v>
                </c:pt>
                <c:pt idx="11604">
                  <c:v>5.7</c:v>
                </c:pt>
                <c:pt idx="11605">
                  <c:v>6.8</c:v>
                </c:pt>
                <c:pt idx="11606">
                  <c:v>4</c:v>
                </c:pt>
                <c:pt idx="11607">
                  <c:v>9.4</c:v>
                </c:pt>
                <c:pt idx="11608">
                  <c:v>9.9</c:v>
                </c:pt>
                <c:pt idx="11609">
                  <c:v>6.1</c:v>
                </c:pt>
                <c:pt idx="11610">
                  <c:v>4.5</c:v>
                </c:pt>
                <c:pt idx="11611">
                  <c:v>4.2</c:v>
                </c:pt>
                <c:pt idx="11612">
                  <c:v>8.6999999999999993</c:v>
                </c:pt>
                <c:pt idx="11613">
                  <c:v>8.1999999999999993</c:v>
                </c:pt>
                <c:pt idx="11614">
                  <c:v>5</c:v>
                </c:pt>
                <c:pt idx="11615">
                  <c:v>7.4</c:v>
                </c:pt>
                <c:pt idx="11616">
                  <c:v>5</c:v>
                </c:pt>
                <c:pt idx="11617">
                  <c:v>7.6</c:v>
                </c:pt>
                <c:pt idx="11618">
                  <c:v>7.5</c:v>
                </c:pt>
                <c:pt idx="11619">
                  <c:v>8.3000000000000007</c:v>
                </c:pt>
                <c:pt idx="11620">
                  <c:v>7.6</c:v>
                </c:pt>
                <c:pt idx="11621">
                  <c:v>8.6</c:v>
                </c:pt>
                <c:pt idx="11622">
                  <c:v>7.5</c:v>
                </c:pt>
                <c:pt idx="11623">
                  <c:v>9.6999999999999993</c:v>
                </c:pt>
                <c:pt idx="11624">
                  <c:v>4.2</c:v>
                </c:pt>
                <c:pt idx="11625">
                  <c:v>8.6</c:v>
                </c:pt>
                <c:pt idx="11626">
                  <c:v>4.2</c:v>
                </c:pt>
                <c:pt idx="11627">
                  <c:v>9.1999999999999993</c:v>
                </c:pt>
                <c:pt idx="11628">
                  <c:v>9.3000000000000007</c:v>
                </c:pt>
                <c:pt idx="11629">
                  <c:v>8.1</c:v>
                </c:pt>
                <c:pt idx="11630">
                  <c:v>6.9</c:v>
                </c:pt>
                <c:pt idx="11631">
                  <c:v>7.6</c:v>
                </c:pt>
                <c:pt idx="11632">
                  <c:v>6.7</c:v>
                </c:pt>
                <c:pt idx="11633">
                  <c:v>4.4000000000000004</c:v>
                </c:pt>
                <c:pt idx="11634">
                  <c:v>7</c:v>
                </c:pt>
                <c:pt idx="11635">
                  <c:v>8</c:v>
                </c:pt>
                <c:pt idx="11636">
                  <c:v>4.4000000000000004</c:v>
                </c:pt>
                <c:pt idx="11637">
                  <c:v>4.5999999999999996</c:v>
                </c:pt>
                <c:pt idx="11638">
                  <c:v>6.7</c:v>
                </c:pt>
                <c:pt idx="11639">
                  <c:v>4.7</c:v>
                </c:pt>
                <c:pt idx="11640">
                  <c:v>5.8</c:v>
                </c:pt>
                <c:pt idx="11641">
                  <c:v>5.9</c:v>
                </c:pt>
                <c:pt idx="11642">
                  <c:v>4.2</c:v>
                </c:pt>
                <c:pt idx="11643">
                  <c:v>7.2</c:v>
                </c:pt>
                <c:pt idx="11644">
                  <c:v>9.4</c:v>
                </c:pt>
                <c:pt idx="11645">
                  <c:v>6.3</c:v>
                </c:pt>
                <c:pt idx="11646">
                  <c:v>7.7</c:v>
                </c:pt>
                <c:pt idx="11647">
                  <c:v>9.9</c:v>
                </c:pt>
                <c:pt idx="11648">
                  <c:v>7.5</c:v>
                </c:pt>
                <c:pt idx="11649">
                  <c:v>4.8</c:v>
                </c:pt>
                <c:pt idx="11650">
                  <c:v>8.5</c:v>
                </c:pt>
                <c:pt idx="11651">
                  <c:v>9.1</c:v>
                </c:pt>
                <c:pt idx="11652">
                  <c:v>6.5</c:v>
                </c:pt>
                <c:pt idx="11653">
                  <c:v>6.9</c:v>
                </c:pt>
                <c:pt idx="11654">
                  <c:v>5.3</c:v>
                </c:pt>
                <c:pt idx="11655">
                  <c:v>7.2</c:v>
                </c:pt>
                <c:pt idx="11656">
                  <c:v>4.7</c:v>
                </c:pt>
                <c:pt idx="11657">
                  <c:v>7.7</c:v>
                </c:pt>
                <c:pt idx="11658">
                  <c:v>9.1999999999999993</c:v>
                </c:pt>
                <c:pt idx="11659">
                  <c:v>8.9</c:v>
                </c:pt>
                <c:pt idx="11660">
                  <c:v>4.8</c:v>
                </c:pt>
                <c:pt idx="11661">
                  <c:v>7.9</c:v>
                </c:pt>
                <c:pt idx="11662">
                  <c:v>5.8</c:v>
                </c:pt>
                <c:pt idx="11663">
                  <c:v>6.5</c:v>
                </c:pt>
                <c:pt idx="11664">
                  <c:v>9.8000000000000007</c:v>
                </c:pt>
                <c:pt idx="11665">
                  <c:v>8.5</c:v>
                </c:pt>
                <c:pt idx="11666">
                  <c:v>8.3000000000000007</c:v>
                </c:pt>
                <c:pt idx="11667">
                  <c:v>8.1999999999999993</c:v>
                </c:pt>
                <c:pt idx="11668">
                  <c:v>8</c:v>
                </c:pt>
                <c:pt idx="11669">
                  <c:v>6.1</c:v>
                </c:pt>
                <c:pt idx="11670">
                  <c:v>8.6</c:v>
                </c:pt>
                <c:pt idx="11671">
                  <c:v>6</c:v>
                </c:pt>
                <c:pt idx="11672">
                  <c:v>7</c:v>
                </c:pt>
                <c:pt idx="11673">
                  <c:v>5.2</c:v>
                </c:pt>
                <c:pt idx="11674">
                  <c:v>9.1</c:v>
                </c:pt>
                <c:pt idx="11675">
                  <c:v>6.2</c:v>
                </c:pt>
                <c:pt idx="11676">
                  <c:v>4.9000000000000004</c:v>
                </c:pt>
                <c:pt idx="11677">
                  <c:v>5.0999999999999996</c:v>
                </c:pt>
                <c:pt idx="11678">
                  <c:v>8.6</c:v>
                </c:pt>
                <c:pt idx="11679">
                  <c:v>7.9</c:v>
                </c:pt>
                <c:pt idx="11680">
                  <c:v>7</c:v>
                </c:pt>
                <c:pt idx="11681">
                  <c:v>4.9000000000000004</c:v>
                </c:pt>
                <c:pt idx="11682">
                  <c:v>6.6</c:v>
                </c:pt>
                <c:pt idx="11683">
                  <c:v>6.9</c:v>
                </c:pt>
                <c:pt idx="11684">
                  <c:v>7.7</c:v>
                </c:pt>
                <c:pt idx="11685">
                  <c:v>8.6999999999999993</c:v>
                </c:pt>
                <c:pt idx="11686">
                  <c:v>9.1999999999999993</c:v>
                </c:pt>
                <c:pt idx="11687">
                  <c:v>9.6</c:v>
                </c:pt>
                <c:pt idx="11688">
                  <c:v>9.5</c:v>
                </c:pt>
                <c:pt idx="11689">
                  <c:v>4.5</c:v>
                </c:pt>
                <c:pt idx="11690">
                  <c:v>9.1999999999999993</c:v>
                </c:pt>
                <c:pt idx="11691">
                  <c:v>8.6999999999999993</c:v>
                </c:pt>
                <c:pt idx="11692">
                  <c:v>9.5</c:v>
                </c:pt>
                <c:pt idx="11693">
                  <c:v>6.5</c:v>
                </c:pt>
                <c:pt idx="11694">
                  <c:v>8.1</c:v>
                </c:pt>
                <c:pt idx="11695">
                  <c:v>9.3000000000000007</c:v>
                </c:pt>
                <c:pt idx="11696">
                  <c:v>9.3000000000000007</c:v>
                </c:pt>
                <c:pt idx="11697">
                  <c:v>7.5</c:v>
                </c:pt>
                <c:pt idx="11698">
                  <c:v>8.5</c:v>
                </c:pt>
                <c:pt idx="11699">
                  <c:v>4.2</c:v>
                </c:pt>
                <c:pt idx="11700">
                  <c:v>8</c:v>
                </c:pt>
                <c:pt idx="11701">
                  <c:v>9.8000000000000007</c:v>
                </c:pt>
                <c:pt idx="11702">
                  <c:v>5.2</c:v>
                </c:pt>
                <c:pt idx="11703">
                  <c:v>8.3000000000000007</c:v>
                </c:pt>
                <c:pt idx="11704">
                  <c:v>7.1</c:v>
                </c:pt>
                <c:pt idx="11705">
                  <c:v>4.0999999999999996</c:v>
                </c:pt>
                <c:pt idx="11706">
                  <c:v>8</c:v>
                </c:pt>
                <c:pt idx="11707">
                  <c:v>6.6</c:v>
                </c:pt>
                <c:pt idx="11708">
                  <c:v>5.3</c:v>
                </c:pt>
                <c:pt idx="11709">
                  <c:v>6.7</c:v>
                </c:pt>
                <c:pt idx="11710">
                  <c:v>7.3</c:v>
                </c:pt>
                <c:pt idx="11711">
                  <c:v>8.1999999999999993</c:v>
                </c:pt>
                <c:pt idx="11712">
                  <c:v>6.4</c:v>
                </c:pt>
                <c:pt idx="11713">
                  <c:v>6.8</c:v>
                </c:pt>
                <c:pt idx="11714">
                  <c:v>8.4</c:v>
                </c:pt>
                <c:pt idx="11715">
                  <c:v>8</c:v>
                </c:pt>
                <c:pt idx="11716">
                  <c:v>8.6999999999999993</c:v>
                </c:pt>
                <c:pt idx="11717">
                  <c:v>8.6</c:v>
                </c:pt>
                <c:pt idx="11718">
                  <c:v>9.6</c:v>
                </c:pt>
                <c:pt idx="11719">
                  <c:v>9.4</c:v>
                </c:pt>
                <c:pt idx="11720">
                  <c:v>7.1</c:v>
                </c:pt>
                <c:pt idx="11721">
                  <c:v>9.1</c:v>
                </c:pt>
                <c:pt idx="11722">
                  <c:v>8.1</c:v>
                </c:pt>
                <c:pt idx="11723">
                  <c:v>6.8</c:v>
                </c:pt>
                <c:pt idx="11724">
                  <c:v>9.5</c:v>
                </c:pt>
                <c:pt idx="11725">
                  <c:v>8.6999999999999993</c:v>
                </c:pt>
                <c:pt idx="11726">
                  <c:v>6.2</c:v>
                </c:pt>
                <c:pt idx="11727">
                  <c:v>5</c:v>
                </c:pt>
                <c:pt idx="11728">
                  <c:v>8.4</c:v>
                </c:pt>
                <c:pt idx="11729">
                  <c:v>9</c:v>
                </c:pt>
                <c:pt idx="11730">
                  <c:v>8.8000000000000007</c:v>
                </c:pt>
                <c:pt idx="11731">
                  <c:v>4.8</c:v>
                </c:pt>
                <c:pt idx="11732">
                  <c:v>4.3</c:v>
                </c:pt>
                <c:pt idx="11733">
                  <c:v>4.5999999999999996</c:v>
                </c:pt>
                <c:pt idx="11734">
                  <c:v>7.9</c:v>
                </c:pt>
                <c:pt idx="11735">
                  <c:v>6.5</c:v>
                </c:pt>
                <c:pt idx="11736">
                  <c:v>7.2</c:v>
                </c:pt>
                <c:pt idx="11737">
                  <c:v>9.1</c:v>
                </c:pt>
                <c:pt idx="11738">
                  <c:v>7.8</c:v>
                </c:pt>
                <c:pt idx="11739">
                  <c:v>7.8</c:v>
                </c:pt>
                <c:pt idx="11740">
                  <c:v>6.4</c:v>
                </c:pt>
                <c:pt idx="11741">
                  <c:v>9.5</c:v>
                </c:pt>
                <c:pt idx="11742">
                  <c:v>5.9</c:v>
                </c:pt>
                <c:pt idx="11743">
                  <c:v>9.3000000000000007</c:v>
                </c:pt>
                <c:pt idx="11744">
                  <c:v>6.2</c:v>
                </c:pt>
                <c:pt idx="11745">
                  <c:v>8.1</c:v>
                </c:pt>
                <c:pt idx="11746">
                  <c:v>8.1999999999999993</c:v>
                </c:pt>
                <c:pt idx="11747">
                  <c:v>10</c:v>
                </c:pt>
                <c:pt idx="11748">
                  <c:v>9.4</c:v>
                </c:pt>
                <c:pt idx="11749">
                  <c:v>9</c:v>
                </c:pt>
                <c:pt idx="11750">
                  <c:v>8.4</c:v>
                </c:pt>
                <c:pt idx="11751">
                  <c:v>6.8</c:v>
                </c:pt>
                <c:pt idx="11752">
                  <c:v>6.2</c:v>
                </c:pt>
                <c:pt idx="11753">
                  <c:v>4.4000000000000004</c:v>
                </c:pt>
                <c:pt idx="11754">
                  <c:v>4.8</c:v>
                </c:pt>
                <c:pt idx="11755">
                  <c:v>5.9</c:v>
                </c:pt>
                <c:pt idx="11756">
                  <c:v>8</c:v>
                </c:pt>
                <c:pt idx="11757">
                  <c:v>5.6</c:v>
                </c:pt>
                <c:pt idx="11758">
                  <c:v>9.6</c:v>
                </c:pt>
                <c:pt idx="11759">
                  <c:v>5.6</c:v>
                </c:pt>
                <c:pt idx="11760">
                  <c:v>5.5</c:v>
                </c:pt>
                <c:pt idx="11761">
                  <c:v>5.6</c:v>
                </c:pt>
                <c:pt idx="11762">
                  <c:v>5.4</c:v>
                </c:pt>
                <c:pt idx="11763">
                  <c:v>6.6</c:v>
                </c:pt>
                <c:pt idx="11764">
                  <c:v>7.1</c:v>
                </c:pt>
                <c:pt idx="11765">
                  <c:v>9.5</c:v>
                </c:pt>
                <c:pt idx="11766">
                  <c:v>4.4000000000000004</c:v>
                </c:pt>
                <c:pt idx="11767">
                  <c:v>6.2</c:v>
                </c:pt>
                <c:pt idx="11768">
                  <c:v>5.0999999999999996</c:v>
                </c:pt>
                <c:pt idx="11769">
                  <c:v>8.3000000000000007</c:v>
                </c:pt>
                <c:pt idx="11770">
                  <c:v>7.8</c:v>
                </c:pt>
                <c:pt idx="11771">
                  <c:v>7.4</c:v>
                </c:pt>
                <c:pt idx="11772">
                  <c:v>4.4000000000000004</c:v>
                </c:pt>
                <c:pt idx="11773">
                  <c:v>8.5</c:v>
                </c:pt>
                <c:pt idx="11774">
                  <c:v>9.5</c:v>
                </c:pt>
                <c:pt idx="11775">
                  <c:v>5.6</c:v>
                </c:pt>
                <c:pt idx="11776">
                  <c:v>8.6999999999999993</c:v>
                </c:pt>
                <c:pt idx="11777">
                  <c:v>8.1</c:v>
                </c:pt>
                <c:pt idx="11778">
                  <c:v>4.9000000000000004</c:v>
                </c:pt>
                <c:pt idx="11779">
                  <c:v>8.6999999999999993</c:v>
                </c:pt>
                <c:pt idx="11780">
                  <c:v>9.9</c:v>
                </c:pt>
                <c:pt idx="11781">
                  <c:v>5.6</c:v>
                </c:pt>
                <c:pt idx="11782">
                  <c:v>6.1</c:v>
                </c:pt>
                <c:pt idx="11783">
                  <c:v>5.9</c:v>
                </c:pt>
                <c:pt idx="11784">
                  <c:v>7</c:v>
                </c:pt>
                <c:pt idx="11785">
                  <c:v>9.3000000000000007</c:v>
                </c:pt>
                <c:pt idx="11786">
                  <c:v>4.5</c:v>
                </c:pt>
                <c:pt idx="11787">
                  <c:v>4.4000000000000004</c:v>
                </c:pt>
                <c:pt idx="11788">
                  <c:v>4.9000000000000004</c:v>
                </c:pt>
                <c:pt idx="11789">
                  <c:v>9.1999999999999993</c:v>
                </c:pt>
                <c:pt idx="11790">
                  <c:v>5.3</c:v>
                </c:pt>
                <c:pt idx="11791">
                  <c:v>4.4000000000000004</c:v>
                </c:pt>
                <c:pt idx="11792">
                  <c:v>4.0999999999999996</c:v>
                </c:pt>
                <c:pt idx="11793">
                  <c:v>4</c:v>
                </c:pt>
                <c:pt idx="11794">
                  <c:v>7.1</c:v>
                </c:pt>
                <c:pt idx="11795">
                  <c:v>6.9</c:v>
                </c:pt>
                <c:pt idx="11796">
                  <c:v>6.6</c:v>
                </c:pt>
                <c:pt idx="11797">
                  <c:v>6.5</c:v>
                </c:pt>
                <c:pt idx="11798">
                  <c:v>9.6999999999999993</c:v>
                </c:pt>
                <c:pt idx="11799">
                  <c:v>9.3000000000000007</c:v>
                </c:pt>
                <c:pt idx="11800">
                  <c:v>9.1</c:v>
                </c:pt>
                <c:pt idx="11801">
                  <c:v>9.4</c:v>
                </c:pt>
                <c:pt idx="11802">
                  <c:v>6</c:v>
                </c:pt>
                <c:pt idx="11803">
                  <c:v>8.6</c:v>
                </c:pt>
                <c:pt idx="11804">
                  <c:v>7.4</c:v>
                </c:pt>
                <c:pt idx="11805">
                  <c:v>5.2</c:v>
                </c:pt>
                <c:pt idx="11806">
                  <c:v>6.2</c:v>
                </c:pt>
                <c:pt idx="11807">
                  <c:v>4.8</c:v>
                </c:pt>
                <c:pt idx="11808">
                  <c:v>5.7</c:v>
                </c:pt>
                <c:pt idx="11809">
                  <c:v>5.9</c:v>
                </c:pt>
                <c:pt idx="11810">
                  <c:v>4.3</c:v>
                </c:pt>
                <c:pt idx="11811">
                  <c:v>5.6</c:v>
                </c:pt>
                <c:pt idx="11812">
                  <c:v>6.4</c:v>
                </c:pt>
                <c:pt idx="11813">
                  <c:v>6.9</c:v>
                </c:pt>
                <c:pt idx="11814">
                  <c:v>7.7</c:v>
                </c:pt>
                <c:pt idx="11815">
                  <c:v>7.1</c:v>
                </c:pt>
                <c:pt idx="11816">
                  <c:v>6.2</c:v>
                </c:pt>
                <c:pt idx="11817">
                  <c:v>5.8</c:v>
                </c:pt>
                <c:pt idx="11818">
                  <c:v>4.2</c:v>
                </c:pt>
                <c:pt idx="11819">
                  <c:v>8.6</c:v>
                </c:pt>
                <c:pt idx="11820">
                  <c:v>6.8</c:v>
                </c:pt>
                <c:pt idx="11821">
                  <c:v>4.5999999999999996</c:v>
                </c:pt>
                <c:pt idx="11822">
                  <c:v>5.0999999999999996</c:v>
                </c:pt>
                <c:pt idx="11823">
                  <c:v>9.6999999999999993</c:v>
                </c:pt>
                <c:pt idx="11824">
                  <c:v>5.0999999999999996</c:v>
                </c:pt>
                <c:pt idx="11825">
                  <c:v>5.4</c:v>
                </c:pt>
                <c:pt idx="11826">
                  <c:v>9.9</c:v>
                </c:pt>
                <c:pt idx="11827">
                  <c:v>5.2</c:v>
                </c:pt>
                <c:pt idx="11828">
                  <c:v>8</c:v>
                </c:pt>
                <c:pt idx="11829">
                  <c:v>8.6</c:v>
                </c:pt>
                <c:pt idx="11830">
                  <c:v>5.7</c:v>
                </c:pt>
                <c:pt idx="11831">
                  <c:v>8.6</c:v>
                </c:pt>
                <c:pt idx="11832">
                  <c:v>6.8</c:v>
                </c:pt>
                <c:pt idx="11833">
                  <c:v>6</c:v>
                </c:pt>
                <c:pt idx="11834">
                  <c:v>9.6</c:v>
                </c:pt>
                <c:pt idx="11835">
                  <c:v>8.3000000000000007</c:v>
                </c:pt>
                <c:pt idx="11836">
                  <c:v>9.8000000000000007</c:v>
                </c:pt>
                <c:pt idx="11837">
                  <c:v>7.1</c:v>
                </c:pt>
                <c:pt idx="11838">
                  <c:v>6.9</c:v>
                </c:pt>
                <c:pt idx="11839">
                  <c:v>8.5</c:v>
                </c:pt>
                <c:pt idx="11840">
                  <c:v>5.6</c:v>
                </c:pt>
                <c:pt idx="11841">
                  <c:v>4.5999999999999996</c:v>
                </c:pt>
                <c:pt idx="11842">
                  <c:v>8</c:v>
                </c:pt>
                <c:pt idx="11843">
                  <c:v>9.3000000000000007</c:v>
                </c:pt>
                <c:pt idx="11844">
                  <c:v>4.8</c:v>
                </c:pt>
                <c:pt idx="11845">
                  <c:v>7.8</c:v>
                </c:pt>
                <c:pt idx="11846">
                  <c:v>4.9000000000000004</c:v>
                </c:pt>
                <c:pt idx="11847">
                  <c:v>8.1999999999999993</c:v>
                </c:pt>
                <c:pt idx="11848">
                  <c:v>5</c:v>
                </c:pt>
                <c:pt idx="11849">
                  <c:v>5.5</c:v>
                </c:pt>
                <c:pt idx="11850">
                  <c:v>5.7</c:v>
                </c:pt>
                <c:pt idx="11851">
                  <c:v>8.3000000000000007</c:v>
                </c:pt>
                <c:pt idx="11852">
                  <c:v>6</c:v>
                </c:pt>
                <c:pt idx="11853">
                  <c:v>7.5</c:v>
                </c:pt>
                <c:pt idx="11854">
                  <c:v>8.5</c:v>
                </c:pt>
                <c:pt idx="11855">
                  <c:v>8.1</c:v>
                </c:pt>
                <c:pt idx="11856">
                  <c:v>4.2</c:v>
                </c:pt>
                <c:pt idx="11857">
                  <c:v>4.0999999999999996</c:v>
                </c:pt>
                <c:pt idx="11858">
                  <c:v>7.4</c:v>
                </c:pt>
                <c:pt idx="11859">
                  <c:v>6</c:v>
                </c:pt>
                <c:pt idx="11860">
                  <c:v>4</c:v>
                </c:pt>
                <c:pt idx="11861">
                  <c:v>6.2</c:v>
                </c:pt>
                <c:pt idx="11862">
                  <c:v>7.5</c:v>
                </c:pt>
                <c:pt idx="11863">
                  <c:v>9</c:v>
                </c:pt>
                <c:pt idx="11864">
                  <c:v>7.3</c:v>
                </c:pt>
                <c:pt idx="11865">
                  <c:v>5.8</c:v>
                </c:pt>
                <c:pt idx="11866">
                  <c:v>8.6999999999999993</c:v>
                </c:pt>
                <c:pt idx="11867">
                  <c:v>5.0999999999999996</c:v>
                </c:pt>
                <c:pt idx="11868">
                  <c:v>5</c:v>
                </c:pt>
                <c:pt idx="11869">
                  <c:v>7.9</c:v>
                </c:pt>
                <c:pt idx="11870">
                  <c:v>8.1</c:v>
                </c:pt>
                <c:pt idx="11871">
                  <c:v>8.8000000000000007</c:v>
                </c:pt>
                <c:pt idx="11872">
                  <c:v>8</c:v>
                </c:pt>
                <c:pt idx="11873">
                  <c:v>4.3</c:v>
                </c:pt>
                <c:pt idx="11874">
                  <c:v>7.4</c:v>
                </c:pt>
                <c:pt idx="11875">
                  <c:v>6.5</c:v>
                </c:pt>
                <c:pt idx="11876">
                  <c:v>9.6999999999999993</c:v>
                </c:pt>
                <c:pt idx="11877">
                  <c:v>10</c:v>
                </c:pt>
                <c:pt idx="11878">
                  <c:v>6.3</c:v>
                </c:pt>
                <c:pt idx="11879">
                  <c:v>5</c:v>
                </c:pt>
                <c:pt idx="11880">
                  <c:v>8</c:v>
                </c:pt>
                <c:pt idx="11881">
                  <c:v>5.5</c:v>
                </c:pt>
                <c:pt idx="11882">
                  <c:v>7.7</c:v>
                </c:pt>
                <c:pt idx="11883">
                  <c:v>6.7</c:v>
                </c:pt>
                <c:pt idx="11884">
                  <c:v>5.3</c:v>
                </c:pt>
                <c:pt idx="11885">
                  <c:v>9.6999999999999993</c:v>
                </c:pt>
                <c:pt idx="11886">
                  <c:v>9.1</c:v>
                </c:pt>
                <c:pt idx="11887">
                  <c:v>5.0999999999999996</c:v>
                </c:pt>
                <c:pt idx="11888">
                  <c:v>9.8000000000000007</c:v>
                </c:pt>
                <c:pt idx="11889">
                  <c:v>7.6</c:v>
                </c:pt>
                <c:pt idx="11890">
                  <c:v>6.4</c:v>
                </c:pt>
                <c:pt idx="11891">
                  <c:v>8.6999999999999993</c:v>
                </c:pt>
                <c:pt idx="11892">
                  <c:v>9.6</c:v>
                </c:pt>
                <c:pt idx="11893">
                  <c:v>9.4</c:v>
                </c:pt>
                <c:pt idx="11894">
                  <c:v>8.1999999999999993</c:v>
                </c:pt>
                <c:pt idx="11895">
                  <c:v>6.4</c:v>
                </c:pt>
                <c:pt idx="11896">
                  <c:v>8.6999999999999993</c:v>
                </c:pt>
                <c:pt idx="11897">
                  <c:v>9.6999999999999993</c:v>
                </c:pt>
                <c:pt idx="11898">
                  <c:v>9.5</c:v>
                </c:pt>
                <c:pt idx="11899">
                  <c:v>6.3</c:v>
                </c:pt>
                <c:pt idx="11900">
                  <c:v>7.2</c:v>
                </c:pt>
                <c:pt idx="11901">
                  <c:v>8.5</c:v>
                </c:pt>
                <c:pt idx="11902">
                  <c:v>8.6999999999999993</c:v>
                </c:pt>
                <c:pt idx="11903">
                  <c:v>7.1</c:v>
                </c:pt>
                <c:pt idx="11904">
                  <c:v>7.3</c:v>
                </c:pt>
                <c:pt idx="11905">
                  <c:v>7.7</c:v>
                </c:pt>
                <c:pt idx="11906">
                  <c:v>5</c:v>
                </c:pt>
                <c:pt idx="11907">
                  <c:v>5.7</c:v>
                </c:pt>
                <c:pt idx="11908">
                  <c:v>5</c:v>
                </c:pt>
                <c:pt idx="11909">
                  <c:v>4.5</c:v>
                </c:pt>
                <c:pt idx="11910">
                  <c:v>8.4</c:v>
                </c:pt>
                <c:pt idx="11911">
                  <c:v>5.5</c:v>
                </c:pt>
                <c:pt idx="11912">
                  <c:v>5.6</c:v>
                </c:pt>
                <c:pt idx="11913">
                  <c:v>6.3</c:v>
                </c:pt>
                <c:pt idx="11914">
                  <c:v>8.8000000000000007</c:v>
                </c:pt>
                <c:pt idx="11915">
                  <c:v>6.3</c:v>
                </c:pt>
                <c:pt idx="11916">
                  <c:v>8.6</c:v>
                </c:pt>
                <c:pt idx="11917">
                  <c:v>5.2</c:v>
                </c:pt>
                <c:pt idx="11918">
                  <c:v>9.4</c:v>
                </c:pt>
                <c:pt idx="11919">
                  <c:v>5.7</c:v>
                </c:pt>
                <c:pt idx="11920">
                  <c:v>5.7</c:v>
                </c:pt>
                <c:pt idx="11921">
                  <c:v>8.6999999999999993</c:v>
                </c:pt>
                <c:pt idx="11922">
                  <c:v>7.2</c:v>
                </c:pt>
                <c:pt idx="11923">
                  <c:v>6.7</c:v>
                </c:pt>
                <c:pt idx="11924">
                  <c:v>4.2</c:v>
                </c:pt>
                <c:pt idx="11925">
                  <c:v>4.0999999999999996</c:v>
                </c:pt>
                <c:pt idx="11926">
                  <c:v>8.1</c:v>
                </c:pt>
                <c:pt idx="11927">
                  <c:v>7</c:v>
                </c:pt>
                <c:pt idx="11928">
                  <c:v>8.5</c:v>
                </c:pt>
                <c:pt idx="11929">
                  <c:v>5.5</c:v>
                </c:pt>
                <c:pt idx="11930">
                  <c:v>8.1</c:v>
                </c:pt>
                <c:pt idx="11931">
                  <c:v>9.1999999999999993</c:v>
                </c:pt>
                <c:pt idx="11932">
                  <c:v>5.8</c:v>
                </c:pt>
                <c:pt idx="11933">
                  <c:v>5.0999999999999996</c:v>
                </c:pt>
                <c:pt idx="11934">
                  <c:v>8</c:v>
                </c:pt>
                <c:pt idx="11935">
                  <c:v>4</c:v>
                </c:pt>
                <c:pt idx="11936">
                  <c:v>5.9</c:v>
                </c:pt>
                <c:pt idx="11937">
                  <c:v>5.4</c:v>
                </c:pt>
                <c:pt idx="11938">
                  <c:v>4.2</c:v>
                </c:pt>
                <c:pt idx="11939">
                  <c:v>4.8</c:v>
                </c:pt>
                <c:pt idx="11940">
                  <c:v>9.1</c:v>
                </c:pt>
                <c:pt idx="11941">
                  <c:v>5.2</c:v>
                </c:pt>
                <c:pt idx="11942">
                  <c:v>7.6</c:v>
                </c:pt>
                <c:pt idx="11943">
                  <c:v>6.3</c:v>
                </c:pt>
                <c:pt idx="11944">
                  <c:v>9.5</c:v>
                </c:pt>
                <c:pt idx="11945">
                  <c:v>8.3000000000000007</c:v>
                </c:pt>
                <c:pt idx="11946">
                  <c:v>7.8</c:v>
                </c:pt>
                <c:pt idx="11947">
                  <c:v>7.7</c:v>
                </c:pt>
                <c:pt idx="11948">
                  <c:v>8.6</c:v>
                </c:pt>
                <c:pt idx="11949">
                  <c:v>5.9</c:v>
                </c:pt>
                <c:pt idx="11950">
                  <c:v>8.5</c:v>
                </c:pt>
                <c:pt idx="11951">
                  <c:v>8.4</c:v>
                </c:pt>
                <c:pt idx="11952">
                  <c:v>4.0999999999999996</c:v>
                </c:pt>
                <c:pt idx="11953">
                  <c:v>9.4</c:v>
                </c:pt>
                <c:pt idx="11954">
                  <c:v>9.9</c:v>
                </c:pt>
                <c:pt idx="11955">
                  <c:v>6.6</c:v>
                </c:pt>
                <c:pt idx="11956">
                  <c:v>8.6999999999999993</c:v>
                </c:pt>
                <c:pt idx="11957">
                  <c:v>5.0999999999999996</c:v>
                </c:pt>
                <c:pt idx="11958">
                  <c:v>5.4</c:v>
                </c:pt>
                <c:pt idx="11959">
                  <c:v>9.3000000000000007</c:v>
                </c:pt>
                <c:pt idx="11960">
                  <c:v>7.5</c:v>
                </c:pt>
                <c:pt idx="11961">
                  <c:v>6</c:v>
                </c:pt>
                <c:pt idx="11962">
                  <c:v>5</c:v>
                </c:pt>
                <c:pt idx="11963">
                  <c:v>9</c:v>
                </c:pt>
                <c:pt idx="11964">
                  <c:v>6.5</c:v>
                </c:pt>
                <c:pt idx="11965">
                  <c:v>4.7</c:v>
                </c:pt>
                <c:pt idx="11966">
                  <c:v>9.6</c:v>
                </c:pt>
                <c:pt idx="11967">
                  <c:v>4.4000000000000004</c:v>
                </c:pt>
                <c:pt idx="11968">
                  <c:v>6.6</c:v>
                </c:pt>
                <c:pt idx="11969">
                  <c:v>9.3000000000000007</c:v>
                </c:pt>
                <c:pt idx="11970">
                  <c:v>5.6</c:v>
                </c:pt>
                <c:pt idx="11971">
                  <c:v>8.6</c:v>
                </c:pt>
                <c:pt idx="11972">
                  <c:v>8.6999999999999993</c:v>
                </c:pt>
                <c:pt idx="11973">
                  <c:v>8.5</c:v>
                </c:pt>
                <c:pt idx="11974">
                  <c:v>9.6999999999999993</c:v>
                </c:pt>
                <c:pt idx="11975">
                  <c:v>7.1</c:v>
                </c:pt>
                <c:pt idx="11976">
                  <c:v>4.9000000000000004</c:v>
                </c:pt>
                <c:pt idx="11977">
                  <c:v>4.3</c:v>
                </c:pt>
                <c:pt idx="11978">
                  <c:v>9.3000000000000007</c:v>
                </c:pt>
                <c:pt idx="11979">
                  <c:v>7.7</c:v>
                </c:pt>
                <c:pt idx="11980">
                  <c:v>6.2</c:v>
                </c:pt>
                <c:pt idx="11981">
                  <c:v>9.8000000000000007</c:v>
                </c:pt>
                <c:pt idx="11982">
                  <c:v>4.5999999999999996</c:v>
                </c:pt>
                <c:pt idx="11983">
                  <c:v>6.8</c:v>
                </c:pt>
                <c:pt idx="11984">
                  <c:v>9.5</c:v>
                </c:pt>
                <c:pt idx="11985">
                  <c:v>6.2</c:v>
                </c:pt>
                <c:pt idx="11986">
                  <c:v>5.5</c:v>
                </c:pt>
                <c:pt idx="11987">
                  <c:v>6.3</c:v>
                </c:pt>
                <c:pt idx="11988">
                  <c:v>4.3</c:v>
                </c:pt>
                <c:pt idx="11989">
                  <c:v>5.6</c:v>
                </c:pt>
                <c:pt idx="11990">
                  <c:v>6.7</c:v>
                </c:pt>
                <c:pt idx="11991">
                  <c:v>8.1</c:v>
                </c:pt>
                <c:pt idx="11992">
                  <c:v>4.4000000000000004</c:v>
                </c:pt>
                <c:pt idx="11993">
                  <c:v>9.3000000000000007</c:v>
                </c:pt>
                <c:pt idx="11994">
                  <c:v>5.5</c:v>
                </c:pt>
                <c:pt idx="11995">
                  <c:v>9.4</c:v>
                </c:pt>
                <c:pt idx="11996">
                  <c:v>8.9</c:v>
                </c:pt>
                <c:pt idx="11997">
                  <c:v>4</c:v>
                </c:pt>
                <c:pt idx="11998">
                  <c:v>4.3</c:v>
                </c:pt>
                <c:pt idx="11999">
                  <c:v>9.9</c:v>
                </c:pt>
                <c:pt idx="12000">
                  <c:v>4.3</c:v>
                </c:pt>
                <c:pt idx="12001">
                  <c:v>4.7</c:v>
                </c:pt>
                <c:pt idx="12002">
                  <c:v>7.7</c:v>
                </c:pt>
                <c:pt idx="12003">
                  <c:v>9.1999999999999993</c:v>
                </c:pt>
                <c:pt idx="12004">
                  <c:v>7.8</c:v>
                </c:pt>
                <c:pt idx="12005">
                  <c:v>6.6</c:v>
                </c:pt>
                <c:pt idx="12006">
                  <c:v>6.5</c:v>
                </c:pt>
                <c:pt idx="12007">
                  <c:v>4.8</c:v>
                </c:pt>
                <c:pt idx="12008">
                  <c:v>9.1999999999999993</c:v>
                </c:pt>
                <c:pt idx="12009">
                  <c:v>9.6999999999999993</c:v>
                </c:pt>
                <c:pt idx="12010">
                  <c:v>6</c:v>
                </c:pt>
                <c:pt idx="12011">
                  <c:v>8.8000000000000007</c:v>
                </c:pt>
                <c:pt idx="12012">
                  <c:v>5.5</c:v>
                </c:pt>
                <c:pt idx="12013">
                  <c:v>8.4</c:v>
                </c:pt>
                <c:pt idx="12014">
                  <c:v>5</c:v>
                </c:pt>
                <c:pt idx="12015">
                  <c:v>8.8000000000000007</c:v>
                </c:pt>
                <c:pt idx="12016">
                  <c:v>5</c:v>
                </c:pt>
                <c:pt idx="12017">
                  <c:v>5.4</c:v>
                </c:pt>
                <c:pt idx="12018">
                  <c:v>9.1999999999999993</c:v>
                </c:pt>
                <c:pt idx="12019">
                  <c:v>4.9000000000000004</c:v>
                </c:pt>
                <c:pt idx="12020">
                  <c:v>8.9</c:v>
                </c:pt>
                <c:pt idx="12021">
                  <c:v>5.2</c:v>
                </c:pt>
                <c:pt idx="12022">
                  <c:v>6.4</c:v>
                </c:pt>
                <c:pt idx="12023">
                  <c:v>5.3</c:v>
                </c:pt>
                <c:pt idx="12024">
                  <c:v>9.4</c:v>
                </c:pt>
                <c:pt idx="12025">
                  <c:v>5.9</c:v>
                </c:pt>
                <c:pt idx="12026">
                  <c:v>7.6</c:v>
                </c:pt>
                <c:pt idx="12027">
                  <c:v>4.5</c:v>
                </c:pt>
                <c:pt idx="12028">
                  <c:v>8.6999999999999993</c:v>
                </c:pt>
                <c:pt idx="12029">
                  <c:v>5.3</c:v>
                </c:pt>
                <c:pt idx="12030">
                  <c:v>9.3000000000000007</c:v>
                </c:pt>
                <c:pt idx="12031">
                  <c:v>9.8000000000000007</c:v>
                </c:pt>
                <c:pt idx="12032">
                  <c:v>4.4000000000000004</c:v>
                </c:pt>
                <c:pt idx="12033">
                  <c:v>4.4000000000000004</c:v>
                </c:pt>
                <c:pt idx="12034">
                  <c:v>6.7</c:v>
                </c:pt>
                <c:pt idx="12035">
                  <c:v>7.5</c:v>
                </c:pt>
                <c:pt idx="12036">
                  <c:v>4.3</c:v>
                </c:pt>
                <c:pt idx="12037">
                  <c:v>7.4</c:v>
                </c:pt>
                <c:pt idx="12038">
                  <c:v>6.5</c:v>
                </c:pt>
                <c:pt idx="12039">
                  <c:v>9.6999999999999993</c:v>
                </c:pt>
                <c:pt idx="12040">
                  <c:v>7.4</c:v>
                </c:pt>
                <c:pt idx="12041">
                  <c:v>7</c:v>
                </c:pt>
                <c:pt idx="12042">
                  <c:v>4.0999999999999996</c:v>
                </c:pt>
                <c:pt idx="12043">
                  <c:v>8.1</c:v>
                </c:pt>
                <c:pt idx="12044">
                  <c:v>7.5</c:v>
                </c:pt>
                <c:pt idx="12045">
                  <c:v>6.9</c:v>
                </c:pt>
                <c:pt idx="12046">
                  <c:v>9.9</c:v>
                </c:pt>
                <c:pt idx="12047">
                  <c:v>6.6</c:v>
                </c:pt>
                <c:pt idx="12048">
                  <c:v>7.4</c:v>
                </c:pt>
                <c:pt idx="12049">
                  <c:v>4.0999999999999996</c:v>
                </c:pt>
                <c:pt idx="12050">
                  <c:v>7</c:v>
                </c:pt>
                <c:pt idx="12051">
                  <c:v>7.7</c:v>
                </c:pt>
                <c:pt idx="12052">
                  <c:v>9.4</c:v>
                </c:pt>
                <c:pt idx="12053">
                  <c:v>6.2</c:v>
                </c:pt>
                <c:pt idx="12054">
                  <c:v>6.6</c:v>
                </c:pt>
                <c:pt idx="12055">
                  <c:v>6.2</c:v>
                </c:pt>
                <c:pt idx="12056">
                  <c:v>8.4</c:v>
                </c:pt>
                <c:pt idx="12057">
                  <c:v>7.7</c:v>
                </c:pt>
                <c:pt idx="12058">
                  <c:v>5.6</c:v>
                </c:pt>
                <c:pt idx="12059">
                  <c:v>5.3</c:v>
                </c:pt>
                <c:pt idx="12060">
                  <c:v>5.6</c:v>
                </c:pt>
                <c:pt idx="12061">
                  <c:v>7.1</c:v>
                </c:pt>
                <c:pt idx="12062">
                  <c:v>4.9000000000000004</c:v>
                </c:pt>
                <c:pt idx="12063">
                  <c:v>4.4000000000000004</c:v>
                </c:pt>
                <c:pt idx="12064">
                  <c:v>9.1</c:v>
                </c:pt>
                <c:pt idx="12065">
                  <c:v>5.4</c:v>
                </c:pt>
                <c:pt idx="12066">
                  <c:v>7.3</c:v>
                </c:pt>
                <c:pt idx="12067">
                  <c:v>9.6</c:v>
                </c:pt>
                <c:pt idx="12068">
                  <c:v>6.2</c:v>
                </c:pt>
                <c:pt idx="12069">
                  <c:v>6.5</c:v>
                </c:pt>
                <c:pt idx="12070">
                  <c:v>4.3</c:v>
                </c:pt>
                <c:pt idx="12071">
                  <c:v>5.0999999999999996</c:v>
                </c:pt>
                <c:pt idx="12072">
                  <c:v>9.1</c:v>
                </c:pt>
                <c:pt idx="12073">
                  <c:v>8.8000000000000007</c:v>
                </c:pt>
                <c:pt idx="12074">
                  <c:v>4.5999999999999996</c:v>
                </c:pt>
                <c:pt idx="12075">
                  <c:v>8.6</c:v>
                </c:pt>
                <c:pt idx="12076">
                  <c:v>8.6</c:v>
                </c:pt>
                <c:pt idx="12077">
                  <c:v>5.4</c:v>
                </c:pt>
                <c:pt idx="12078">
                  <c:v>5.6</c:v>
                </c:pt>
                <c:pt idx="12079">
                  <c:v>5.8</c:v>
                </c:pt>
                <c:pt idx="12080">
                  <c:v>5.8</c:v>
                </c:pt>
                <c:pt idx="12081">
                  <c:v>4.7</c:v>
                </c:pt>
                <c:pt idx="12082">
                  <c:v>9.6</c:v>
                </c:pt>
                <c:pt idx="12083">
                  <c:v>4.4000000000000004</c:v>
                </c:pt>
                <c:pt idx="12084">
                  <c:v>8</c:v>
                </c:pt>
                <c:pt idx="12085">
                  <c:v>6.4</c:v>
                </c:pt>
                <c:pt idx="12086">
                  <c:v>8.1</c:v>
                </c:pt>
                <c:pt idx="12087">
                  <c:v>4.0999999999999996</c:v>
                </c:pt>
                <c:pt idx="12088">
                  <c:v>7</c:v>
                </c:pt>
                <c:pt idx="12089">
                  <c:v>4.2</c:v>
                </c:pt>
                <c:pt idx="12090">
                  <c:v>7.8</c:v>
                </c:pt>
                <c:pt idx="12091">
                  <c:v>5.5</c:v>
                </c:pt>
                <c:pt idx="12092">
                  <c:v>9</c:v>
                </c:pt>
                <c:pt idx="12093">
                  <c:v>7</c:v>
                </c:pt>
                <c:pt idx="12094">
                  <c:v>4.7</c:v>
                </c:pt>
                <c:pt idx="12095">
                  <c:v>6.1</c:v>
                </c:pt>
                <c:pt idx="12096">
                  <c:v>7.7</c:v>
                </c:pt>
                <c:pt idx="12097">
                  <c:v>7.8</c:v>
                </c:pt>
                <c:pt idx="12098">
                  <c:v>4.2</c:v>
                </c:pt>
                <c:pt idx="12099">
                  <c:v>9.5</c:v>
                </c:pt>
                <c:pt idx="12100">
                  <c:v>9.1</c:v>
                </c:pt>
                <c:pt idx="12101">
                  <c:v>6.7</c:v>
                </c:pt>
                <c:pt idx="12102">
                  <c:v>8.4</c:v>
                </c:pt>
                <c:pt idx="12103">
                  <c:v>7.5</c:v>
                </c:pt>
                <c:pt idx="12104">
                  <c:v>7.6</c:v>
                </c:pt>
                <c:pt idx="12105">
                  <c:v>4.3</c:v>
                </c:pt>
                <c:pt idx="12106">
                  <c:v>9.5</c:v>
                </c:pt>
                <c:pt idx="12107">
                  <c:v>10</c:v>
                </c:pt>
                <c:pt idx="12108">
                  <c:v>4.5</c:v>
                </c:pt>
                <c:pt idx="12109">
                  <c:v>4.2</c:v>
                </c:pt>
                <c:pt idx="12110">
                  <c:v>8.5</c:v>
                </c:pt>
                <c:pt idx="12111">
                  <c:v>6.3</c:v>
                </c:pt>
                <c:pt idx="12112">
                  <c:v>4.2</c:v>
                </c:pt>
                <c:pt idx="12113">
                  <c:v>9</c:v>
                </c:pt>
                <c:pt idx="12114">
                  <c:v>5.8</c:v>
                </c:pt>
                <c:pt idx="12115">
                  <c:v>9</c:v>
                </c:pt>
                <c:pt idx="12116">
                  <c:v>5.0999999999999996</c:v>
                </c:pt>
                <c:pt idx="12117">
                  <c:v>9</c:v>
                </c:pt>
                <c:pt idx="12118">
                  <c:v>9.9</c:v>
                </c:pt>
                <c:pt idx="12119">
                  <c:v>8.1</c:v>
                </c:pt>
                <c:pt idx="12120">
                  <c:v>4.4000000000000004</c:v>
                </c:pt>
                <c:pt idx="12121">
                  <c:v>5.4</c:v>
                </c:pt>
                <c:pt idx="12122">
                  <c:v>6.5</c:v>
                </c:pt>
                <c:pt idx="12123">
                  <c:v>9.5</c:v>
                </c:pt>
                <c:pt idx="12124">
                  <c:v>5.8</c:v>
                </c:pt>
                <c:pt idx="12125">
                  <c:v>5.7</c:v>
                </c:pt>
                <c:pt idx="12126">
                  <c:v>7.4</c:v>
                </c:pt>
                <c:pt idx="12127">
                  <c:v>9.3000000000000007</c:v>
                </c:pt>
                <c:pt idx="12128">
                  <c:v>9.8000000000000007</c:v>
                </c:pt>
                <c:pt idx="12129">
                  <c:v>7.8</c:v>
                </c:pt>
                <c:pt idx="12130">
                  <c:v>5.5</c:v>
                </c:pt>
                <c:pt idx="12131">
                  <c:v>7.2</c:v>
                </c:pt>
                <c:pt idx="12132">
                  <c:v>7.4</c:v>
                </c:pt>
                <c:pt idx="12133">
                  <c:v>6</c:v>
                </c:pt>
                <c:pt idx="12134">
                  <c:v>6.6</c:v>
                </c:pt>
                <c:pt idx="12135">
                  <c:v>5</c:v>
                </c:pt>
                <c:pt idx="12136">
                  <c:v>7.8</c:v>
                </c:pt>
                <c:pt idx="12137">
                  <c:v>9.9</c:v>
                </c:pt>
                <c:pt idx="12138">
                  <c:v>9.3000000000000007</c:v>
                </c:pt>
                <c:pt idx="12139">
                  <c:v>6.4</c:v>
                </c:pt>
                <c:pt idx="12140">
                  <c:v>4.8</c:v>
                </c:pt>
                <c:pt idx="12141">
                  <c:v>9.9</c:v>
                </c:pt>
                <c:pt idx="12142">
                  <c:v>4.5</c:v>
                </c:pt>
                <c:pt idx="12143">
                  <c:v>4.5</c:v>
                </c:pt>
                <c:pt idx="12144">
                  <c:v>5.7</c:v>
                </c:pt>
                <c:pt idx="12145">
                  <c:v>7.5</c:v>
                </c:pt>
                <c:pt idx="12146">
                  <c:v>8.4</c:v>
                </c:pt>
                <c:pt idx="12147">
                  <c:v>8.8000000000000007</c:v>
                </c:pt>
                <c:pt idx="12148">
                  <c:v>8.9</c:v>
                </c:pt>
                <c:pt idx="12149">
                  <c:v>7.9</c:v>
                </c:pt>
                <c:pt idx="12150">
                  <c:v>8.6</c:v>
                </c:pt>
                <c:pt idx="12151">
                  <c:v>7.8</c:v>
                </c:pt>
                <c:pt idx="12152">
                  <c:v>8.8000000000000007</c:v>
                </c:pt>
                <c:pt idx="12153">
                  <c:v>5.9</c:v>
                </c:pt>
                <c:pt idx="12154">
                  <c:v>9.5</c:v>
                </c:pt>
                <c:pt idx="12155">
                  <c:v>9.9</c:v>
                </c:pt>
                <c:pt idx="12156">
                  <c:v>6.9</c:v>
                </c:pt>
                <c:pt idx="12157">
                  <c:v>4.5</c:v>
                </c:pt>
                <c:pt idx="12158">
                  <c:v>5.3</c:v>
                </c:pt>
                <c:pt idx="12159">
                  <c:v>5</c:v>
                </c:pt>
                <c:pt idx="12160">
                  <c:v>7.6</c:v>
                </c:pt>
                <c:pt idx="12161">
                  <c:v>4.5999999999999996</c:v>
                </c:pt>
                <c:pt idx="12162">
                  <c:v>5.6</c:v>
                </c:pt>
                <c:pt idx="12163">
                  <c:v>9.5</c:v>
                </c:pt>
                <c:pt idx="12164">
                  <c:v>4.5</c:v>
                </c:pt>
                <c:pt idx="12165">
                  <c:v>7.1</c:v>
                </c:pt>
                <c:pt idx="12166">
                  <c:v>8.5</c:v>
                </c:pt>
                <c:pt idx="12167">
                  <c:v>5.2</c:v>
                </c:pt>
                <c:pt idx="12168">
                  <c:v>5</c:v>
                </c:pt>
                <c:pt idx="12169">
                  <c:v>8.1999999999999993</c:v>
                </c:pt>
                <c:pt idx="12170">
                  <c:v>7.7</c:v>
                </c:pt>
                <c:pt idx="12171">
                  <c:v>6.1</c:v>
                </c:pt>
                <c:pt idx="12172">
                  <c:v>9.6999999999999993</c:v>
                </c:pt>
                <c:pt idx="12173">
                  <c:v>4.9000000000000004</c:v>
                </c:pt>
                <c:pt idx="12174">
                  <c:v>4.5</c:v>
                </c:pt>
                <c:pt idx="12175">
                  <c:v>9.6999999999999993</c:v>
                </c:pt>
                <c:pt idx="12176">
                  <c:v>4.5999999999999996</c:v>
                </c:pt>
                <c:pt idx="12177">
                  <c:v>7.7</c:v>
                </c:pt>
                <c:pt idx="12178">
                  <c:v>4.2</c:v>
                </c:pt>
                <c:pt idx="12179">
                  <c:v>4.4000000000000004</c:v>
                </c:pt>
                <c:pt idx="12180">
                  <c:v>8.4</c:v>
                </c:pt>
                <c:pt idx="12181">
                  <c:v>9.9</c:v>
                </c:pt>
                <c:pt idx="12182">
                  <c:v>6.7</c:v>
                </c:pt>
                <c:pt idx="12183">
                  <c:v>4.4000000000000004</c:v>
                </c:pt>
                <c:pt idx="12184">
                  <c:v>8.9</c:v>
                </c:pt>
                <c:pt idx="12185">
                  <c:v>9.6999999999999993</c:v>
                </c:pt>
                <c:pt idx="12186">
                  <c:v>6.5</c:v>
                </c:pt>
                <c:pt idx="12187">
                  <c:v>6.4</c:v>
                </c:pt>
                <c:pt idx="12188">
                  <c:v>8.3000000000000007</c:v>
                </c:pt>
                <c:pt idx="12189">
                  <c:v>5.6</c:v>
                </c:pt>
                <c:pt idx="12190">
                  <c:v>4.5</c:v>
                </c:pt>
                <c:pt idx="12191">
                  <c:v>5</c:v>
                </c:pt>
                <c:pt idx="12192">
                  <c:v>8.4</c:v>
                </c:pt>
                <c:pt idx="12193">
                  <c:v>8</c:v>
                </c:pt>
                <c:pt idx="12194">
                  <c:v>8.1999999999999993</c:v>
                </c:pt>
                <c:pt idx="12195">
                  <c:v>4.5999999999999996</c:v>
                </c:pt>
                <c:pt idx="12196">
                  <c:v>9.5</c:v>
                </c:pt>
                <c:pt idx="12197">
                  <c:v>8.1999999999999993</c:v>
                </c:pt>
                <c:pt idx="12198">
                  <c:v>6.6</c:v>
                </c:pt>
                <c:pt idx="12199">
                  <c:v>9.9</c:v>
                </c:pt>
                <c:pt idx="12200">
                  <c:v>6.3</c:v>
                </c:pt>
                <c:pt idx="12201">
                  <c:v>6.3</c:v>
                </c:pt>
                <c:pt idx="12202">
                  <c:v>7</c:v>
                </c:pt>
                <c:pt idx="12203">
                  <c:v>9.5</c:v>
                </c:pt>
                <c:pt idx="12204">
                  <c:v>9.6999999999999993</c:v>
                </c:pt>
                <c:pt idx="12205">
                  <c:v>9.4</c:v>
                </c:pt>
                <c:pt idx="12206">
                  <c:v>4.2</c:v>
                </c:pt>
                <c:pt idx="12207">
                  <c:v>5.4</c:v>
                </c:pt>
                <c:pt idx="12208">
                  <c:v>6.3</c:v>
                </c:pt>
                <c:pt idx="12209">
                  <c:v>4.4000000000000004</c:v>
                </c:pt>
                <c:pt idx="12210">
                  <c:v>7.3</c:v>
                </c:pt>
                <c:pt idx="12211">
                  <c:v>9.5</c:v>
                </c:pt>
                <c:pt idx="12212">
                  <c:v>8.6999999999999993</c:v>
                </c:pt>
                <c:pt idx="12213">
                  <c:v>7.2</c:v>
                </c:pt>
                <c:pt idx="12214">
                  <c:v>5</c:v>
                </c:pt>
                <c:pt idx="12215">
                  <c:v>5.3</c:v>
                </c:pt>
                <c:pt idx="12216">
                  <c:v>8.1</c:v>
                </c:pt>
                <c:pt idx="12217">
                  <c:v>4.8</c:v>
                </c:pt>
                <c:pt idx="12218">
                  <c:v>4.5999999999999996</c:v>
                </c:pt>
                <c:pt idx="12219">
                  <c:v>5.3</c:v>
                </c:pt>
                <c:pt idx="12220">
                  <c:v>7.2</c:v>
                </c:pt>
                <c:pt idx="12221">
                  <c:v>6.6</c:v>
                </c:pt>
                <c:pt idx="12222">
                  <c:v>5.2</c:v>
                </c:pt>
                <c:pt idx="12223">
                  <c:v>6.6</c:v>
                </c:pt>
                <c:pt idx="12224">
                  <c:v>9.3000000000000007</c:v>
                </c:pt>
                <c:pt idx="12225">
                  <c:v>4.5999999999999996</c:v>
                </c:pt>
                <c:pt idx="12226">
                  <c:v>8.1</c:v>
                </c:pt>
                <c:pt idx="12227">
                  <c:v>9.6</c:v>
                </c:pt>
                <c:pt idx="12228">
                  <c:v>7.7</c:v>
                </c:pt>
                <c:pt idx="12229">
                  <c:v>8.8000000000000007</c:v>
                </c:pt>
                <c:pt idx="12230">
                  <c:v>8.6</c:v>
                </c:pt>
                <c:pt idx="12231">
                  <c:v>4.5999999999999996</c:v>
                </c:pt>
                <c:pt idx="12232">
                  <c:v>5.7</c:v>
                </c:pt>
                <c:pt idx="12233">
                  <c:v>4.0999999999999996</c:v>
                </c:pt>
                <c:pt idx="12234">
                  <c:v>7.5</c:v>
                </c:pt>
                <c:pt idx="12235">
                  <c:v>5.9</c:v>
                </c:pt>
                <c:pt idx="12236">
                  <c:v>7.8</c:v>
                </c:pt>
                <c:pt idx="12237">
                  <c:v>4.8</c:v>
                </c:pt>
                <c:pt idx="12238">
                  <c:v>9.1</c:v>
                </c:pt>
                <c:pt idx="12239">
                  <c:v>4</c:v>
                </c:pt>
                <c:pt idx="12240">
                  <c:v>4.2</c:v>
                </c:pt>
                <c:pt idx="12241">
                  <c:v>4.9000000000000004</c:v>
                </c:pt>
                <c:pt idx="12242">
                  <c:v>7.4</c:v>
                </c:pt>
                <c:pt idx="12243">
                  <c:v>9.1</c:v>
                </c:pt>
                <c:pt idx="12244">
                  <c:v>7.5</c:v>
                </c:pt>
                <c:pt idx="12245">
                  <c:v>9.3000000000000007</c:v>
                </c:pt>
                <c:pt idx="12246">
                  <c:v>6.8</c:v>
                </c:pt>
                <c:pt idx="12247">
                  <c:v>7.5</c:v>
                </c:pt>
                <c:pt idx="12248">
                  <c:v>5.2</c:v>
                </c:pt>
                <c:pt idx="12249">
                  <c:v>4.0999999999999996</c:v>
                </c:pt>
                <c:pt idx="12250">
                  <c:v>9.5</c:v>
                </c:pt>
                <c:pt idx="12251">
                  <c:v>9.3000000000000007</c:v>
                </c:pt>
                <c:pt idx="12252">
                  <c:v>4.5999999999999996</c:v>
                </c:pt>
                <c:pt idx="12253">
                  <c:v>7.5</c:v>
                </c:pt>
                <c:pt idx="12254">
                  <c:v>6.6</c:v>
                </c:pt>
                <c:pt idx="12255">
                  <c:v>6.1</c:v>
                </c:pt>
                <c:pt idx="12256">
                  <c:v>7.8</c:v>
                </c:pt>
                <c:pt idx="12257">
                  <c:v>4.0999999999999996</c:v>
                </c:pt>
                <c:pt idx="12258">
                  <c:v>7.2</c:v>
                </c:pt>
                <c:pt idx="12259">
                  <c:v>4.5999999999999996</c:v>
                </c:pt>
                <c:pt idx="12260">
                  <c:v>9.9</c:v>
                </c:pt>
                <c:pt idx="12261">
                  <c:v>8.1</c:v>
                </c:pt>
                <c:pt idx="12262">
                  <c:v>9.8000000000000007</c:v>
                </c:pt>
                <c:pt idx="12263">
                  <c:v>5.0999999999999996</c:v>
                </c:pt>
                <c:pt idx="12264">
                  <c:v>6.7</c:v>
                </c:pt>
                <c:pt idx="12265">
                  <c:v>5.4</c:v>
                </c:pt>
                <c:pt idx="12266">
                  <c:v>7.5</c:v>
                </c:pt>
                <c:pt idx="12267">
                  <c:v>7.7</c:v>
                </c:pt>
                <c:pt idx="12268">
                  <c:v>9.6</c:v>
                </c:pt>
                <c:pt idx="12269">
                  <c:v>6</c:v>
                </c:pt>
                <c:pt idx="12270">
                  <c:v>5.7</c:v>
                </c:pt>
                <c:pt idx="12271">
                  <c:v>9.5</c:v>
                </c:pt>
                <c:pt idx="12272">
                  <c:v>9.1999999999999993</c:v>
                </c:pt>
                <c:pt idx="12273">
                  <c:v>8.1999999999999993</c:v>
                </c:pt>
                <c:pt idx="12274">
                  <c:v>9.8000000000000007</c:v>
                </c:pt>
                <c:pt idx="12275">
                  <c:v>6.2</c:v>
                </c:pt>
                <c:pt idx="12276">
                  <c:v>8.1999999999999993</c:v>
                </c:pt>
                <c:pt idx="12277">
                  <c:v>9.5</c:v>
                </c:pt>
                <c:pt idx="12278">
                  <c:v>7.4</c:v>
                </c:pt>
                <c:pt idx="12279">
                  <c:v>5.4</c:v>
                </c:pt>
                <c:pt idx="12280">
                  <c:v>7.1</c:v>
                </c:pt>
                <c:pt idx="12281">
                  <c:v>5.3</c:v>
                </c:pt>
                <c:pt idx="12282">
                  <c:v>6.9</c:v>
                </c:pt>
                <c:pt idx="12283">
                  <c:v>4.7</c:v>
                </c:pt>
                <c:pt idx="12284">
                  <c:v>6.8</c:v>
                </c:pt>
                <c:pt idx="12285">
                  <c:v>4.5</c:v>
                </c:pt>
                <c:pt idx="12286">
                  <c:v>5.6</c:v>
                </c:pt>
                <c:pt idx="12287">
                  <c:v>4.0999999999999996</c:v>
                </c:pt>
                <c:pt idx="12288">
                  <c:v>4.5</c:v>
                </c:pt>
                <c:pt idx="12289">
                  <c:v>7.2</c:v>
                </c:pt>
                <c:pt idx="12290">
                  <c:v>10</c:v>
                </c:pt>
                <c:pt idx="12291">
                  <c:v>8.6</c:v>
                </c:pt>
                <c:pt idx="12292">
                  <c:v>8.5</c:v>
                </c:pt>
                <c:pt idx="12293">
                  <c:v>8.6</c:v>
                </c:pt>
                <c:pt idx="12294">
                  <c:v>4.4000000000000004</c:v>
                </c:pt>
                <c:pt idx="12295">
                  <c:v>9.9</c:v>
                </c:pt>
                <c:pt idx="12296">
                  <c:v>7.9</c:v>
                </c:pt>
                <c:pt idx="12297">
                  <c:v>9.1</c:v>
                </c:pt>
                <c:pt idx="12298">
                  <c:v>4.9000000000000004</c:v>
                </c:pt>
                <c:pt idx="12299">
                  <c:v>5.7</c:v>
                </c:pt>
                <c:pt idx="12300">
                  <c:v>4.0999999999999996</c:v>
                </c:pt>
                <c:pt idx="12301">
                  <c:v>5.8</c:v>
                </c:pt>
                <c:pt idx="12302">
                  <c:v>8.6</c:v>
                </c:pt>
                <c:pt idx="12303">
                  <c:v>9.3000000000000007</c:v>
                </c:pt>
                <c:pt idx="12304">
                  <c:v>7.4</c:v>
                </c:pt>
                <c:pt idx="12305">
                  <c:v>8.6</c:v>
                </c:pt>
                <c:pt idx="12306">
                  <c:v>7.5</c:v>
                </c:pt>
                <c:pt idx="12307">
                  <c:v>6.2</c:v>
                </c:pt>
                <c:pt idx="12308">
                  <c:v>8.5</c:v>
                </c:pt>
                <c:pt idx="12309">
                  <c:v>9.8000000000000007</c:v>
                </c:pt>
                <c:pt idx="12310">
                  <c:v>4.5999999999999996</c:v>
                </c:pt>
                <c:pt idx="12311">
                  <c:v>6.6</c:v>
                </c:pt>
                <c:pt idx="12312">
                  <c:v>8.3000000000000007</c:v>
                </c:pt>
                <c:pt idx="12313">
                  <c:v>8.1</c:v>
                </c:pt>
                <c:pt idx="12314">
                  <c:v>7.7</c:v>
                </c:pt>
                <c:pt idx="12315">
                  <c:v>9.6999999999999993</c:v>
                </c:pt>
                <c:pt idx="12316">
                  <c:v>8.6999999999999993</c:v>
                </c:pt>
                <c:pt idx="12317">
                  <c:v>5.3</c:v>
                </c:pt>
                <c:pt idx="12318">
                  <c:v>9.3000000000000007</c:v>
                </c:pt>
                <c:pt idx="12319">
                  <c:v>8.9</c:v>
                </c:pt>
                <c:pt idx="12320">
                  <c:v>6.8</c:v>
                </c:pt>
                <c:pt idx="12321">
                  <c:v>4.3</c:v>
                </c:pt>
                <c:pt idx="12322">
                  <c:v>4.3</c:v>
                </c:pt>
                <c:pt idx="12323">
                  <c:v>4</c:v>
                </c:pt>
                <c:pt idx="12324">
                  <c:v>6.1</c:v>
                </c:pt>
                <c:pt idx="12325">
                  <c:v>9.4</c:v>
                </c:pt>
                <c:pt idx="12326">
                  <c:v>7.5</c:v>
                </c:pt>
                <c:pt idx="12327">
                  <c:v>4.5999999999999996</c:v>
                </c:pt>
                <c:pt idx="12328">
                  <c:v>8.6</c:v>
                </c:pt>
                <c:pt idx="12329">
                  <c:v>6.1</c:v>
                </c:pt>
                <c:pt idx="12330">
                  <c:v>8.1</c:v>
                </c:pt>
                <c:pt idx="12331">
                  <c:v>8.6999999999999993</c:v>
                </c:pt>
                <c:pt idx="12332">
                  <c:v>5.5</c:v>
                </c:pt>
                <c:pt idx="12333">
                  <c:v>6.5</c:v>
                </c:pt>
                <c:pt idx="12334">
                  <c:v>9.6</c:v>
                </c:pt>
                <c:pt idx="12335">
                  <c:v>7.3</c:v>
                </c:pt>
                <c:pt idx="12336">
                  <c:v>4.4000000000000004</c:v>
                </c:pt>
                <c:pt idx="12337">
                  <c:v>9</c:v>
                </c:pt>
                <c:pt idx="12338">
                  <c:v>6.1</c:v>
                </c:pt>
                <c:pt idx="12339">
                  <c:v>6</c:v>
                </c:pt>
                <c:pt idx="12340">
                  <c:v>9.3000000000000007</c:v>
                </c:pt>
                <c:pt idx="12341">
                  <c:v>8.3000000000000007</c:v>
                </c:pt>
                <c:pt idx="12342">
                  <c:v>8.1</c:v>
                </c:pt>
                <c:pt idx="12343">
                  <c:v>6.6</c:v>
                </c:pt>
                <c:pt idx="12344">
                  <c:v>7.6</c:v>
                </c:pt>
                <c:pt idx="12345">
                  <c:v>4.7</c:v>
                </c:pt>
                <c:pt idx="12346">
                  <c:v>8</c:v>
                </c:pt>
                <c:pt idx="12347">
                  <c:v>4.7</c:v>
                </c:pt>
                <c:pt idx="12348">
                  <c:v>9.4</c:v>
                </c:pt>
                <c:pt idx="12349">
                  <c:v>7</c:v>
                </c:pt>
                <c:pt idx="12350">
                  <c:v>6.5</c:v>
                </c:pt>
                <c:pt idx="12351">
                  <c:v>6.7</c:v>
                </c:pt>
                <c:pt idx="12352">
                  <c:v>4.8</c:v>
                </c:pt>
                <c:pt idx="12353">
                  <c:v>6.8</c:v>
                </c:pt>
                <c:pt idx="12354">
                  <c:v>9.6</c:v>
                </c:pt>
                <c:pt idx="12355">
                  <c:v>9.8000000000000007</c:v>
                </c:pt>
                <c:pt idx="12356">
                  <c:v>9.1999999999999993</c:v>
                </c:pt>
                <c:pt idx="12357">
                  <c:v>7.8</c:v>
                </c:pt>
                <c:pt idx="12358">
                  <c:v>8.8000000000000007</c:v>
                </c:pt>
                <c:pt idx="12359">
                  <c:v>7.6</c:v>
                </c:pt>
                <c:pt idx="12360">
                  <c:v>8.1999999999999993</c:v>
                </c:pt>
                <c:pt idx="12361">
                  <c:v>4.7</c:v>
                </c:pt>
                <c:pt idx="12362">
                  <c:v>7.2</c:v>
                </c:pt>
                <c:pt idx="12363">
                  <c:v>5.2</c:v>
                </c:pt>
                <c:pt idx="12364">
                  <c:v>5.5</c:v>
                </c:pt>
                <c:pt idx="12365">
                  <c:v>4.9000000000000004</c:v>
                </c:pt>
                <c:pt idx="12366">
                  <c:v>4.9000000000000004</c:v>
                </c:pt>
                <c:pt idx="12367">
                  <c:v>7.1</c:v>
                </c:pt>
                <c:pt idx="12368">
                  <c:v>7.4</c:v>
                </c:pt>
                <c:pt idx="12369">
                  <c:v>5.5</c:v>
                </c:pt>
                <c:pt idx="12370">
                  <c:v>4.2</c:v>
                </c:pt>
                <c:pt idx="12371">
                  <c:v>6.9</c:v>
                </c:pt>
                <c:pt idx="12372">
                  <c:v>8.4</c:v>
                </c:pt>
                <c:pt idx="12373">
                  <c:v>5</c:v>
                </c:pt>
                <c:pt idx="12374">
                  <c:v>6.7</c:v>
                </c:pt>
                <c:pt idx="12375">
                  <c:v>4.5</c:v>
                </c:pt>
                <c:pt idx="12376">
                  <c:v>9.1</c:v>
                </c:pt>
                <c:pt idx="12377">
                  <c:v>5.5</c:v>
                </c:pt>
                <c:pt idx="12378">
                  <c:v>7.3</c:v>
                </c:pt>
                <c:pt idx="12379">
                  <c:v>6.4</c:v>
                </c:pt>
                <c:pt idx="12380">
                  <c:v>9.1</c:v>
                </c:pt>
                <c:pt idx="12381">
                  <c:v>7.5</c:v>
                </c:pt>
                <c:pt idx="12382">
                  <c:v>8.1999999999999993</c:v>
                </c:pt>
                <c:pt idx="12383">
                  <c:v>6.3</c:v>
                </c:pt>
                <c:pt idx="12384">
                  <c:v>9.3000000000000007</c:v>
                </c:pt>
                <c:pt idx="12385">
                  <c:v>6.9</c:v>
                </c:pt>
                <c:pt idx="12386">
                  <c:v>5.9</c:v>
                </c:pt>
                <c:pt idx="12387">
                  <c:v>4.5</c:v>
                </c:pt>
                <c:pt idx="12388">
                  <c:v>4.9000000000000004</c:v>
                </c:pt>
                <c:pt idx="12389">
                  <c:v>7.1</c:v>
                </c:pt>
                <c:pt idx="12390">
                  <c:v>4.9000000000000004</c:v>
                </c:pt>
                <c:pt idx="12391">
                  <c:v>4.2</c:v>
                </c:pt>
                <c:pt idx="12392">
                  <c:v>8.6</c:v>
                </c:pt>
                <c:pt idx="12393">
                  <c:v>8.6</c:v>
                </c:pt>
                <c:pt idx="12394">
                  <c:v>4.8</c:v>
                </c:pt>
                <c:pt idx="12395">
                  <c:v>7.3</c:v>
                </c:pt>
                <c:pt idx="12396">
                  <c:v>6.3</c:v>
                </c:pt>
                <c:pt idx="12397">
                  <c:v>9</c:v>
                </c:pt>
                <c:pt idx="12398">
                  <c:v>9.6999999999999993</c:v>
                </c:pt>
                <c:pt idx="12399">
                  <c:v>5.6</c:v>
                </c:pt>
                <c:pt idx="12400">
                  <c:v>9.1</c:v>
                </c:pt>
                <c:pt idx="12401">
                  <c:v>6</c:v>
                </c:pt>
                <c:pt idx="12402">
                  <c:v>4.3</c:v>
                </c:pt>
                <c:pt idx="12403">
                  <c:v>7.5</c:v>
                </c:pt>
                <c:pt idx="12404">
                  <c:v>5.0999999999999996</c:v>
                </c:pt>
                <c:pt idx="12405">
                  <c:v>5.9</c:v>
                </c:pt>
                <c:pt idx="12406">
                  <c:v>6.9</c:v>
                </c:pt>
                <c:pt idx="12407">
                  <c:v>4.3</c:v>
                </c:pt>
                <c:pt idx="12408">
                  <c:v>8.6999999999999993</c:v>
                </c:pt>
                <c:pt idx="12409">
                  <c:v>8.4</c:v>
                </c:pt>
                <c:pt idx="12410">
                  <c:v>7.9</c:v>
                </c:pt>
                <c:pt idx="12411">
                  <c:v>5.2</c:v>
                </c:pt>
                <c:pt idx="12412">
                  <c:v>5.5</c:v>
                </c:pt>
                <c:pt idx="12413">
                  <c:v>5.8</c:v>
                </c:pt>
                <c:pt idx="12414">
                  <c:v>9.4</c:v>
                </c:pt>
                <c:pt idx="12415">
                  <c:v>7.6</c:v>
                </c:pt>
                <c:pt idx="12416">
                  <c:v>7.3</c:v>
                </c:pt>
                <c:pt idx="12417">
                  <c:v>8.8000000000000007</c:v>
                </c:pt>
                <c:pt idx="12418">
                  <c:v>8</c:v>
                </c:pt>
                <c:pt idx="12419">
                  <c:v>8</c:v>
                </c:pt>
                <c:pt idx="12420">
                  <c:v>5.7</c:v>
                </c:pt>
                <c:pt idx="12421">
                  <c:v>7.3</c:v>
                </c:pt>
                <c:pt idx="12422">
                  <c:v>6.3</c:v>
                </c:pt>
                <c:pt idx="12423">
                  <c:v>5.2</c:v>
                </c:pt>
                <c:pt idx="12424">
                  <c:v>9.5</c:v>
                </c:pt>
                <c:pt idx="12425">
                  <c:v>7.9</c:v>
                </c:pt>
                <c:pt idx="12426">
                  <c:v>4.2</c:v>
                </c:pt>
                <c:pt idx="12427">
                  <c:v>9.8000000000000007</c:v>
                </c:pt>
                <c:pt idx="12428">
                  <c:v>5.7</c:v>
                </c:pt>
                <c:pt idx="12429">
                  <c:v>5</c:v>
                </c:pt>
                <c:pt idx="12430">
                  <c:v>7.9</c:v>
                </c:pt>
                <c:pt idx="12431">
                  <c:v>8.1999999999999993</c:v>
                </c:pt>
                <c:pt idx="12432">
                  <c:v>9.1</c:v>
                </c:pt>
                <c:pt idx="12433">
                  <c:v>7.1</c:v>
                </c:pt>
                <c:pt idx="12434">
                  <c:v>8.8000000000000007</c:v>
                </c:pt>
                <c:pt idx="12435">
                  <c:v>7.5</c:v>
                </c:pt>
                <c:pt idx="12436">
                  <c:v>4.2</c:v>
                </c:pt>
                <c:pt idx="12437">
                  <c:v>7.7</c:v>
                </c:pt>
                <c:pt idx="12438">
                  <c:v>6.8</c:v>
                </c:pt>
                <c:pt idx="12439">
                  <c:v>8.1</c:v>
                </c:pt>
                <c:pt idx="12440">
                  <c:v>9.6</c:v>
                </c:pt>
                <c:pt idx="12441">
                  <c:v>7.3</c:v>
                </c:pt>
                <c:pt idx="12442">
                  <c:v>5</c:v>
                </c:pt>
                <c:pt idx="12443">
                  <c:v>6.3</c:v>
                </c:pt>
                <c:pt idx="12444">
                  <c:v>7.4</c:v>
                </c:pt>
                <c:pt idx="12445">
                  <c:v>5</c:v>
                </c:pt>
                <c:pt idx="12446">
                  <c:v>5.3</c:v>
                </c:pt>
                <c:pt idx="12447">
                  <c:v>6</c:v>
                </c:pt>
                <c:pt idx="12448">
                  <c:v>5.2</c:v>
                </c:pt>
                <c:pt idx="12449">
                  <c:v>9</c:v>
                </c:pt>
                <c:pt idx="12450">
                  <c:v>4.8</c:v>
                </c:pt>
                <c:pt idx="12451">
                  <c:v>8</c:v>
                </c:pt>
                <c:pt idx="12452">
                  <c:v>7.7</c:v>
                </c:pt>
                <c:pt idx="12453">
                  <c:v>9</c:v>
                </c:pt>
                <c:pt idx="12454">
                  <c:v>8.1999999999999993</c:v>
                </c:pt>
                <c:pt idx="12455">
                  <c:v>4.0999999999999996</c:v>
                </c:pt>
                <c:pt idx="12456">
                  <c:v>5</c:v>
                </c:pt>
                <c:pt idx="12457">
                  <c:v>9.1999999999999993</c:v>
                </c:pt>
                <c:pt idx="12458">
                  <c:v>7</c:v>
                </c:pt>
                <c:pt idx="12459">
                  <c:v>7.9</c:v>
                </c:pt>
                <c:pt idx="12460">
                  <c:v>9.3000000000000007</c:v>
                </c:pt>
                <c:pt idx="12461">
                  <c:v>6</c:v>
                </c:pt>
                <c:pt idx="12462">
                  <c:v>8.1</c:v>
                </c:pt>
                <c:pt idx="12463">
                  <c:v>9.9</c:v>
                </c:pt>
                <c:pt idx="12464">
                  <c:v>7.7</c:v>
                </c:pt>
                <c:pt idx="12465">
                  <c:v>7.4</c:v>
                </c:pt>
                <c:pt idx="12466">
                  <c:v>8.6</c:v>
                </c:pt>
                <c:pt idx="12467">
                  <c:v>5.7</c:v>
                </c:pt>
                <c:pt idx="12468">
                  <c:v>5</c:v>
                </c:pt>
                <c:pt idx="12469">
                  <c:v>4.2</c:v>
                </c:pt>
                <c:pt idx="12470">
                  <c:v>6.8</c:v>
                </c:pt>
                <c:pt idx="12471">
                  <c:v>9.3000000000000007</c:v>
                </c:pt>
                <c:pt idx="12472">
                  <c:v>8.5</c:v>
                </c:pt>
                <c:pt idx="12473">
                  <c:v>5.2</c:v>
                </c:pt>
                <c:pt idx="12474">
                  <c:v>9.4</c:v>
                </c:pt>
                <c:pt idx="12475">
                  <c:v>8</c:v>
                </c:pt>
                <c:pt idx="12476">
                  <c:v>8.8000000000000007</c:v>
                </c:pt>
                <c:pt idx="12477">
                  <c:v>8.9</c:v>
                </c:pt>
                <c:pt idx="12478">
                  <c:v>8.6999999999999993</c:v>
                </c:pt>
                <c:pt idx="12479">
                  <c:v>4.5</c:v>
                </c:pt>
                <c:pt idx="12480">
                  <c:v>7.6</c:v>
                </c:pt>
                <c:pt idx="12481">
                  <c:v>7.3</c:v>
                </c:pt>
                <c:pt idx="12482">
                  <c:v>4.7</c:v>
                </c:pt>
                <c:pt idx="12483">
                  <c:v>8.1</c:v>
                </c:pt>
                <c:pt idx="12484">
                  <c:v>8.6</c:v>
                </c:pt>
                <c:pt idx="12485">
                  <c:v>7</c:v>
                </c:pt>
                <c:pt idx="12486">
                  <c:v>9.4</c:v>
                </c:pt>
                <c:pt idx="12487">
                  <c:v>6</c:v>
                </c:pt>
                <c:pt idx="12488">
                  <c:v>6.3</c:v>
                </c:pt>
                <c:pt idx="12489">
                  <c:v>9.1</c:v>
                </c:pt>
                <c:pt idx="12490">
                  <c:v>6.7</c:v>
                </c:pt>
                <c:pt idx="12491">
                  <c:v>9.1</c:v>
                </c:pt>
                <c:pt idx="12492">
                  <c:v>4.2</c:v>
                </c:pt>
                <c:pt idx="12493">
                  <c:v>4.9000000000000004</c:v>
                </c:pt>
                <c:pt idx="12494">
                  <c:v>7.5</c:v>
                </c:pt>
                <c:pt idx="12495">
                  <c:v>4.3</c:v>
                </c:pt>
                <c:pt idx="12496">
                  <c:v>7.8</c:v>
                </c:pt>
                <c:pt idx="12497">
                  <c:v>4.0999999999999996</c:v>
                </c:pt>
                <c:pt idx="12498">
                  <c:v>8.1999999999999993</c:v>
                </c:pt>
                <c:pt idx="12499">
                  <c:v>5.8</c:v>
                </c:pt>
                <c:pt idx="12500">
                  <c:v>4.0999999999999996</c:v>
                </c:pt>
                <c:pt idx="12501">
                  <c:v>5.4</c:v>
                </c:pt>
                <c:pt idx="12502">
                  <c:v>5.3</c:v>
                </c:pt>
                <c:pt idx="12503">
                  <c:v>7.1</c:v>
                </c:pt>
                <c:pt idx="12504">
                  <c:v>7</c:v>
                </c:pt>
                <c:pt idx="12505">
                  <c:v>7.5</c:v>
                </c:pt>
                <c:pt idx="12506">
                  <c:v>6.6</c:v>
                </c:pt>
                <c:pt idx="12507">
                  <c:v>7.7</c:v>
                </c:pt>
                <c:pt idx="12508">
                  <c:v>5.7</c:v>
                </c:pt>
                <c:pt idx="12509">
                  <c:v>4.2</c:v>
                </c:pt>
                <c:pt idx="12510">
                  <c:v>8.1</c:v>
                </c:pt>
                <c:pt idx="12511">
                  <c:v>4.2</c:v>
                </c:pt>
                <c:pt idx="12512">
                  <c:v>6.1</c:v>
                </c:pt>
                <c:pt idx="12513">
                  <c:v>6.6</c:v>
                </c:pt>
                <c:pt idx="12514">
                  <c:v>9</c:v>
                </c:pt>
                <c:pt idx="12515">
                  <c:v>9.1</c:v>
                </c:pt>
                <c:pt idx="12516">
                  <c:v>7.2</c:v>
                </c:pt>
                <c:pt idx="12517">
                  <c:v>7.6</c:v>
                </c:pt>
                <c:pt idx="12518">
                  <c:v>9.6</c:v>
                </c:pt>
                <c:pt idx="12519">
                  <c:v>9.1</c:v>
                </c:pt>
                <c:pt idx="12520">
                  <c:v>4.8</c:v>
                </c:pt>
                <c:pt idx="12521">
                  <c:v>6.3</c:v>
                </c:pt>
                <c:pt idx="12522">
                  <c:v>8</c:v>
                </c:pt>
                <c:pt idx="12523">
                  <c:v>7.8</c:v>
                </c:pt>
                <c:pt idx="12524">
                  <c:v>9.5</c:v>
                </c:pt>
                <c:pt idx="12525">
                  <c:v>8.5</c:v>
                </c:pt>
                <c:pt idx="12526">
                  <c:v>9.6999999999999993</c:v>
                </c:pt>
                <c:pt idx="12527">
                  <c:v>9</c:v>
                </c:pt>
                <c:pt idx="12528">
                  <c:v>9.5</c:v>
                </c:pt>
                <c:pt idx="12529">
                  <c:v>4.9000000000000004</c:v>
                </c:pt>
                <c:pt idx="12530">
                  <c:v>7.8</c:v>
                </c:pt>
                <c:pt idx="12531">
                  <c:v>4.4000000000000004</c:v>
                </c:pt>
                <c:pt idx="12532">
                  <c:v>6.9</c:v>
                </c:pt>
                <c:pt idx="12533">
                  <c:v>5.4</c:v>
                </c:pt>
                <c:pt idx="12534">
                  <c:v>5.5</c:v>
                </c:pt>
                <c:pt idx="12535">
                  <c:v>5.2</c:v>
                </c:pt>
                <c:pt idx="12536">
                  <c:v>9.6999999999999993</c:v>
                </c:pt>
                <c:pt idx="12537">
                  <c:v>5.3</c:v>
                </c:pt>
                <c:pt idx="12538">
                  <c:v>8.4</c:v>
                </c:pt>
                <c:pt idx="12539">
                  <c:v>8.8000000000000007</c:v>
                </c:pt>
                <c:pt idx="12540">
                  <c:v>7.8</c:v>
                </c:pt>
                <c:pt idx="12541">
                  <c:v>9.1</c:v>
                </c:pt>
                <c:pt idx="12542">
                  <c:v>8.3000000000000007</c:v>
                </c:pt>
                <c:pt idx="12543">
                  <c:v>4.3</c:v>
                </c:pt>
                <c:pt idx="12544">
                  <c:v>7.9</c:v>
                </c:pt>
                <c:pt idx="12545">
                  <c:v>7</c:v>
                </c:pt>
                <c:pt idx="12546">
                  <c:v>5.7</c:v>
                </c:pt>
                <c:pt idx="12547">
                  <c:v>8.1</c:v>
                </c:pt>
                <c:pt idx="12548">
                  <c:v>7.5</c:v>
                </c:pt>
                <c:pt idx="12549">
                  <c:v>7.3</c:v>
                </c:pt>
                <c:pt idx="12550">
                  <c:v>5.2</c:v>
                </c:pt>
                <c:pt idx="12551">
                  <c:v>9.4</c:v>
                </c:pt>
                <c:pt idx="12552">
                  <c:v>8.1999999999999993</c:v>
                </c:pt>
                <c:pt idx="12553">
                  <c:v>4.4000000000000004</c:v>
                </c:pt>
                <c:pt idx="12554">
                  <c:v>9.4</c:v>
                </c:pt>
                <c:pt idx="12555">
                  <c:v>4</c:v>
                </c:pt>
                <c:pt idx="12556">
                  <c:v>8.9</c:v>
                </c:pt>
                <c:pt idx="12557">
                  <c:v>4.5</c:v>
                </c:pt>
                <c:pt idx="12558">
                  <c:v>5.2</c:v>
                </c:pt>
                <c:pt idx="12559">
                  <c:v>8</c:v>
                </c:pt>
                <c:pt idx="12560">
                  <c:v>8.8000000000000007</c:v>
                </c:pt>
                <c:pt idx="12561">
                  <c:v>4.3</c:v>
                </c:pt>
                <c:pt idx="12562">
                  <c:v>6.2</c:v>
                </c:pt>
                <c:pt idx="12563">
                  <c:v>4.9000000000000004</c:v>
                </c:pt>
                <c:pt idx="12564">
                  <c:v>6.6</c:v>
                </c:pt>
                <c:pt idx="12565">
                  <c:v>5.4</c:v>
                </c:pt>
                <c:pt idx="12566">
                  <c:v>8</c:v>
                </c:pt>
                <c:pt idx="12567">
                  <c:v>9</c:v>
                </c:pt>
                <c:pt idx="12568">
                  <c:v>8.6999999999999993</c:v>
                </c:pt>
                <c:pt idx="12569">
                  <c:v>6.5</c:v>
                </c:pt>
                <c:pt idx="12570">
                  <c:v>8</c:v>
                </c:pt>
                <c:pt idx="12571">
                  <c:v>5.6</c:v>
                </c:pt>
                <c:pt idx="12572">
                  <c:v>9.5</c:v>
                </c:pt>
                <c:pt idx="12573">
                  <c:v>7.8</c:v>
                </c:pt>
                <c:pt idx="12574">
                  <c:v>5.0999999999999996</c:v>
                </c:pt>
                <c:pt idx="12575">
                  <c:v>4</c:v>
                </c:pt>
                <c:pt idx="12576">
                  <c:v>4.8</c:v>
                </c:pt>
                <c:pt idx="12577">
                  <c:v>4.3</c:v>
                </c:pt>
                <c:pt idx="12578">
                  <c:v>4.2</c:v>
                </c:pt>
                <c:pt idx="12579">
                  <c:v>6.3</c:v>
                </c:pt>
                <c:pt idx="12580">
                  <c:v>5.8</c:v>
                </c:pt>
                <c:pt idx="12581">
                  <c:v>8.6999999999999993</c:v>
                </c:pt>
                <c:pt idx="12582">
                  <c:v>5.6</c:v>
                </c:pt>
                <c:pt idx="12583">
                  <c:v>4.5</c:v>
                </c:pt>
                <c:pt idx="12584">
                  <c:v>7.2</c:v>
                </c:pt>
                <c:pt idx="12585">
                  <c:v>7.4</c:v>
                </c:pt>
                <c:pt idx="12586">
                  <c:v>5.2</c:v>
                </c:pt>
                <c:pt idx="12587">
                  <c:v>5.8</c:v>
                </c:pt>
                <c:pt idx="12588">
                  <c:v>7.4</c:v>
                </c:pt>
                <c:pt idx="12589">
                  <c:v>4.8</c:v>
                </c:pt>
                <c:pt idx="12590">
                  <c:v>6.8</c:v>
                </c:pt>
                <c:pt idx="12591">
                  <c:v>4.0999999999999996</c:v>
                </c:pt>
                <c:pt idx="12592">
                  <c:v>6</c:v>
                </c:pt>
                <c:pt idx="12593">
                  <c:v>8.1</c:v>
                </c:pt>
                <c:pt idx="12594">
                  <c:v>6</c:v>
                </c:pt>
                <c:pt idx="12595">
                  <c:v>4.5999999999999996</c:v>
                </c:pt>
                <c:pt idx="12596">
                  <c:v>4.5</c:v>
                </c:pt>
                <c:pt idx="12597">
                  <c:v>7.3</c:v>
                </c:pt>
                <c:pt idx="12598">
                  <c:v>6.6</c:v>
                </c:pt>
                <c:pt idx="12599">
                  <c:v>5</c:v>
                </c:pt>
                <c:pt idx="12600">
                  <c:v>5.5</c:v>
                </c:pt>
                <c:pt idx="12601">
                  <c:v>6.3</c:v>
                </c:pt>
                <c:pt idx="12602">
                  <c:v>8.6</c:v>
                </c:pt>
                <c:pt idx="12603">
                  <c:v>7.4</c:v>
                </c:pt>
                <c:pt idx="12604">
                  <c:v>7.2</c:v>
                </c:pt>
                <c:pt idx="12605">
                  <c:v>4.7</c:v>
                </c:pt>
                <c:pt idx="12606">
                  <c:v>6.8</c:v>
                </c:pt>
                <c:pt idx="12607">
                  <c:v>4.0999999999999996</c:v>
                </c:pt>
                <c:pt idx="12608">
                  <c:v>8.3000000000000007</c:v>
                </c:pt>
                <c:pt idx="12609">
                  <c:v>9.1</c:v>
                </c:pt>
                <c:pt idx="12610">
                  <c:v>6.8</c:v>
                </c:pt>
                <c:pt idx="12611">
                  <c:v>8.6</c:v>
                </c:pt>
                <c:pt idx="12612">
                  <c:v>4.5</c:v>
                </c:pt>
                <c:pt idx="12613">
                  <c:v>9.8000000000000007</c:v>
                </c:pt>
                <c:pt idx="12614">
                  <c:v>6.7</c:v>
                </c:pt>
                <c:pt idx="12615">
                  <c:v>4.3</c:v>
                </c:pt>
                <c:pt idx="12616">
                  <c:v>4.3</c:v>
                </c:pt>
                <c:pt idx="12617">
                  <c:v>4.0999999999999996</c:v>
                </c:pt>
                <c:pt idx="12618">
                  <c:v>5.5</c:v>
                </c:pt>
                <c:pt idx="12619">
                  <c:v>6.6</c:v>
                </c:pt>
                <c:pt idx="12620">
                  <c:v>9.8000000000000007</c:v>
                </c:pt>
                <c:pt idx="12621">
                  <c:v>7.8</c:v>
                </c:pt>
                <c:pt idx="12622">
                  <c:v>7.7</c:v>
                </c:pt>
                <c:pt idx="12623">
                  <c:v>6.1</c:v>
                </c:pt>
                <c:pt idx="12624">
                  <c:v>9.3000000000000007</c:v>
                </c:pt>
                <c:pt idx="12625">
                  <c:v>8.8000000000000007</c:v>
                </c:pt>
                <c:pt idx="12626">
                  <c:v>5.3</c:v>
                </c:pt>
                <c:pt idx="12627">
                  <c:v>5.0999999999999996</c:v>
                </c:pt>
                <c:pt idx="12628">
                  <c:v>4.4000000000000004</c:v>
                </c:pt>
                <c:pt idx="12629">
                  <c:v>4.7</c:v>
                </c:pt>
                <c:pt idx="12630">
                  <c:v>9.5</c:v>
                </c:pt>
                <c:pt idx="12631">
                  <c:v>9.1</c:v>
                </c:pt>
                <c:pt idx="12632">
                  <c:v>4.3</c:v>
                </c:pt>
                <c:pt idx="12633">
                  <c:v>5.4</c:v>
                </c:pt>
                <c:pt idx="12634">
                  <c:v>4.8</c:v>
                </c:pt>
                <c:pt idx="12635">
                  <c:v>7.8</c:v>
                </c:pt>
                <c:pt idx="12636">
                  <c:v>4.5999999999999996</c:v>
                </c:pt>
                <c:pt idx="12637">
                  <c:v>7.8</c:v>
                </c:pt>
                <c:pt idx="12638">
                  <c:v>6.6</c:v>
                </c:pt>
                <c:pt idx="12639">
                  <c:v>4.5999999999999996</c:v>
                </c:pt>
                <c:pt idx="12640">
                  <c:v>8.1</c:v>
                </c:pt>
                <c:pt idx="12641">
                  <c:v>8.3000000000000007</c:v>
                </c:pt>
                <c:pt idx="12642">
                  <c:v>8.6999999999999993</c:v>
                </c:pt>
                <c:pt idx="12643">
                  <c:v>7.8</c:v>
                </c:pt>
                <c:pt idx="12644">
                  <c:v>5.8</c:v>
                </c:pt>
                <c:pt idx="12645">
                  <c:v>8.6999999999999993</c:v>
                </c:pt>
                <c:pt idx="12646">
                  <c:v>4.2</c:v>
                </c:pt>
                <c:pt idx="12647">
                  <c:v>7.3</c:v>
                </c:pt>
                <c:pt idx="12648">
                  <c:v>8.5</c:v>
                </c:pt>
                <c:pt idx="12649">
                  <c:v>7.6</c:v>
                </c:pt>
                <c:pt idx="12650">
                  <c:v>4.3</c:v>
                </c:pt>
                <c:pt idx="12651">
                  <c:v>7.2</c:v>
                </c:pt>
                <c:pt idx="12652">
                  <c:v>6.5</c:v>
                </c:pt>
                <c:pt idx="12653">
                  <c:v>9.8000000000000007</c:v>
                </c:pt>
                <c:pt idx="12654">
                  <c:v>5.6</c:v>
                </c:pt>
                <c:pt idx="12655">
                  <c:v>6.1</c:v>
                </c:pt>
                <c:pt idx="12656">
                  <c:v>6.9</c:v>
                </c:pt>
                <c:pt idx="12657">
                  <c:v>6.1</c:v>
                </c:pt>
                <c:pt idx="12658">
                  <c:v>5</c:v>
                </c:pt>
                <c:pt idx="12659">
                  <c:v>5.4</c:v>
                </c:pt>
                <c:pt idx="12660">
                  <c:v>8</c:v>
                </c:pt>
                <c:pt idx="12661">
                  <c:v>5.5</c:v>
                </c:pt>
                <c:pt idx="12662">
                  <c:v>8.5</c:v>
                </c:pt>
                <c:pt idx="12663">
                  <c:v>8</c:v>
                </c:pt>
                <c:pt idx="12664">
                  <c:v>7.6</c:v>
                </c:pt>
                <c:pt idx="12665">
                  <c:v>5.7</c:v>
                </c:pt>
                <c:pt idx="12666">
                  <c:v>7.7</c:v>
                </c:pt>
                <c:pt idx="12667">
                  <c:v>5</c:v>
                </c:pt>
                <c:pt idx="12668">
                  <c:v>9.1</c:v>
                </c:pt>
                <c:pt idx="12669">
                  <c:v>5.4</c:v>
                </c:pt>
                <c:pt idx="12670">
                  <c:v>6.3</c:v>
                </c:pt>
                <c:pt idx="12671">
                  <c:v>6.7</c:v>
                </c:pt>
                <c:pt idx="12672">
                  <c:v>6.6</c:v>
                </c:pt>
                <c:pt idx="12673">
                  <c:v>4.7</c:v>
                </c:pt>
                <c:pt idx="12674">
                  <c:v>6.8</c:v>
                </c:pt>
                <c:pt idx="12675">
                  <c:v>9.3000000000000007</c:v>
                </c:pt>
                <c:pt idx="12676">
                  <c:v>7.4</c:v>
                </c:pt>
                <c:pt idx="12677">
                  <c:v>5.0999999999999996</c:v>
                </c:pt>
                <c:pt idx="12678">
                  <c:v>9.3000000000000007</c:v>
                </c:pt>
                <c:pt idx="12679">
                  <c:v>6.2</c:v>
                </c:pt>
                <c:pt idx="12680">
                  <c:v>6.3</c:v>
                </c:pt>
                <c:pt idx="12681">
                  <c:v>8</c:v>
                </c:pt>
                <c:pt idx="12682">
                  <c:v>5.8</c:v>
                </c:pt>
                <c:pt idx="12683">
                  <c:v>5.0999999999999996</c:v>
                </c:pt>
                <c:pt idx="12684">
                  <c:v>6.6</c:v>
                </c:pt>
                <c:pt idx="12685">
                  <c:v>6.5</c:v>
                </c:pt>
                <c:pt idx="12686">
                  <c:v>7.2</c:v>
                </c:pt>
                <c:pt idx="12687">
                  <c:v>9.9</c:v>
                </c:pt>
                <c:pt idx="12688">
                  <c:v>4.7</c:v>
                </c:pt>
                <c:pt idx="12689">
                  <c:v>7</c:v>
                </c:pt>
                <c:pt idx="12690">
                  <c:v>6.9</c:v>
                </c:pt>
                <c:pt idx="12691">
                  <c:v>6.1</c:v>
                </c:pt>
                <c:pt idx="12692">
                  <c:v>7</c:v>
                </c:pt>
                <c:pt idx="12693">
                  <c:v>9.5</c:v>
                </c:pt>
                <c:pt idx="12694">
                  <c:v>8.6</c:v>
                </c:pt>
                <c:pt idx="12695">
                  <c:v>8.6999999999999993</c:v>
                </c:pt>
                <c:pt idx="12696">
                  <c:v>9.1999999999999993</c:v>
                </c:pt>
                <c:pt idx="12697">
                  <c:v>8.1</c:v>
                </c:pt>
                <c:pt idx="12698">
                  <c:v>6.1</c:v>
                </c:pt>
                <c:pt idx="12699">
                  <c:v>8</c:v>
                </c:pt>
                <c:pt idx="12700">
                  <c:v>6.1</c:v>
                </c:pt>
                <c:pt idx="12701">
                  <c:v>5.2</c:v>
                </c:pt>
                <c:pt idx="12702">
                  <c:v>9.6999999999999993</c:v>
                </c:pt>
                <c:pt idx="12703">
                  <c:v>5.6</c:v>
                </c:pt>
                <c:pt idx="12704">
                  <c:v>6.8</c:v>
                </c:pt>
                <c:pt idx="12705">
                  <c:v>7.8</c:v>
                </c:pt>
                <c:pt idx="12706">
                  <c:v>4.2</c:v>
                </c:pt>
                <c:pt idx="12707">
                  <c:v>9</c:v>
                </c:pt>
                <c:pt idx="12708">
                  <c:v>7.4</c:v>
                </c:pt>
                <c:pt idx="12709">
                  <c:v>7.3</c:v>
                </c:pt>
                <c:pt idx="12710">
                  <c:v>5</c:v>
                </c:pt>
                <c:pt idx="12711">
                  <c:v>4.5999999999999996</c:v>
                </c:pt>
                <c:pt idx="12712">
                  <c:v>7.6</c:v>
                </c:pt>
                <c:pt idx="12713">
                  <c:v>7.5</c:v>
                </c:pt>
                <c:pt idx="12714">
                  <c:v>6</c:v>
                </c:pt>
                <c:pt idx="12715">
                  <c:v>4.3</c:v>
                </c:pt>
                <c:pt idx="12716">
                  <c:v>4.7</c:v>
                </c:pt>
                <c:pt idx="12717">
                  <c:v>5.0999999999999996</c:v>
                </c:pt>
                <c:pt idx="12718">
                  <c:v>6.2</c:v>
                </c:pt>
                <c:pt idx="12719">
                  <c:v>7.7</c:v>
                </c:pt>
                <c:pt idx="12720">
                  <c:v>5.6</c:v>
                </c:pt>
                <c:pt idx="12721">
                  <c:v>7.1</c:v>
                </c:pt>
                <c:pt idx="12722">
                  <c:v>6.5</c:v>
                </c:pt>
                <c:pt idx="12723">
                  <c:v>8.3000000000000007</c:v>
                </c:pt>
                <c:pt idx="12724">
                  <c:v>8.8000000000000007</c:v>
                </c:pt>
                <c:pt idx="12725">
                  <c:v>9.9</c:v>
                </c:pt>
                <c:pt idx="12726">
                  <c:v>9.1</c:v>
                </c:pt>
                <c:pt idx="12727">
                  <c:v>10</c:v>
                </c:pt>
                <c:pt idx="12728">
                  <c:v>6.3</c:v>
                </c:pt>
                <c:pt idx="12729">
                  <c:v>5.2</c:v>
                </c:pt>
                <c:pt idx="12730">
                  <c:v>8.6</c:v>
                </c:pt>
                <c:pt idx="12731">
                  <c:v>4.3</c:v>
                </c:pt>
                <c:pt idx="12732">
                  <c:v>6.1</c:v>
                </c:pt>
                <c:pt idx="12733">
                  <c:v>6</c:v>
                </c:pt>
                <c:pt idx="12734">
                  <c:v>6.1</c:v>
                </c:pt>
                <c:pt idx="12735">
                  <c:v>4.2</c:v>
                </c:pt>
                <c:pt idx="12736">
                  <c:v>6.1</c:v>
                </c:pt>
                <c:pt idx="12737">
                  <c:v>7.4</c:v>
                </c:pt>
                <c:pt idx="12738">
                  <c:v>7.7</c:v>
                </c:pt>
                <c:pt idx="12739">
                  <c:v>5.7</c:v>
                </c:pt>
                <c:pt idx="12740">
                  <c:v>6.5</c:v>
                </c:pt>
                <c:pt idx="12741">
                  <c:v>9.6</c:v>
                </c:pt>
                <c:pt idx="12742">
                  <c:v>4.3</c:v>
                </c:pt>
                <c:pt idx="12743">
                  <c:v>5.7</c:v>
                </c:pt>
                <c:pt idx="12744">
                  <c:v>5.2</c:v>
                </c:pt>
                <c:pt idx="12745">
                  <c:v>7.4</c:v>
                </c:pt>
                <c:pt idx="12746">
                  <c:v>8.8000000000000007</c:v>
                </c:pt>
                <c:pt idx="12747">
                  <c:v>7.9</c:v>
                </c:pt>
                <c:pt idx="12748">
                  <c:v>8.6999999999999993</c:v>
                </c:pt>
                <c:pt idx="12749">
                  <c:v>7.5</c:v>
                </c:pt>
                <c:pt idx="12750">
                  <c:v>8.6999999999999993</c:v>
                </c:pt>
                <c:pt idx="12751">
                  <c:v>5</c:v>
                </c:pt>
                <c:pt idx="12752">
                  <c:v>6.6</c:v>
                </c:pt>
                <c:pt idx="12753">
                  <c:v>9</c:v>
                </c:pt>
                <c:pt idx="12754">
                  <c:v>7.5</c:v>
                </c:pt>
                <c:pt idx="12755">
                  <c:v>8.6999999999999993</c:v>
                </c:pt>
                <c:pt idx="12756">
                  <c:v>6.1</c:v>
                </c:pt>
                <c:pt idx="12757">
                  <c:v>6.7</c:v>
                </c:pt>
                <c:pt idx="12758">
                  <c:v>8.6</c:v>
                </c:pt>
                <c:pt idx="12759">
                  <c:v>6.8</c:v>
                </c:pt>
                <c:pt idx="12760">
                  <c:v>7.2</c:v>
                </c:pt>
                <c:pt idx="12761">
                  <c:v>8.5</c:v>
                </c:pt>
                <c:pt idx="12762">
                  <c:v>9.4</c:v>
                </c:pt>
                <c:pt idx="12763">
                  <c:v>9.9</c:v>
                </c:pt>
                <c:pt idx="12764">
                  <c:v>4.8</c:v>
                </c:pt>
                <c:pt idx="12765">
                  <c:v>9.8000000000000007</c:v>
                </c:pt>
                <c:pt idx="12766">
                  <c:v>6.6</c:v>
                </c:pt>
                <c:pt idx="12767">
                  <c:v>4.8</c:v>
                </c:pt>
                <c:pt idx="12768">
                  <c:v>4.5999999999999996</c:v>
                </c:pt>
                <c:pt idx="12769">
                  <c:v>7.3</c:v>
                </c:pt>
                <c:pt idx="12770">
                  <c:v>6.8</c:v>
                </c:pt>
                <c:pt idx="12771">
                  <c:v>9.1999999999999993</c:v>
                </c:pt>
                <c:pt idx="12772">
                  <c:v>8.1</c:v>
                </c:pt>
                <c:pt idx="12773">
                  <c:v>7</c:v>
                </c:pt>
                <c:pt idx="12774">
                  <c:v>10</c:v>
                </c:pt>
                <c:pt idx="12775">
                  <c:v>5.2</c:v>
                </c:pt>
                <c:pt idx="12776">
                  <c:v>5</c:v>
                </c:pt>
                <c:pt idx="12777">
                  <c:v>5.8</c:v>
                </c:pt>
                <c:pt idx="12778">
                  <c:v>5.6</c:v>
                </c:pt>
                <c:pt idx="12779">
                  <c:v>9.6999999999999993</c:v>
                </c:pt>
                <c:pt idx="12780">
                  <c:v>5.2</c:v>
                </c:pt>
                <c:pt idx="12781">
                  <c:v>4.4000000000000004</c:v>
                </c:pt>
                <c:pt idx="12782">
                  <c:v>5.9</c:v>
                </c:pt>
                <c:pt idx="12783">
                  <c:v>8.1</c:v>
                </c:pt>
                <c:pt idx="12784">
                  <c:v>8.1</c:v>
                </c:pt>
                <c:pt idx="12785">
                  <c:v>5.4</c:v>
                </c:pt>
                <c:pt idx="12786">
                  <c:v>7.3</c:v>
                </c:pt>
                <c:pt idx="12787">
                  <c:v>4.7</c:v>
                </c:pt>
                <c:pt idx="12788">
                  <c:v>5.5</c:v>
                </c:pt>
                <c:pt idx="12789">
                  <c:v>8.9</c:v>
                </c:pt>
                <c:pt idx="12790">
                  <c:v>8.1</c:v>
                </c:pt>
                <c:pt idx="12791">
                  <c:v>5.6</c:v>
                </c:pt>
                <c:pt idx="12792">
                  <c:v>8.1</c:v>
                </c:pt>
                <c:pt idx="12793">
                  <c:v>9.6</c:v>
                </c:pt>
                <c:pt idx="12794">
                  <c:v>6.1</c:v>
                </c:pt>
                <c:pt idx="12795">
                  <c:v>10</c:v>
                </c:pt>
                <c:pt idx="12796">
                  <c:v>6.5</c:v>
                </c:pt>
                <c:pt idx="12797">
                  <c:v>7.6</c:v>
                </c:pt>
                <c:pt idx="12798">
                  <c:v>7.9</c:v>
                </c:pt>
                <c:pt idx="12799">
                  <c:v>7</c:v>
                </c:pt>
                <c:pt idx="12800">
                  <c:v>5.6</c:v>
                </c:pt>
                <c:pt idx="12801">
                  <c:v>8</c:v>
                </c:pt>
                <c:pt idx="12802">
                  <c:v>6.2</c:v>
                </c:pt>
                <c:pt idx="12803">
                  <c:v>4.2</c:v>
                </c:pt>
                <c:pt idx="12804">
                  <c:v>6</c:v>
                </c:pt>
                <c:pt idx="12805">
                  <c:v>7.5</c:v>
                </c:pt>
                <c:pt idx="12806">
                  <c:v>5.3</c:v>
                </c:pt>
                <c:pt idx="12807">
                  <c:v>4.7</c:v>
                </c:pt>
                <c:pt idx="12808">
                  <c:v>8.9</c:v>
                </c:pt>
                <c:pt idx="12809">
                  <c:v>9.3000000000000007</c:v>
                </c:pt>
                <c:pt idx="12810">
                  <c:v>5.9</c:v>
                </c:pt>
                <c:pt idx="12811">
                  <c:v>8.1999999999999993</c:v>
                </c:pt>
                <c:pt idx="12812">
                  <c:v>9.1999999999999993</c:v>
                </c:pt>
                <c:pt idx="12813">
                  <c:v>8.9</c:v>
                </c:pt>
                <c:pt idx="12814">
                  <c:v>5.8</c:v>
                </c:pt>
                <c:pt idx="12815">
                  <c:v>8.9</c:v>
                </c:pt>
                <c:pt idx="12816">
                  <c:v>6.5</c:v>
                </c:pt>
                <c:pt idx="12817">
                  <c:v>5.6</c:v>
                </c:pt>
                <c:pt idx="12818">
                  <c:v>7.3</c:v>
                </c:pt>
                <c:pt idx="12819">
                  <c:v>6.3</c:v>
                </c:pt>
                <c:pt idx="12820">
                  <c:v>5.9</c:v>
                </c:pt>
                <c:pt idx="12821">
                  <c:v>5.4</c:v>
                </c:pt>
                <c:pt idx="12822">
                  <c:v>4.3</c:v>
                </c:pt>
                <c:pt idx="12823">
                  <c:v>9.5</c:v>
                </c:pt>
                <c:pt idx="12824">
                  <c:v>5.2</c:v>
                </c:pt>
                <c:pt idx="12825">
                  <c:v>5.9</c:v>
                </c:pt>
                <c:pt idx="12826">
                  <c:v>7.3</c:v>
                </c:pt>
                <c:pt idx="12827">
                  <c:v>5.9</c:v>
                </c:pt>
                <c:pt idx="12828">
                  <c:v>7.5</c:v>
                </c:pt>
                <c:pt idx="12829">
                  <c:v>8.1999999999999993</c:v>
                </c:pt>
                <c:pt idx="12830">
                  <c:v>9.8000000000000007</c:v>
                </c:pt>
                <c:pt idx="12831">
                  <c:v>6.9</c:v>
                </c:pt>
                <c:pt idx="12832">
                  <c:v>4.7</c:v>
                </c:pt>
                <c:pt idx="12833">
                  <c:v>6.4</c:v>
                </c:pt>
                <c:pt idx="12834">
                  <c:v>6.7</c:v>
                </c:pt>
                <c:pt idx="12835">
                  <c:v>8.1</c:v>
                </c:pt>
                <c:pt idx="12836">
                  <c:v>9.9</c:v>
                </c:pt>
                <c:pt idx="12837">
                  <c:v>5.7</c:v>
                </c:pt>
                <c:pt idx="12838">
                  <c:v>9.1</c:v>
                </c:pt>
                <c:pt idx="12839">
                  <c:v>7.2</c:v>
                </c:pt>
                <c:pt idx="12840">
                  <c:v>6.8</c:v>
                </c:pt>
                <c:pt idx="12841">
                  <c:v>5.4</c:v>
                </c:pt>
                <c:pt idx="12842">
                  <c:v>9.9</c:v>
                </c:pt>
                <c:pt idx="12843">
                  <c:v>9.1</c:v>
                </c:pt>
                <c:pt idx="12844">
                  <c:v>5.6</c:v>
                </c:pt>
                <c:pt idx="12845">
                  <c:v>6.4</c:v>
                </c:pt>
                <c:pt idx="12846">
                  <c:v>6.7</c:v>
                </c:pt>
                <c:pt idx="12847">
                  <c:v>5.6</c:v>
                </c:pt>
                <c:pt idx="12848">
                  <c:v>9.8000000000000007</c:v>
                </c:pt>
                <c:pt idx="12849">
                  <c:v>5.2</c:v>
                </c:pt>
                <c:pt idx="12850">
                  <c:v>5.8</c:v>
                </c:pt>
                <c:pt idx="12851">
                  <c:v>5.6</c:v>
                </c:pt>
                <c:pt idx="12852">
                  <c:v>5.5</c:v>
                </c:pt>
                <c:pt idx="12853">
                  <c:v>6.4</c:v>
                </c:pt>
                <c:pt idx="12854">
                  <c:v>7.1</c:v>
                </c:pt>
                <c:pt idx="12855">
                  <c:v>7.4</c:v>
                </c:pt>
                <c:pt idx="12856">
                  <c:v>8.1999999999999993</c:v>
                </c:pt>
                <c:pt idx="12857">
                  <c:v>6.2</c:v>
                </c:pt>
                <c:pt idx="12858">
                  <c:v>7.9</c:v>
                </c:pt>
                <c:pt idx="12859">
                  <c:v>6.7</c:v>
                </c:pt>
                <c:pt idx="12860">
                  <c:v>9.4</c:v>
                </c:pt>
                <c:pt idx="12861">
                  <c:v>5.3</c:v>
                </c:pt>
                <c:pt idx="12862">
                  <c:v>8.9</c:v>
                </c:pt>
                <c:pt idx="12863">
                  <c:v>7.2</c:v>
                </c:pt>
                <c:pt idx="12864">
                  <c:v>6.8</c:v>
                </c:pt>
                <c:pt idx="12865">
                  <c:v>7.6</c:v>
                </c:pt>
                <c:pt idx="12866">
                  <c:v>4.3</c:v>
                </c:pt>
                <c:pt idx="12867">
                  <c:v>9.6</c:v>
                </c:pt>
                <c:pt idx="12868">
                  <c:v>5</c:v>
                </c:pt>
                <c:pt idx="12869">
                  <c:v>10</c:v>
                </c:pt>
                <c:pt idx="12870">
                  <c:v>4.4000000000000004</c:v>
                </c:pt>
                <c:pt idx="12871">
                  <c:v>5.4</c:v>
                </c:pt>
                <c:pt idx="12872">
                  <c:v>5.6</c:v>
                </c:pt>
                <c:pt idx="12873">
                  <c:v>5.4</c:v>
                </c:pt>
                <c:pt idx="12874">
                  <c:v>8.1</c:v>
                </c:pt>
                <c:pt idx="12875">
                  <c:v>9.6</c:v>
                </c:pt>
                <c:pt idx="12876">
                  <c:v>7</c:v>
                </c:pt>
                <c:pt idx="12877">
                  <c:v>4.3</c:v>
                </c:pt>
                <c:pt idx="12878">
                  <c:v>5.7</c:v>
                </c:pt>
                <c:pt idx="12879">
                  <c:v>5.9</c:v>
                </c:pt>
                <c:pt idx="12880">
                  <c:v>6.9</c:v>
                </c:pt>
                <c:pt idx="12881">
                  <c:v>5.8</c:v>
                </c:pt>
                <c:pt idx="12882">
                  <c:v>7.4</c:v>
                </c:pt>
                <c:pt idx="12883">
                  <c:v>9.1999999999999993</c:v>
                </c:pt>
                <c:pt idx="12884">
                  <c:v>6</c:v>
                </c:pt>
                <c:pt idx="12885">
                  <c:v>6.3</c:v>
                </c:pt>
                <c:pt idx="12886">
                  <c:v>8.9</c:v>
                </c:pt>
                <c:pt idx="12887">
                  <c:v>6.4</c:v>
                </c:pt>
                <c:pt idx="12888">
                  <c:v>4.7</c:v>
                </c:pt>
                <c:pt idx="12889">
                  <c:v>9.1999999999999993</c:v>
                </c:pt>
                <c:pt idx="12890">
                  <c:v>7.5</c:v>
                </c:pt>
                <c:pt idx="12891">
                  <c:v>7.4</c:v>
                </c:pt>
                <c:pt idx="12892">
                  <c:v>7.3</c:v>
                </c:pt>
                <c:pt idx="12893">
                  <c:v>8.6999999999999993</c:v>
                </c:pt>
                <c:pt idx="12894">
                  <c:v>5</c:v>
                </c:pt>
                <c:pt idx="12895">
                  <c:v>4.9000000000000004</c:v>
                </c:pt>
                <c:pt idx="12896">
                  <c:v>4.3</c:v>
                </c:pt>
                <c:pt idx="12897">
                  <c:v>9</c:v>
                </c:pt>
                <c:pt idx="12898">
                  <c:v>8.1999999999999993</c:v>
                </c:pt>
                <c:pt idx="12899">
                  <c:v>5.0999999999999996</c:v>
                </c:pt>
                <c:pt idx="12900">
                  <c:v>8.5</c:v>
                </c:pt>
                <c:pt idx="12901">
                  <c:v>7.7</c:v>
                </c:pt>
                <c:pt idx="12902">
                  <c:v>7</c:v>
                </c:pt>
                <c:pt idx="12903">
                  <c:v>7.1</c:v>
                </c:pt>
                <c:pt idx="12904">
                  <c:v>6.9</c:v>
                </c:pt>
                <c:pt idx="12905">
                  <c:v>7</c:v>
                </c:pt>
                <c:pt idx="12906">
                  <c:v>6</c:v>
                </c:pt>
                <c:pt idx="12907">
                  <c:v>4</c:v>
                </c:pt>
                <c:pt idx="12908">
                  <c:v>4.4000000000000004</c:v>
                </c:pt>
                <c:pt idx="12909">
                  <c:v>6</c:v>
                </c:pt>
                <c:pt idx="12910">
                  <c:v>4.5</c:v>
                </c:pt>
                <c:pt idx="12911">
                  <c:v>4.5999999999999996</c:v>
                </c:pt>
                <c:pt idx="12912">
                  <c:v>4</c:v>
                </c:pt>
                <c:pt idx="12913">
                  <c:v>6.4</c:v>
                </c:pt>
                <c:pt idx="12914">
                  <c:v>7.2</c:v>
                </c:pt>
                <c:pt idx="12915">
                  <c:v>4.7</c:v>
                </c:pt>
                <c:pt idx="12916">
                  <c:v>6.2</c:v>
                </c:pt>
                <c:pt idx="12917">
                  <c:v>9.3000000000000007</c:v>
                </c:pt>
                <c:pt idx="12918">
                  <c:v>7.6</c:v>
                </c:pt>
                <c:pt idx="12919">
                  <c:v>5.7</c:v>
                </c:pt>
                <c:pt idx="12920">
                  <c:v>4.9000000000000004</c:v>
                </c:pt>
                <c:pt idx="12921">
                  <c:v>9</c:v>
                </c:pt>
                <c:pt idx="12922">
                  <c:v>6.4</c:v>
                </c:pt>
                <c:pt idx="12923">
                  <c:v>9.4</c:v>
                </c:pt>
                <c:pt idx="12924">
                  <c:v>9.3000000000000007</c:v>
                </c:pt>
                <c:pt idx="12925">
                  <c:v>9.4</c:v>
                </c:pt>
                <c:pt idx="12926">
                  <c:v>7.6</c:v>
                </c:pt>
                <c:pt idx="12927">
                  <c:v>5.6</c:v>
                </c:pt>
                <c:pt idx="12928">
                  <c:v>5.4</c:v>
                </c:pt>
                <c:pt idx="12929">
                  <c:v>6.9</c:v>
                </c:pt>
                <c:pt idx="12930">
                  <c:v>4.9000000000000004</c:v>
                </c:pt>
                <c:pt idx="12931">
                  <c:v>7.5</c:v>
                </c:pt>
                <c:pt idx="12932">
                  <c:v>8.6</c:v>
                </c:pt>
                <c:pt idx="12933">
                  <c:v>6.8</c:v>
                </c:pt>
                <c:pt idx="12934">
                  <c:v>10</c:v>
                </c:pt>
                <c:pt idx="12935">
                  <c:v>5.0999999999999996</c:v>
                </c:pt>
                <c:pt idx="12936">
                  <c:v>7.2</c:v>
                </c:pt>
                <c:pt idx="12937">
                  <c:v>4.9000000000000004</c:v>
                </c:pt>
                <c:pt idx="12938">
                  <c:v>5.4</c:v>
                </c:pt>
                <c:pt idx="12939">
                  <c:v>6.9</c:v>
                </c:pt>
                <c:pt idx="12940">
                  <c:v>6.3</c:v>
                </c:pt>
                <c:pt idx="12941">
                  <c:v>8.9</c:v>
                </c:pt>
                <c:pt idx="12942">
                  <c:v>6.4</c:v>
                </c:pt>
                <c:pt idx="12943">
                  <c:v>4.3</c:v>
                </c:pt>
                <c:pt idx="12944">
                  <c:v>6.4</c:v>
                </c:pt>
                <c:pt idx="12945">
                  <c:v>8.8000000000000007</c:v>
                </c:pt>
                <c:pt idx="12946">
                  <c:v>7.1</c:v>
                </c:pt>
                <c:pt idx="12947">
                  <c:v>5.8</c:v>
                </c:pt>
                <c:pt idx="12948">
                  <c:v>7</c:v>
                </c:pt>
                <c:pt idx="12949">
                  <c:v>8.8000000000000007</c:v>
                </c:pt>
                <c:pt idx="12950">
                  <c:v>4.0999999999999996</c:v>
                </c:pt>
                <c:pt idx="12951">
                  <c:v>4.0999999999999996</c:v>
                </c:pt>
                <c:pt idx="12952">
                  <c:v>4.9000000000000004</c:v>
                </c:pt>
                <c:pt idx="12953">
                  <c:v>7.6</c:v>
                </c:pt>
                <c:pt idx="12954">
                  <c:v>7.8</c:v>
                </c:pt>
                <c:pt idx="12955">
                  <c:v>4</c:v>
                </c:pt>
                <c:pt idx="12956">
                  <c:v>9.1</c:v>
                </c:pt>
                <c:pt idx="12957">
                  <c:v>4.3</c:v>
                </c:pt>
                <c:pt idx="12958">
                  <c:v>9.6999999999999993</c:v>
                </c:pt>
                <c:pt idx="12959">
                  <c:v>8.4</c:v>
                </c:pt>
                <c:pt idx="12960">
                  <c:v>5.8</c:v>
                </c:pt>
                <c:pt idx="12961">
                  <c:v>10</c:v>
                </c:pt>
                <c:pt idx="12962">
                  <c:v>8.5</c:v>
                </c:pt>
                <c:pt idx="12963">
                  <c:v>8.3000000000000007</c:v>
                </c:pt>
                <c:pt idx="12964">
                  <c:v>6.1</c:v>
                </c:pt>
                <c:pt idx="12965">
                  <c:v>8.4</c:v>
                </c:pt>
                <c:pt idx="12966">
                  <c:v>4.4000000000000004</c:v>
                </c:pt>
                <c:pt idx="12967">
                  <c:v>6.3</c:v>
                </c:pt>
                <c:pt idx="12968">
                  <c:v>4.4000000000000004</c:v>
                </c:pt>
                <c:pt idx="12969">
                  <c:v>8.1</c:v>
                </c:pt>
                <c:pt idx="12970">
                  <c:v>8.6</c:v>
                </c:pt>
                <c:pt idx="12971">
                  <c:v>9.6999999999999993</c:v>
                </c:pt>
                <c:pt idx="12972">
                  <c:v>9</c:v>
                </c:pt>
                <c:pt idx="12973">
                  <c:v>5.9</c:v>
                </c:pt>
                <c:pt idx="12974">
                  <c:v>8.4</c:v>
                </c:pt>
                <c:pt idx="12975">
                  <c:v>7.9</c:v>
                </c:pt>
                <c:pt idx="12976">
                  <c:v>4.2</c:v>
                </c:pt>
                <c:pt idx="12977">
                  <c:v>4.0999999999999996</c:v>
                </c:pt>
                <c:pt idx="12978">
                  <c:v>4.5</c:v>
                </c:pt>
                <c:pt idx="12979">
                  <c:v>6</c:v>
                </c:pt>
                <c:pt idx="12980">
                  <c:v>6.7</c:v>
                </c:pt>
                <c:pt idx="12981">
                  <c:v>6.9</c:v>
                </c:pt>
                <c:pt idx="12982">
                  <c:v>7.5</c:v>
                </c:pt>
                <c:pt idx="12983">
                  <c:v>6.4</c:v>
                </c:pt>
                <c:pt idx="12984">
                  <c:v>9.6</c:v>
                </c:pt>
                <c:pt idx="12985">
                  <c:v>7.8</c:v>
                </c:pt>
                <c:pt idx="12986">
                  <c:v>8.9</c:v>
                </c:pt>
                <c:pt idx="12987">
                  <c:v>8.9</c:v>
                </c:pt>
                <c:pt idx="12988">
                  <c:v>9.1999999999999993</c:v>
                </c:pt>
                <c:pt idx="12989">
                  <c:v>7.1</c:v>
                </c:pt>
                <c:pt idx="12990">
                  <c:v>4.5999999999999996</c:v>
                </c:pt>
                <c:pt idx="12991">
                  <c:v>5.4</c:v>
                </c:pt>
                <c:pt idx="12992">
                  <c:v>5.7</c:v>
                </c:pt>
                <c:pt idx="12993">
                  <c:v>9.6999999999999993</c:v>
                </c:pt>
                <c:pt idx="12994">
                  <c:v>8.3000000000000007</c:v>
                </c:pt>
                <c:pt idx="12995">
                  <c:v>8.6</c:v>
                </c:pt>
                <c:pt idx="12996">
                  <c:v>6.3</c:v>
                </c:pt>
                <c:pt idx="12997">
                  <c:v>9.1</c:v>
                </c:pt>
                <c:pt idx="12998">
                  <c:v>5.4</c:v>
                </c:pt>
                <c:pt idx="12999">
                  <c:v>8.5</c:v>
                </c:pt>
                <c:pt idx="13000">
                  <c:v>5.0999999999999996</c:v>
                </c:pt>
                <c:pt idx="13001">
                  <c:v>8.6</c:v>
                </c:pt>
                <c:pt idx="13002">
                  <c:v>4.5</c:v>
                </c:pt>
                <c:pt idx="13003">
                  <c:v>5.2</c:v>
                </c:pt>
                <c:pt idx="13004">
                  <c:v>6.9</c:v>
                </c:pt>
                <c:pt idx="13005">
                  <c:v>7</c:v>
                </c:pt>
                <c:pt idx="13006">
                  <c:v>9.8000000000000007</c:v>
                </c:pt>
                <c:pt idx="13007">
                  <c:v>4.7</c:v>
                </c:pt>
                <c:pt idx="13008">
                  <c:v>7.8</c:v>
                </c:pt>
                <c:pt idx="13009">
                  <c:v>4</c:v>
                </c:pt>
                <c:pt idx="13010">
                  <c:v>4.4000000000000004</c:v>
                </c:pt>
                <c:pt idx="13011">
                  <c:v>7.6</c:v>
                </c:pt>
                <c:pt idx="13012">
                  <c:v>4.5999999999999996</c:v>
                </c:pt>
                <c:pt idx="13013">
                  <c:v>7.4</c:v>
                </c:pt>
                <c:pt idx="13014">
                  <c:v>5.2</c:v>
                </c:pt>
                <c:pt idx="13015">
                  <c:v>5.7</c:v>
                </c:pt>
                <c:pt idx="13016">
                  <c:v>4.0999999999999996</c:v>
                </c:pt>
                <c:pt idx="13017">
                  <c:v>6.5</c:v>
                </c:pt>
                <c:pt idx="13018">
                  <c:v>7.2</c:v>
                </c:pt>
                <c:pt idx="13019">
                  <c:v>6.5</c:v>
                </c:pt>
                <c:pt idx="13020">
                  <c:v>8.9</c:v>
                </c:pt>
                <c:pt idx="13021">
                  <c:v>5.2</c:v>
                </c:pt>
                <c:pt idx="13022">
                  <c:v>8</c:v>
                </c:pt>
                <c:pt idx="13023">
                  <c:v>8.3000000000000007</c:v>
                </c:pt>
                <c:pt idx="13024">
                  <c:v>8.8000000000000007</c:v>
                </c:pt>
                <c:pt idx="13025">
                  <c:v>4.0999999999999996</c:v>
                </c:pt>
                <c:pt idx="13026">
                  <c:v>7.1</c:v>
                </c:pt>
                <c:pt idx="13027">
                  <c:v>4.2</c:v>
                </c:pt>
                <c:pt idx="13028">
                  <c:v>4.3</c:v>
                </c:pt>
                <c:pt idx="13029">
                  <c:v>7.5</c:v>
                </c:pt>
                <c:pt idx="13030">
                  <c:v>6.9</c:v>
                </c:pt>
                <c:pt idx="13031">
                  <c:v>5.3</c:v>
                </c:pt>
                <c:pt idx="13032">
                  <c:v>6.8</c:v>
                </c:pt>
                <c:pt idx="13033">
                  <c:v>9.1999999999999993</c:v>
                </c:pt>
                <c:pt idx="13034">
                  <c:v>8.8000000000000007</c:v>
                </c:pt>
                <c:pt idx="13035">
                  <c:v>6.8</c:v>
                </c:pt>
                <c:pt idx="13036">
                  <c:v>7.8</c:v>
                </c:pt>
                <c:pt idx="13037">
                  <c:v>5.8</c:v>
                </c:pt>
                <c:pt idx="13038">
                  <c:v>4.2</c:v>
                </c:pt>
                <c:pt idx="13039">
                  <c:v>7.7</c:v>
                </c:pt>
                <c:pt idx="13040">
                  <c:v>5.6</c:v>
                </c:pt>
                <c:pt idx="13041">
                  <c:v>5.3</c:v>
                </c:pt>
                <c:pt idx="13042">
                  <c:v>7</c:v>
                </c:pt>
                <c:pt idx="13043">
                  <c:v>6.5</c:v>
                </c:pt>
                <c:pt idx="13044">
                  <c:v>6.2</c:v>
                </c:pt>
                <c:pt idx="13045">
                  <c:v>4.4000000000000004</c:v>
                </c:pt>
                <c:pt idx="13046">
                  <c:v>7.7</c:v>
                </c:pt>
                <c:pt idx="13047">
                  <c:v>5.9</c:v>
                </c:pt>
                <c:pt idx="13048">
                  <c:v>4.3</c:v>
                </c:pt>
                <c:pt idx="13049">
                  <c:v>4.5</c:v>
                </c:pt>
                <c:pt idx="13050">
                  <c:v>7.4</c:v>
                </c:pt>
                <c:pt idx="13051">
                  <c:v>9</c:v>
                </c:pt>
                <c:pt idx="13052">
                  <c:v>4.7</c:v>
                </c:pt>
                <c:pt idx="13053">
                  <c:v>6.2</c:v>
                </c:pt>
                <c:pt idx="13054">
                  <c:v>9.3000000000000007</c:v>
                </c:pt>
                <c:pt idx="13055">
                  <c:v>7</c:v>
                </c:pt>
                <c:pt idx="13056">
                  <c:v>7.6</c:v>
                </c:pt>
                <c:pt idx="13057">
                  <c:v>9.1</c:v>
                </c:pt>
                <c:pt idx="13058">
                  <c:v>9.6999999999999993</c:v>
                </c:pt>
                <c:pt idx="13059">
                  <c:v>6.7</c:v>
                </c:pt>
                <c:pt idx="13060">
                  <c:v>8.4</c:v>
                </c:pt>
                <c:pt idx="13061">
                  <c:v>8.6999999999999993</c:v>
                </c:pt>
                <c:pt idx="13062">
                  <c:v>4.3</c:v>
                </c:pt>
                <c:pt idx="13063">
                  <c:v>5.5</c:v>
                </c:pt>
                <c:pt idx="13064">
                  <c:v>6.7</c:v>
                </c:pt>
                <c:pt idx="13065">
                  <c:v>9.3000000000000007</c:v>
                </c:pt>
                <c:pt idx="13066">
                  <c:v>5.6</c:v>
                </c:pt>
                <c:pt idx="13067">
                  <c:v>6.4</c:v>
                </c:pt>
                <c:pt idx="13068">
                  <c:v>9.5</c:v>
                </c:pt>
                <c:pt idx="13069">
                  <c:v>8.6</c:v>
                </c:pt>
                <c:pt idx="13070">
                  <c:v>4.5999999999999996</c:v>
                </c:pt>
                <c:pt idx="13071">
                  <c:v>6.5</c:v>
                </c:pt>
                <c:pt idx="13072">
                  <c:v>4.5</c:v>
                </c:pt>
                <c:pt idx="13073">
                  <c:v>9.4</c:v>
                </c:pt>
                <c:pt idx="13074">
                  <c:v>7.5</c:v>
                </c:pt>
                <c:pt idx="13075">
                  <c:v>9.4</c:v>
                </c:pt>
                <c:pt idx="13076">
                  <c:v>8.5</c:v>
                </c:pt>
                <c:pt idx="13077">
                  <c:v>6.6</c:v>
                </c:pt>
                <c:pt idx="13078">
                  <c:v>6.2</c:v>
                </c:pt>
                <c:pt idx="13079">
                  <c:v>5.7</c:v>
                </c:pt>
                <c:pt idx="13080">
                  <c:v>9.1999999999999993</c:v>
                </c:pt>
                <c:pt idx="13081">
                  <c:v>6.3</c:v>
                </c:pt>
                <c:pt idx="13082">
                  <c:v>6.9</c:v>
                </c:pt>
                <c:pt idx="13083">
                  <c:v>9.6999999999999993</c:v>
                </c:pt>
                <c:pt idx="13084">
                  <c:v>5.9</c:v>
                </c:pt>
                <c:pt idx="13085">
                  <c:v>4.5999999999999996</c:v>
                </c:pt>
                <c:pt idx="13086">
                  <c:v>5.4</c:v>
                </c:pt>
                <c:pt idx="13087">
                  <c:v>6.5</c:v>
                </c:pt>
                <c:pt idx="13088">
                  <c:v>5.0999999999999996</c:v>
                </c:pt>
                <c:pt idx="13089">
                  <c:v>9.3000000000000007</c:v>
                </c:pt>
                <c:pt idx="13090">
                  <c:v>5.2</c:v>
                </c:pt>
                <c:pt idx="13091">
                  <c:v>5.5</c:v>
                </c:pt>
                <c:pt idx="13092">
                  <c:v>8.4</c:v>
                </c:pt>
                <c:pt idx="13093">
                  <c:v>6.5</c:v>
                </c:pt>
                <c:pt idx="13094">
                  <c:v>7.3</c:v>
                </c:pt>
                <c:pt idx="13095">
                  <c:v>5.7</c:v>
                </c:pt>
                <c:pt idx="13096">
                  <c:v>4</c:v>
                </c:pt>
                <c:pt idx="13097">
                  <c:v>4.2</c:v>
                </c:pt>
                <c:pt idx="13098">
                  <c:v>9.6999999999999993</c:v>
                </c:pt>
                <c:pt idx="13099">
                  <c:v>6.8</c:v>
                </c:pt>
                <c:pt idx="13100">
                  <c:v>9.3000000000000007</c:v>
                </c:pt>
                <c:pt idx="13101">
                  <c:v>9.5</c:v>
                </c:pt>
                <c:pt idx="13102">
                  <c:v>7.4</c:v>
                </c:pt>
                <c:pt idx="13103">
                  <c:v>6.5</c:v>
                </c:pt>
                <c:pt idx="13104">
                  <c:v>6.7</c:v>
                </c:pt>
                <c:pt idx="13105">
                  <c:v>5.3</c:v>
                </c:pt>
                <c:pt idx="13106">
                  <c:v>6.1</c:v>
                </c:pt>
                <c:pt idx="13107">
                  <c:v>8.5</c:v>
                </c:pt>
                <c:pt idx="13108">
                  <c:v>8.1</c:v>
                </c:pt>
                <c:pt idx="13109">
                  <c:v>9.8000000000000007</c:v>
                </c:pt>
                <c:pt idx="13110">
                  <c:v>9.1</c:v>
                </c:pt>
                <c:pt idx="13111">
                  <c:v>4.4000000000000004</c:v>
                </c:pt>
                <c:pt idx="13112">
                  <c:v>7.7</c:v>
                </c:pt>
                <c:pt idx="13113">
                  <c:v>9.1999999999999993</c:v>
                </c:pt>
                <c:pt idx="13114">
                  <c:v>5.8</c:v>
                </c:pt>
                <c:pt idx="13115">
                  <c:v>9.3000000000000007</c:v>
                </c:pt>
                <c:pt idx="13116">
                  <c:v>6</c:v>
                </c:pt>
                <c:pt idx="13117">
                  <c:v>4.8</c:v>
                </c:pt>
                <c:pt idx="13118">
                  <c:v>6.2</c:v>
                </c:pt>
                <c:pt idx="13119">
                  <c:v>9.9</c:v>
                </c:pt>
                <c:pt idx="13120">
                  <c:v>9.6999999999999993</c:v>
                </c:pt>
                <c:pt idx="13121">
                  <c:v>4.3</c:v>
                </c:pt>
                <c:pt idx="13122">
                  <c:v>6.8</c:v>
                </c:pt>
                <c:pt idx="13123">
                  <c:v>6.1</c:v>
                </c:pt>
                <c:pt idx="13124">
                  <c:v>4.5</c:v>
                </c:pt>
                <c:pt idx="13125">
                  <c:v>9</c:v>
                </c:pt>
                <c:pt idx="13126">
                  <c:v>9.4</c:v>
                </c:pt>
                <c:pt idx="13127">
                  <c:v>9.6999999999999993</c:v>
                </c:pt>
                <c:pt idx="13128">
                  <c:v>7.4</c:v>
                </c:pt>
                <c:pt idx="13129">
                  <c:v>5.0999999999999996</c:v>
                </c:pt>
                <c:pt idx="13130">
                  <c:v>4.4000000000000004</c:v>
                </c:pt>
                <c:pt idx="13131">
                  <c:v>5.4</c:v>
                </c:pt>
                <c:pt idx="13132">
                  <c:v>8.1</c:v>
                </c:pt>
                <c:pt idx="13133">
                  <c:v>7</c:v>
                </c:pt>
                <c:pt idx="13134">
                  <c:v>7.1</c:v>
                </c:pt>
                <c:pt idx="13135">
                  <c:v>6.5</c:v>
                </c:pt>
                <c:pt idx="13136">
                  <c:v>5.2</c:v>
                </c:pt>
                <c:pt idx="13137">
                  <c:v>6.2</c:v>
                </c:pt>
                <c:pt idx="13138">
                  <c:v>9.9</c:v>
                </c:pt>
                <c:pt idx="13139">
                  <c:v>4.8</c:v>
                </c:pt>
                <c:pt idx="13140">
                  <c:v>9.1</c:v>
                </c:pt>
                <c:pt idx="13141">
                  <c:v>8.4</c:v>
                </c:pt>
                <c:pt idx="13142">
                  <c:v>5.3</c:v>
                </c:pt>
                <c:pt idx="13143">
                  <c:v>9.4</c:v>
                </c:pt>
                <c:pt idx="13144">
                  <c:v>4.2</c:v>
                </c:pt>
                <c:pt idx="13145">
                  <c:v>5.0999999999999996</c:v>
                </c:pt>
                <c:pt idx="13146">
                  <c:v>6</c:v>
                </c:pt>
                <c:pt idx="13147">
                  <c:v>6.4</c:v>
                </c:pt>
                <c:pt idx="13148">
                  <c:v>5.5</c:v>
                </c:pt>
                <c:pt idx="13149">
                  <c:v>7.4</c:v>
                </c:pt>
                <c:pt idx="13150">
                  <c:v>7.9</c:v>
                </c:pt>
                <c:pt idx="13151">
                  <c:v>6.1</c:v>
                </c:pt>
                <c:pt idx="13152">
                  <c:v>7.3</c:v>
                </c:pt>
                <c:pt idx="13153">
                  <c:v>8.8000000000000007</c:v>
                </c:pt>
                <c:pt idx="13154">
                  <c:v>5.5</c:v>
                </c:pt>
                <c:pt idx="13155">
                  <c:v>8.6</c:v>
                </c:pt>
                <c:pt idx="13156">
                  <c:v>7.9</c:v>
                </c:pt>
                <c:pt idx="13157">
                  <c:v>5.3</c:v>
                </c:pt>
                <c:pt idx="13158">
                  <c:v>4.5</c:v>
                </c:pt>
                <c:pt idx="13159">
                  <c:v>7.2</c:v>
                </c:pt>
                <c:pt idx="13160">
                  <c:v>4.9000000000000004</c:v>
                </c:pt>
                <c:pt idx="13161">
                  <c:v>4.0999999999999996</c:v>
                </c:pt>
                <c:pt idx="13162">
                  <c:v>6.3</c:v>
                </c:pt>
                <c:pt idx="13163">
                  <c:v>5.9</c:v>
                </c:pt>
                <c:pt idx="13164">
                  <c:v>5.8</c:v>
                </c:pt>
                <c:pt idx="13165">
                  <c:v>6.5</c:v>
                </c:pt>
                <c:pt idx="13166">
                  <c:v>8.3000000000000007</c:v>
                </c:pt>
                <c:pt idx="13167">
                  <c:v>9.6</c:v>
                </c:pt>
                <c:pt idx="13168">
                  <c:v>9.8000000000000007</c:v>
                </c:pt>
                <c:pt idx="13169">
                  <c:v>4.9000000000000004</c:v>
                </c:pt>
                <c:pt idx="13170">
                  <c:v>5.5</c:v>
                </c:pt>
                <c:pt idx="13171">
                  <c:v>9.9</c:v>
                </c:pt>
                <c:pt idx="13172">
                  <c:v>9.4</c:v>
                </c:pt>
                <c:pt idx="13173">
                  <c:v>9.8000000000000007</c:v>
                </c:pt>
                <c:pt idx="13174">
                  <c:v>7.7</c:v>
                </c:pt>
                <c:pt idx="13175">
                  <c:v>6.8</c:v>
                </c:pt>
                <c:pt idx="13176">
                  <c:v>9.6</c:v>
                </c:pt>
                <c:pt idx="13177">
                  <c:v>8.1</c:v>
                </c:pt>
                <c:pt idx="13178">
                  <c:v>4</c:v>
                </c:pt>
                <c:pt idx="13179">
                  <c:v>5.6</c:v>
                </c:pt>
                <c:pt idx="13180">
                  <c:v>5</c:v>
                </c:pt>
                <c:pt idx="13181">
                  <c:v>6.9</c:v>
                </c:pt>
                <c:pt idx="13182">
                  <c:v>9.8000000000000007</c:v>
                </c:pt>
                <c:pt idx="13183">
                  <c:v>8</c:v>
                </c:pt>
                <c:pt idx="13184">
                  <c:v>4.0999999999999996</c:v>
                </c:pt>
                <c:pt idx="13185">
                  <c:v>4.0999999999999996</c:v>
                </c:pt>
                <c:pt idx="13186">
                  <c:v>4.4000000000000004</c:v>
                </c:pt>
                <c:pt idx="13187">
                  <c:v>8.6</c:v>
                </c:pt>
                <c:pt idx="13188">
                  <c:v>4.2</c:v>
                </c:pt>
                <c:pt idx="13189">
                  <c:v>4.2</c:v>
                </c:pt>
                <c:pt idx="13190">
                  <c:v>5.0999999999999996</c:v>
                </c:pt>
                <c:pt idx="13191">
                  <c:v>8.8000000000000007</c:v>
                </c:pt>
                <c:pt idx="13192">
                  <c:v>5.6</c:v>
                </c:pt>
                <c:pt idx="13193">
                  <c:v>9.1999999999999993</c:v>
                </c:pt>
                <c:pt idx="13194">
                  <c:v>6.8</c:v>
                </c:pt>
                <c:pt idx="13195">
                  <c:v>7.2</c:v>
                </c:pt>
                <c:pt idx="13196">
                  <c:v>6.2</c:v>
                </c:pt>
                <c:pt idx="13197">
                  <c:v>6.9</c:v>
                </c:pt>
                <c:pt idx="13198">
                  <c:v>6.1</c:v>
                </c:pt>
                <c:pt idx="13199">
                  <c:v>5.3</c:v>
                </c:pt>
                <c:pt idx="13200">
                  <c:v>9.1</c:v>
                </c:pt>
                <c:pt idx="13201">
                  <c:v>6.8</c:v>
                </c:pt>
                <c:pt idx="13202">
                  <c:v>5.4</c:v>
                </c:pt>
                <c:pt idx="13203">
                  <c:v>9.4</c:v>
                </c:pt>
                <c:pt idx="13204">
                  <c:v>7.3</c:v>
                </c:pt>
                <c:pt idx="13205">
                  <c:v>6.2</c:v>
                </c:pt>
                <c:pt idx="13206">
                  <c:v>8.3000000000000007</c:v>
                </c:pt>
                <c:pt idx="13207">
                  <c:v>7.8</c:v>
                </c:pt>
                <c:pt idx="13208">
                  <c:v>6.6</c:v>
                </c:pt>
                <c:pt idx="13209">
                  <c:v>5.0999999999999996</c:v>
                </c:pt>
                <c:pt idx="13210">
                  <c:v>4.7</c:v>
                </c:pt>
                <c:pt idx="13211">
                  <c:v>7.1</c:v>
                </c:pt>
                <c:pt idx="13212">
                  <c:v>4.5999999999999996</c:v>
                </c:pt>
                <c:pt idx="13213">
                  <c:v>8</c:v>
                </c:pt>
                <c:pt idx="13214">
                  <c:v>9.9</c:v>
                </c:pt>
                <c:pt idx="13215">
                  <c:v>6.6</c:v>
                </c:pt>
                <c:pt idx="13216">
                  <c:v>7.1</c:v>
                </c:pt>
                <c:pt idx="13217">
                  <c:v>6.8</c:v>
                </c:pt>
                <c:pt idx="13218">
                  <c:v>8.3000000000000007</c:v>
                </c:pt>
                <c:pt idx="13219">
                  <c:v>9.8000000000000007</c:v>
                </c:pt>
                <c:pt idx="13220">
                  <c:v>7.6</c:v>
                </c:pt>
                <c:pt idx="13221">
                  <c:v>9.6999999999999993</c:v>
                </c:pt>
                <c:pt idx="13222">
                  <c:v>4.8</c:v>
                </c:pt>
                <c:pt idx="13223">
                  <c:v>6.4</c:v>
                </c:pt>
                <c:pt idx="13224">
                  <c:v>7</c:v>
                </c:pt>
                <c:pt idx="13225">
                  <c:v>6.9</c:v>
                </c:pt>
                <c:pt idx="13226">
                  <c:v>6.3</c:v>
                </c:pt>
                <c:pt idx="13227">
                  <c:v>5.7</c:v>
                </c:pt>
                <c:pt idx="13228">
                  <c:v>9.4</c:v>
                </c:pt>
                <c:pt idx="13229">
                  <c:v>7.7</c:v>
                </c:pt>
                <c:pt idx="13230">
                  <c:v>8.1</c:v>
                </c:pt>
                <c:pt idx="13231">
                  <c:v>5.0999999999999996</c:v>
                </c:pt>
                <c:pt idx="13232">
                  <c:v>6</c:v>
                </c:pt>
                <c:pt idx="13233">
                  <c:v>4.0999999999999996</c:v>
                </c:pt>
                <c:pt idx="13234">
                  <c:v>10</c:v>
                </c:pt>
                <c:pt idx="13235">
                  <c:v>4.7</c:v>
                </c:pt>
                <c:pt idx="13236">
                  <c:v>6.8</c:v>
                </c:pt>
                <c:pt idx="13237">
                  <c:v>6.6</c:v>
                </c:pt>
                <c:pt idx="13238">
                  <c:v>8.5</c:v>
                </c:pt>
                <c:pt idx="13239">
                  <c:v>4.5999999999999996</c:v>
                </c:pt>
                <c:pt idx="13240">
                  <c:v>9.5</c:v>
                </c:pt>
                <c:pt idx="13241">
                  <c:v>7.8</c:v>
                </c:pt>
                <c:pt idx="13242">
                  <c:v>9.5</c:v>
                </c:pt>
                <c:pt idx="13243">
                  <c:v>4.5</c:v>
                </c:pt>
                <c:pt idx="13244">
                  <c:v>4.2</c:v>
                </c:pt>
                <c:pt idx="13245">
                  <c:v>9</c:v>
                </c:pt>
                <c:pt idx="13246">
                  <c:v>9.3000000000000007</c:v>
                </c:pt>
                <c:pt idx="13247">
                  <c:v>6.8</c:v>
                </c:pt>
                <c:pt idx="13248">
                  <c:v>9.1999999999999993</c:v>
                </c:pt>
                <c:pt idx="13249">
                  <c:v>5.6</c:v>
                </c:pt>
                <c:pt idx="13250">
                  <c:v>8.1</c:v>
                </c:pt>
                <c:pt idx="13251">
                  <c:v>7.8</c:v>
                </c:pt>
                <c:pt idx="13252">
                  <c:v>7.4</c:v>
                </c:pt>
                <c:pt idx="13253">
                  <c:v>4.5999999999999996</c:v>
                </c:pt>
                <c:pt idx="13254">
                  <c:v>4.7</c:v>
                </c:pt>
                <c:pt idx="13255">
                  <c:v>8.4</c:v>
                </c:pt>
                <c:pt idx="13256">
                  <c:v>5.4</c:v>
                </c:pt>
                <c:pt idx="13257">
                  <c:v>8.1999999999999993</c:v>
                </c:pt>
                <c:pt idx="13258">
                  <c:v>6.6</c:v>
                </c:pt>
                <c:pt idx="13259">
                  <c:v>9.8000000000000007</c:v>
                </c:pt>
                <c:pt idx="13260">
                  <c:v>8.6999999999999993</c:v>
                </c:pt>
                <c:pt idx="13261">
                  <c:v>6</c:v>
                </c:pt>
                <c:pt idx="13262">
                  <c:v>5.0999999999999996</c:v>
                </c:pt>
                <c:pt idx="13263">
                  <c:v>5.9</c:v>
                </c:pt>
                <c:pt idx="13264">
                  <c:v>5.9</c:v>
                </c:pt>
                <c:pt idx="13265">
                  <c:v>6.7</c:v>
                </c:pt>
                <c:pt idx="13266">
                  <c:v>5.0999999999999996</c:v>
                </c:pt>
                <c:pt idx="13267">
                  <c:v>5.2</c:v>
                </c:pt>
                <c:pt idx="13268">
                  <c:v>6.1</c:v>
                </c:pt>
                <c:pt idx="13269">
                  <c:v>6.5</c:v>
                </c:pt>
                <c:pt idx="13270">
                  <c:v>7.5</c:v>
                </c:pt>
                <c:pt idx="13271">
                  <c:v>6.3</c:v>
                </c:pt>
                <c:pt idx="13272">
                  <c:v>6</c:v>
                </c:pt>
                <c:pt idx="13273">
                  <c:v>5.6</c:v>
                </c:pt>
                <c:pt idx="13274">
                  <c:v>8.1</c:v>
                </c:pt>
                <c:pt idx="13275">
                  <c:v>6.5</c:v>
                </c:pt>
                <c:pt idx="13276">
                  <c:v>5</c:v>
                </c:pt>
                <c:pt idx="13277">
                  <c:v>5.7</c:v>
                </c:pt>
                <c:pt idx="13278">
                  <c:v>6.8</c:v>
                </c:pt>
                <c:pt idx="13279">
                  <c:v>5.6</c:v>
                </c:pt>
                <c:pt idx="13280">
                  <c:v>8.5</c:v>
                </c:pt>
                <c:pt idx="13281">
                  <c:v>7</c:v>
                </c:pt>
                <c:pt idx="13282">
                  <c:v>9.9</c:v>
                </c:pt>
                <c:pt idx="13283">
                  <c:v>9.4</c:v>
                </c:pt>
                <c:pt idx="13284">
                  <c:v>5</c:v>
                </c:pt>
                <c:pt idx="13285">
                  <c:v>6.9</c:v>
                </c:pt>
                <c:pt idx="13286">
                  <c:v>8.6</c:v>
                </c:pt>
                <c:pt idx="13287">
                  <c:v>5.8</c:v>
                </c:pt>
                <c:pt idx="13288">
                  <c:v>9.4</c:v>
                </c:pt>
                <c:pt idx="13289">
                  <c:v>7.1</c:v>
                </c:pt>
                <c:pt idx="13290">
                  <c:v>7.7</c:v>
                </c:pt>
                <c:pt idx="13291">
                  <c:v>6.5</c:v>
                </c:pt>
                <c:pt idx="13292">
                  <c:v>5.3</c:v>
                </c:pt>
                <c:pt idx="13293">
                  <c:v>7.4</c:v>
                </c:pt>
                <c:pt idx="13294">
                  <c:v>6</c:v>
                </c:pt>
                <c:pt idx="13295">
                  <c:v>8.9</c:v>
                </c:pt>
                <c:pt idx="13296">
                  <c:v>8.5</c:v>
                </c:pt>
                <c:pt idx="13297">
                  <c:v>9.1999999999999993</c:v>
                </c:pt>
                <c:pt idx="13298">
                  <c:v>4</c:v>
                </c:pt>
                <c:pt idx="13299">
                  <c:v>4.0999999999999996</c:v>
                </c:pt>
                <c:pt idx="13300">
                  <c:v>8.5</c:v>
                </c:pt>
                <c:pt idx="13301">
                  <c:v>6.1</c:v>
                </c:pt>
                <c:pt idx="13302">
                  <c:v>7</c:v>
                </c:pt>
                <c:pt idx="13303">
                  <c:v>7.9</c:v>
                </c:pt>
                <c:pt idx="13304">
                  <c:v>8.6</c:v>
                </c:pt>
                <c:pt idx="13305">
                  <c:v>9</c:v>
                </c:pt>
                <c:pt idx="13306">
                  <c:v>8.3000000000000007</c:v>
                </c:pt>
                <c:pt idx="13307">
                  <c:v>5.7</c:v>
                </c:pt>
                <c:pt idx="13308">
                  <c:v>4</c:v>
                </c:pt>
                <c:pt idx="13309">
                  <c:v>7.1</c:v>
                </c:pt>
                <c:pt idx="13310">
                  <c:v>9.1999999999999993</c:v>
                </c:pt>
                <c:pt idx="13311">
                  <c:v>6.9</c:v>
                </c:pt>
                <c:pt idx="13312">
                  <c:v>5.3</c:v>
                </c:pt>
                <c:pt idx="13313">
                  <c:v>4.7</c:v>
                </c:pt>
                <c:pt idx="13314">
                  <c:v>8.1999999999999993</c:v>
                </c:pt>
                <c:pt idx="13315">
                  <c:v>6.4</c:v>
                </c:pt>
                <c:pt idx="13316">
                  <c:v>7.1</c:v>
                </c:pt>
                <c:pt idx="13317">
                  <c:v>4.7</c:v>
                </c:pt>
                <c:pt idx="13318">
                  <c:v>7.6</c:v>
                </c:pt>
                <c:pt idx="13319">
                  <c:v>4.3</c:v>
                </c:pt>
                <c:pt idx="13320">
                  <c:v>9.9</c:v>
                </c:pt>
                <c:pt idx="13321">
                  <c:v>8.6999999999999993</c:v>
                </c:pt>
                <c:pt idx="13322">
                  <c:v>9.6</c:v>
                </c:pt>
                <c:pt idx="13323">
                  <c:v>6.7</c:v>
                </c:pt>
                <c:pt idx="13324">
                  <c:v>8.8000000000000007</c:v>
                </c:pt>
                <c:pt idx="13325">
                  <c:v>4.7</c:v>
                </c:pt>
                <c:pt idx="13326">
                  <c:v>6.5</c:v>
                </c:pt>
                <c:pt idx="13327">
                  <c:v>4.5999999999999996</c:v>
                </c:pt>
                <c:pt idx="13328">
                  <c:v>5.5</c:v>
                </c:pt>
                <c:pt idx="13329">
                  <c:v>4.5</c:v>
                </c:pt>
                <c:pt idx="13330">
                  <c:v>4.5</c:v>
                </c:pt>
                <c:pt idx="13331">
                  <c:v>6.5</c:v>
                </c:pt>
                <c:pt idx="13332">
                  <c:v>4.8</c:v>
                </c:pt>
                <c:pt idx="13333">
                  <c:v>4.2</c:v>
                </c:pt>
                <c:pt idx="13334">
                  <c:v>7.1</c:v>
                </c:pt>
                <c:pt idx="13335">
                  <c:v>7.7</c:v>
                </c:pt>
                <c:pt idx="13336">
                  <c:v>9.3000000000000007</c:v>
                </c:pt>
                <c:pt idx="13337">
                  <c:v>6.3</c:v>
                </c:pt>
                <c:pt idx="13338">
                  <c:v>8.5</c:v>
                </c:pt>
                <c:pt idx="13339">
                  <c:v>6</c:v>
                </c:pt>
                <c:pt idx="13340">
                  <c:v>8.6</c:v>
                </c:pt>
                <c:pt idx="13341">
                  <c:v>7.3</c:v>
                </c:pt>
                <c:pt idx="13342">
                  <c:v>5.2</c:v>
                </c:pt>
                <c:pt idx="13343">
                  <c:v>5.7</c:v>
                </c:pt>
                <c:pt idx="13344">
                  <c:v>7.7</c:v>
                </c:pt>
                <c:pt idx="13345">
                  <c:v>5</c:v>
                </c:pt>
                <c:pt idx="13346">
                  <c:v>4.8</c:v>
                </c:pt>
                <c:pt idx="13347">
                  <c:v>4.5</c:v>
                </c:pt>
                <c:pt idx="13348">
                  <c:v>7.9</c:v>
                </c:pt>
                <c:pt idx="13349">
                  <c:v>5</c:v>
                </c:pt>
                <c:pt idx="13350">
                  <c:v>4.9000000000000004</c:v>
                </c:pt>
                <c:pt idx="13351">
                  <c:v>5.5</c:v>
                </c:pt>
                <c:pt idx="13352">
                  <c:v>5.5</c:v>
                </c:pt>
                <c:pt idx="13353">
                  <c:v>8.9</c:v>
                </c:pt>
                <c:pt idx="13354">
                  <c:v>5.6</c:v>
                </c:pt>
                <c:pt idx="13355">
                  <c:v>8.1999999999999993</c:v>
                </c:pt>
                <c:pt idx="13356">
                  <c:v>6</c:v>
                </c:pt>
                <c:pt idx="13357">
                  <c:v>6.8</c:v>
                </c:pt>
                <c:pt idx="13358">
                  <c:v>7</c:v>
                </c:pt>
                <c:pt idx="13359">
                  <c:v>6.5</c:v>
                </c:pt>
                <c:pt idx="13360">
                  <c:v>9</c:v>
                </c:pt>
                <c:pt idx="13361">
                  <c:v>9.1</c:v>
                </c:pt>
                <c:pt idx="13362">
                  <c:v>7.6</c:v>
                </c:pt>
                <c:pt idx="13363">
                  <c:v>7.5</c:v>
                </c:pt>
                <c:pt idx="13364">
                  <c:v>8.9</c:v>
                </c:pt>
                <c:pt idx="13365">
                  <c:v>9.6999999999999993</c:v>
                </c:pt>
                <c:pt idx="13366">
                  <c:v>9</c:v>
                </c:pt>
                <c:pt idx="13367">
                  <c:v>6.4</c:v>
                </c:pt>
                <c:pt idx="13368">
                  <c:v>9.1999999999999993</c:v>
                </c:pt>
                <c:pt idx="13369">
                  <c:v>6.1</c:v>
                </c:pt>
                <c:pt idx="13370">
                  <c:v>6.2</c:v>
                </c:pt>
                <c:pt idx="13371">
                  <c:v>5.4</c:v>
                </c:pt>
                <c:pt idx="13372">
                  <c:v>7.9</c:v>
                </c:pt>
                <c:pt idx="13373">
                  <c:v>4.2</c:v>
                </c:pt>
                <c:pt idx="13374">
                  <c:v>6.2</c:v>
                </c:pt>
                <c:pt idx="13375">
                  <c:v>5.4</c:v>
                </c:pt>
                <c:pt idx="13376">
                  <c:v>9.8000000000000007</c:v>
                </c:pt>
                <c:pt idx="13377">
                  <c:v>6.6</c:v>
                </c:pt>
                <c:pt idx="13378">
                  <c:v>7</c:v>
                </c:pt>
                <c:pt idx="13379">
                  <c:v>4.5</c:v>
                </c:pt>
                <c:pt idx="13380">
                  <c:v>4.2</c:v>
                </c:pt>
                <c:pt idx="13381">
                  <c:v>9</c:v>
                </c:pt>
                <c:pt idx="13382">
                  <c:v>4.0999999999999996</c:v>
                </c:pt>
                <c:pt idx="13383">
                  <c:v>7.8</c:v>
                </c:pt>
                <c:pt idx="13384">
                  <c:v>6.2</c:v>
                </c:pt>
                <c:pt idx="13385">
                  <c:v>7.5</c:v>
                </c:pt>
                <c:pt idx="13386">
                  <c:v>9.1</c:v>
                </c:pt>
                <c:pt idx="13387">
                  <c:v>7.6</c:v>
                </c:pt>
                <c:pt idx="13388">
                  <c:v>4</c:v>
                </c:pt>
                <c:pt idx="13389">
                  <c:v>7.1</c:v>
                </c:pt>
                <c:pt idx="13390">
                  <c:v>5.0999999999999996</c:v>
                </c:pt>
                <c:pt idx="13391">
                  <c:v>9.1999999999999993</c:v>
                </c:pt>
                <c:pt idx="13392">
                  <c:v>8.3000000000000007</c:v>
                </c:pt>
                <c:pt idx="13393">
                  <c:v>7.1</c:v>
                </c:pt>
                <c:pt idx="13394">
                  <c:v>5.6</c:v>
                </c:pt>
                <c:pt idx="13395">
                  <c:v>7.4</c:v>
                </c:pt>
                <c:pt idx="13396">
                  <c:v>9</c:v>
                </c:pt>
                <c:pt idx="13397">
                  <c:v>4.7</c:v>
                </c:pt>
                <c:pt idx="13398">
                  <c:v>8.1</c:v>
                </c:pt>
                <c:pt idx="13399">
                  <c:v>8.1</c:v>
                </c:pt>
                <c:pt idx="13400">
                  <c:v>9.1999999999999993</c:v>
                </c:pt>
                <c:pt idx="13401">
                  <c:v>4.7</c:v>
                </c:pt>
                <c:pt idx="13402">
                  <c:v>4.3</c:v>
                </c:pt>
                <c:pt idx="13403">
                  <c:v>7.6</c:v>
                </c:pt>
                <c:pt idx="13404">
                  <c:v>5.6</c:v>
                </c:pt>
                <c:pt idx="13405">
                  <c:v>6.9</c:v>
                </c:pt>
                <c:pt idx="13406">
                  <c:v>8.6999999999999993</c:v>
                </c:pt>
                <c:pt idx="13407">
                  <c:v>6.7</c:v>
                </c:pt>
                <c:pt idx="13408">
                  <c:v>6.9</c:v>
                </c:pt>
                <c:pt idx="13409">
                  <c:v>7.5</c:v>
                </c:pt>
                <c:pt idx="13410">
                  <c:v>8.9</c:v>
                </c:pt>
                <c:pt idx="13411">
                  <c:v>5.7</c:v>
                </c:pt>
                <c:pt idx="13412">
                  <c:v>6.1</c:v>
                </c:pt>
                <c:pt idx="13413">
                  <c:v>8.9</c:v>
                </c:pt>
                <c:pt idx="13414">
                  <c:v>5.7</c:v>
                </c:pt>
                <c:pt idx="13415">
                  <c:v>4.7</c:v>
                </c:pt>
                <c:pt idx="13416">
                  <c:v>7.3</c:v>
                </c:pt>
                <c:pt idx="13417">
                  <c:v>9.3000000000000007</c:v>
                </c:pt>
                <c:pt idx="13418">
                  <c:v>7.3</c:v>
                </c:pt>
                <c:pt idx="13419">
                  <c:v>5.4</c:v>
                </c:pt>
                <c:pt idx="13420">
                  <c:v>8.1999999999999993</c:v>
                </c:pt>
                <c:pt idx="13421">
                  <c:v>6.1</c:v>
                </c:pt>
                <c:pt idx="13422">
                  <c:v>9.8000000000000007</c:v>
                </c:pt>
                <c:pt idx="13423">
                  <c:v>7.5</c:v>
                </c:pt>
                <c:pt idx="13424">
                  <c:v>9.3000000000000007</c:v>
                </c:pt>
                <c:pt idx="13425">
                  <c:v>9.1999999999999993</c:v>
                </c:pt>
                <c:pt idx="13426">
                  <c:v>8.1</c:v>
                </c:pt>
                <c:pt idx="13427">
                  <c:v>7.2</c:v>
                </c:pt>
                <c:pt idx="13428">
                  <c:v>7.1</c:v>
                </c:pt>
                <c:pt idx="13429">
                  <c:v>5.8</c:v>
                </c:pt>
                <c:pt idx="13430">
                  <c:v>8.9</c:v>
                </c:pt>
                <c:pt idx="13431">
                  <c:v>5.0999999999999996</c:v>
                </c:pt>
                <c:pt idx="13432">
                  <c:v>4.4000000000000004</c:v>
                </c:pt>
                <c:pt idx="13433">
                  <c:v>8.6999999999999993</c:v>
                </c:pt>
                <c:pt idx="13434">
                  <c:v>9</c:v>
                </c:pt>
                <c:pt idx="13435">
                  <c:v>7.4</c:v>
                </c:pt>
                <c:pt idx="13436">
                  <c:v>8.5</c:v>
                </c:pt>
                <c:pt idx="13437">
                  <c:v>5.5</c:v>
                </c:pt>
                <c:pt idx="13438">
                  <c:v>8.6</c:v>
                </c:pt>
                <c:pt idx="13439">
                  <c:v>4.5</c:v>
                </c:pt>
                <c:pt idx="13440">
                  <c:v>5.5</c:v>
                </c:pt>
                <c:pt idx="13441">
                  <c:v>7.8</c:v>
                </c:pt>
                <c:pt idx="13442">
                  <c:v>4.7</c:v>
                </c:pt>
                <c:pt idx="13443">
                  <c:v>8.9</c:v>
                </c:pt>
                <c:pt idx="13444">
                  <c:v>6.8</c:v>
                </c:pt>
                <c:pt idx="13445">
                  <c:v>9.6999999999999993</c:v>
                </c:pt>
                <c:pt idx="13446">
                  <c:v>7.3</c:v>
                </c:pt>
                <c:pt idx="13447">
                  <c:v>7.7</c:v>
                </c:pt>
                <c:pt idx="13448">
                  <c:v>8</c:v>
                </c:pt>
                <c:pt idx="13449">
                  <c:v>4.7</c:v>
                </c:pt>
                <c:pt idx="13450">
                  <c:v>9.8000000000000007</c:v>
                </c:pt>
                <c:pt idx="13451">
                  <c:v>7.6</c:v>
                </c:pt>
                <c:pt idx="13452">
                  <c:v>9.5</c:v>
                </c:pt>
                <c:pt idx="13453">
                  <c:v>6.3</c:v>
                </c:pt>
                <c:pt idx="13454">
                  <c:v>5.5</c:v>
                </c:pt>
                <c:pt idx="13455">
                  <c:v>9.1</c:v>
                </c:pt>
                <c:pt idx="13456">
                  <c:v>9.8000000000000007</c:v>
                </c:pt>
                <c:pt idx="13457">
                  <c:v>4.5</c:v>
                </c:pt>
                <c:pt idx="13458">
                  <c:v>4.2</c:v>
                </c:pt>
                <c:pt idx="13459">
                  <c:v>5</c:v>
                </c:pt>
                <c:pt idx="13460">
                  <c:v>5.5</c:v>
                </c:pt>
                <c:pt idx="13461">
                  <c:v>7.1</c:v>
                </c:pt>
                <c:pt idx="13462">
                  <c:v>6.7</c:v>
                </c:pt>
                <c:pt idx="13463">
                  <c:v>6</c:v>
                </c:pt>
                <c:pt idx="13464">
                  <c:v>9.9</c:v>
                </c:pt>
                <c:pt idx="13465">
                  <c:v>4.4000000000000004</c:v>
                </c:pt>
                <c:pt idx="13466">
                  <c:v>4.9000000000000004</c:v>
                </c:pt>
                <c:pt idx="13467">
                  <c:v>7.5</c:v>
                </c:pt>
                <c:pt idx="13468">
                  <c:v>7.8</c:v>
                </c:pt>
                <c:pt idx="13469">
                  <c:v>5.2</c:v>
                </c:pt>
                <c:pt idx="13470">
                  <c:v>5.3</c:v>
                </c:pt>
                <c:pt idx="13471">
                  <c:v>7.8</c:v>
                </c:pt>
                <c:pt idx="13472">
                  <c:v>9.6</c:v>
                </c:pt>
                <c:pt idx="13473">
                  <c:v>9.6999999999999993</c:v>
                </c:pt>
                <c:pt idx="13474">
                  <c:v>5.3</c:v>
                </c:pt>
                <c:pt idx="13475">
                  <c:v>5.7</c:v>
                </c:pt>
                <c:pt idx="13476">
                  <c:v>6.4</c:v>
                </c:pt>
                <c:pt idx="13477">
                  <c:v>6.8</c:v>
                </c:pt>
                <c:pt idx="13478">
                  <c:v>9.3000000000000007</c:v>
                </c:pt>
                <c:pt idx="13479">
                  <c:v>6.9</c:v>
                </c:pt>
                <c:pt idx="13480">
                  <c:v>4.3</c:v>
                </c:pt>
                <c:pt idx="13481">
                  <c:v>4.7</c:v>
                </c:pt>
                <c:pt idx="13482">
                  <c:v>8.6999999999999993</c:v>
                </c:pt>
                <c:pt idx="13483">
                  <c:v>6.9</c:v>
                </c:pt>
                <c:pt idx="13484">
                  <c:v>9</c:v>
                </c:pt>
                <c:pt idx="13485">
                  <c:v>6.7</c:v>
                </c:pt>
                <c:pt idx="13486">
                  <c:v>7.9</c:v>
                </c:pt>
                <c:pt idx="13487">
                  <c:v>4.0999999999999996</c:v>
                </c:pt>
                <c:pt idx="13488">
                  <c:v>6.3</c:v>
                </c:pt>
                <c:pt idx="13489">
                  <c:v>7.3</c:v>
                </c:pt>
                <c:pt idx="13490">
                  <c:v>4.3</c:v>
                </c:pt>
                <c:pt idx="13491">
                  <c:v>4.2</c:v>
                </c:pt>
                <c:pt idx="13492">
                  <c:v>4.5999999999999996</c:v>
                </c:pt>
                <c:pt idx="13493">
                  <c:v>6.5</c:v>
                </c:pt>
                <c:pt idx="13494">
                  <c:v>5.5</c:v>
                </c:pt>
                <c:pt idx="13495">
                  <c:v>5.3</c:v>
                </c:pt>
                <c:pt idx="13496">
                  <c:v>4.5</c:v>
                </c:pt>
                <c:pt idx="13497">
                  <c:v>7.6</c:v>
                </c:pt>
                <c:pt idx="13498">
                  <c:v>7.7</c:v>
                </c:pt>
                <c:pt idx="13499">
                  <c:v>7.7</c:v>
                </c:pt>
                <c:pt idx="13500">
                  <c:v>5.8</c:v>
                </c:pt>
                <c:pt idx="13501">
                  <c:v>9.4</c:v>
                </c:pt>
                <c:pt idx="13502">
                  <c:v>5.7</c:v>
                </c:pt>
                <c:pt idx="13503">
                  <c:v>8.9</c:v>
                </c:pt>
                <c:pt idx="13504">
                  <c:v>9.5</c:v>
                </c:pt>
                <c:pt idx="13505">
                  <c:v>6</c:v>
                </c:pt>
                <c:pt idx="13506">
                  <c:v>8.5</c:v>
                </c:pt>
                <c:pt idx="13507">
                  <c:v>6.5</c:v>
                </c:pt>
                <c:pt idx="13508">
                  <c:v>4.5</c:v>
                </c:pt>
                <c:pt idx="13509">
                  <c:v>9.8000000000000007</c:v>
                </c:pt>
                <c:pt idx="13510">
                  <c:v>5.5</c:v>
                </c:pt>
                <c:pt idx="13511">
                  <c:v>5.8</c:v>
                </c:pt>
                <c:pt idx="13512">
                  <c:v>4.9000000000000004</c:v>
                </c:pt>
                <c:pt idx="13513">
                  <c:v>8.4</c:v>
                </c:pt>
                <c:pt idx="13514">
                  <c:v>7.8</c:v>
                </c:pt>
                <c:pt idx="13515">
                  <c:v>7.3</c:v>
                </c:pt>
                <c:pt idx="13516">
                  <c:v>7.1</c:v>
                </c:pt>
                <c:pt idx="13517">
                  <c:v>5.0999999999999996</c:v>
                </c:pt>
                <c:pt idx="13518">
                  <c:v>8.9</c:v>
                </c:pt>
                <c:pt idx="13519">
                  <c:v>6.6</c:v>
                </c:pt>
                <c:pt idx="13520">
                  <c:v>7.8</c:v>
                </c:pt>
                <c:pt idx="13521">
                  <c:v>6.7</c:v>
                </c:pt>
                <c:pt idx="13522">
                  <c:v>6.8</c:v>
                </c:pt>
                <c:pt idx="13523">
                  <c:v>8.3000000000000007</c:v>
                </c:pt>
                <c:pt idx="13524">
                  <c:v>8.4</c:v>
                </c:pt>
                <c:pt idx="13525">
                  <c:v>9.9</c:v>
                </c:pt>
                <c:pt idx="13526">
                  <c:v>8.6999999999999993</c:v>
                </c:pt>
                <c:pt idx="13527">
                  <c:v>8.6</c:v>
                </c:pt>
                <c:pt idx="13528">
                  <c:v>7.1</c:v>
                </c:pt>
                <c:pt idx="13529">
                  <c:v>7.1</c:v>
                </c:pt>
                <c:pt idx="13530">
                  <c:v>8.1999999999999993</c:v>
                </c:pt>
                <c:pt idx="13531">
                  <c:v>7</c:v>
                </c:pt>
                <c:pt idx="13532">
                  <c:v>8.6</c:v>
                </c:pt>
                <c:pt idx="13533">
                  <c:v>9.6</c:v>
                </c:pt>
                <c:pt idx="13534">
                  <c:v>8.6999999999999993</c:v>
                </c:pt>
                <c:pt idx="13535">
                  <c:v>6.4</c:v>
                </c:pt>
                <c:pt idx="13536">
                  <c:v>9.4</c:v>
                </c:pt>
                <c:pt idx="13537">
                  <c:v>6.1</c:v>
                </c:pt>
                <c:pt idx="13538">
                  <c:v>9.3000000000000007</c:v>
                </c:pt>
                <c:pt idx="13539">
                  <c:v>7.4</c:v>
                </c:pt>
                <c:pt idx="13540">
                  <c:v>7.2</c:v>
                </c:pt>
                <c:pt idx="13541">
                  <c:v>4.7</c:v>
                </c:pt>
                <c:pt idx="13542">
                  <c:v>7.9</c:v>
                </c:pt>
                <c:pt idx="13543">
                  <c:v>5.6</c:v>
                </c:pt>
                <c:pt idx="13544">
                  <c:v>5.9</c:v>
                </c:pt>
                <c:pt idx="13545">
                  <c:v>5.3</c:v>
                </c:pt>
                <c:pt idx="13546">
                  <c:v>4.2</c:v>
                </c:pt>
                <c:pt idx="13547">
                  <c:v>9.1999999999999993</c:v>
                </c:pt>
                <c:pt idx="13548">
                  <c:v>5.8</c:v>
                </c:pt>
                <c:pt idx="13549">
                  <c:v>9.6</c:v>
                </c:pt>
                <c:pt idx="13550">
                  <c:v>7.7</c:v>
                </c:pt>
                <c:pt idx="13551">
                  <c:v>7.2</c:v>
                </c:pt>
                <c:pt idx="13552">
                  <c:v>5.8</c:v>
                </c:pt>
                <c:pt idx="13553">
                  <c:v>5.8</c:v>
                </c:pt>
                <c:pt idx="13554">
                  <c:v>4.0999999999999996</c:v>
                </c:pt>
                <c:pt idx="13555">
                  <c:v>6</c:v>
                </c:pt>
                <c:pt idx="13556">
                  <c:v>5.2</c:v>
                </c:pt>
                <c:pt idx="13557">
                  <c:v>4.5</c:v>
                </c:pt>
                <c:pt idx="13558">
                  <c:v>9.5</c:v>
                </c:pt>
                <c:pt idx="13559">
                  <c:v>4.2</c:v>
                </c:pt>
                <c:pt idx="13560">
                  <c:v>4.9000000000000004</c:v>
                </c:pt>
                <c:pt idx="13561">
                  <c:v>7.6</c:v>
                </c:pt>
                <c:pt idx="13562">
                  <c:v>5.8</c:v>
                </c:pt>
                <c:pt idx="13563">
                  <c:v>9.1999999999999993</c:v>
                </c:pt>
                <c:pt idx="13564">
                  <c:v>6.6</c:v>
                </c:pt>
                <c:pt idx="13565">
                  <c:v>4.8</c:v>
                </c:pt>
                <c:pt idx="13566">
                  <c:v>4.5</c:v>
                </c:pt>
                <c:pt idx="13567">
                  <c:v>8.9</c:v>
                </c:pt>
                <c:pt idx="13568">
                  <c:v>8.6999999999999993</c:v>
                </c:pt>
                <c:pt idx="13569">
                  <c:v>9.3000000000000007</c:v>
                </c:pt>
                <c:pt idx="13570">
                  <c:v>6.9</c:v>
                </c:pt>
                <c:pt idx="13571">
                  <c:v>4.4000000000000004</c:v>
                </c:pt>
                <c:pt idx="13572">
                  <c:v>7.4</c:v>
                </c:pt>
                <c:pt idx="13573">
                  <c:v>8.9</c:v>
                </c:pt>
                <c:pt idx="13574">
                  <c:v>7.9</c:v>
                </c:pt>
                <c:pt idx="13575">
                  <c:v>9.4</c:v>
                </c:pt>
                <c:pt idx="13576">
                  <c:v>6.6</c:v>
                </c:pt>
                <c:pt idx="13577">
                  <c:v>5.8</c:v>
                </c:pt>
                <c:pt idx="13578">
                  <c:v>4.0999999999999996</c:v>
                </c:pt>
                <c:pt idx="13579">
                  <c:v>9.1</c:v>
                </c:pt>
                <c:pt idx="13580">
                  <c:v>5.2</c:v>
                </c:pt>
                <c:pt idx="13581">
                  <c:v>6.2</c:v>
                </c:pt>
                <c:pt idx="13582">
                  <c:v>7.3</c:v>
                </c:pt>
                <c:pt idx="13583">
                  <c:v>4.2</c:v>
                </c:pt>
                <c:pt idx="13584">
                  <c:v>8.6</c:v>
                </c:pt>
                <c:pt idx="13585">
                  <c:v>4.9000000000000004</c:v>
                </c:pt>
                <c:pt idx="13586">
                  <c:v>7</c:v>
                </c:pt>
                <c:pt idx="13587">
                  <c:v>6.8</c:v>
                </c:pt>
                <c:pt idx="13588">
                  <c:v>9.1</c:v>
                </c:pt>
                <c:pt idx="13589">
                  <c:v>4.7</c:v>
                </c:pt>
                <c:pt idx="13590">
                  <c:v>9.3000000000000007</c:v>
                </c:pt>
                <c:pt idx="13591">
                  <c:v>8.9</c:v>
                </c:pt>
                <c:pt idx="13592">
                  <c:v>4.7</c:v>
                </c:pt>
                <c:pt idx="13593">
                  <c:v>8</c:v>
                </c:pt>
                <c:pt idx="13594">
                  <c:v>6.6</c:v>
                </c:pt>
                <c:pt idx="13595">
                  <c:v>5.8</c:v>
                </c:pt>
                <c:pt idx="13596">
                  <c:v>6.6</c:v>
                </c:pt>
                <c:pt idx="13597">
                  <c:v>6.5</c:v>
                </c:pt>
                <c:pt idx="13598">
                  <c:v>7.3</c:v>
                </c:pt>
                <c:pt idx="13599">
                  <c:v>4.5999999999999996</c:v>
                </c:pt>
                <c:pt idx="13600">
                  <c:v>9.9</c:v>
                </c:pt>
                <c:pt idx="13601">
                  <c:v>5.9</c:v>
                </c:pt>
                <c:pt idx="13602">
                  <c:v>9.4</c:v>
                </c:pt>
                <c:pt idx="13603">
                  <c:v>6.1</c:v>
                </c:pt>
                <c:pt idx="13604">
                  <c:v>8.6</c:v>
                </c:pt>
                <c:pt idx="13605">
                  <c:v>5.3</c:v>
                </c:pt>
                <c:pt idx="13606">
                  <c:v>8.6</c:v>
                </c:pt>
                <c:pt idx="13607">
                  <c:v>9.6</c:v>
                </c:pt>
                <c:pt idx="13608">
                  <c:v>6.2</c:v>
                </c:pt>
                <c:pt idx="13609">
                  <c:v>7.6</c:v>
                </c:pt>
                <c:pt idx="13610">
                  <c:v>8.1</c:v>
                </c:pt>
                <c:pt idx="13611">
                  <c:v>9.6999999999999993</c:v>
                </c:pt>
                <c:pt idx="13612">
                  <c:v>7.7</c:v>
                </c:pt>
                <c:pt idx="13613">
                  <c:v>8.4</c:v>
                </c:pt>
                <c:pt idx="13614">
                  <c:v>4.4000000000000004</c:v>
                </c:pt>
                <c:pt idx="13615">
                  <c:v>7.6</c:v>
                </c:pt>
                <c:pt idx="13616">
                  <c:v>6</c:v>
                </c:pt>
                <c:pt idx="13617">
                  <c:v>5.3</c:v>
                </c:pt>
                <c:pt idx="13618">
                  <c:v>8</c:v>
                </c:pt>
                <c:pt idx="13619">
                  <c:v>7.7</c:v>
                </c:pt>
                <c:pt idx="13620">
                  <c:v>8.8000000000000007</c:v>
                </c:pt>
                <c:pt idx="13621">
                  <c:v>6.3</c:v>
                </c:pt>
                <c:pt idx="13622">
                  <c:v>5</c:v>
                </c:pt>
                <c:pt idx="13623">
                  <c:v>7.8</c:v>
                </c:pt>
                <c:pt idx="13624">
                  <c:v>7.9</c:v>
                </c:pt>
                <c:pt idx="13625">
                  <c:v>9.9</c:v>
                </c:pt>
                <c:pt idx="13626">
                  <c:v>7</c:v>
                </c:pt>
                <c:pt idx="13627">
                  <c:v>9.6</c:v>
                </c:pt>
                <c:pt idx="13628">
                  <c:v>5.8</c:v>
                </c:pt>
                <c:pt idx="13629">
                  <c:v>5.9</c:v>
                </c:pt>
                <c:pt idx="13630">
                  <c:v>4.8</c:v>
                </c:pt>
                <c:pt idx="13631">
                  <c:v>4.9000000000000004</c:v>
                </c:pt>
                <c:pt idx="13632">
                  <c:v>7.2</c:v>
                </c:pt>
                <c:pt idx="13633">
                  <c:v>6.3</c:v>
                </c:pt>
                <c:pt idx="13634">
                  <c:v>4.3</c:v>
                </c:pt>
                <c:pt idx="13635">
                  <c:v>6.6</c:v>
                </c:pt>
                <c:pt idx="13636">
                  <c:v>5</c:v>
                </c:pt>
                <c:pt idx="13637">
                  <c:v>8.5</c:v>
                </c:pt>
                <c:pt idx="13638">
                  <c:v>7.4</c:v>
                </c:pt>
                <c:pt idx="13639">
                  <c:v>9.9</c:v>
                </c:pt>
                <c:pt idx="13640">
                  <c:v>6.4</c:v>
                </c:pt>
                <c:pt idx="13641">
                  <c:v>6.2</c:v>
                </c:pt>
                <c:pt idx="13642">
                  <c:v>4.5999999999999996</c:v>
                </c:pt>
                <c:pt idx="13643">
                  <c:v>8.1999999999999993</c:v>
                </c:pt>
                <c:pt idx="13644">
                  <c:v>6.7</c:v>
                </c:pt>
                <c:pt idx="13645">
                  <c:v>6.6</c:v>
                </c:pt>
                <c:pt idx="13646">
                  <c:v>6.9</c:v>
                </c:pt>
                <c:pt idx="13647">
                  <c:v>8.5</c:v>
                </c:pt>
                <c:pt idx="13648">
                  <c:v>9</c:v>
                </c:pt>
                <c:pt idx="13649">
                  <c:v>6.6</c:v>
                </c:pt>
                <c:pt idx="13650">
                  <c:v>9.6999999999999993</c:v>
                </c:pt>
                <c:pt idx="13651">
                  <c:v>5.9</c:v>
                </c:pt>
                <c:pt idx="13652">
                  <c:v>9.3000000000000007</c:v>
                </c:pt>
                <c:pt idx="13653">
                  <c:v>4.3</c:v>
                </c:pt>
                <c:pt idx="13654">
                  <c:v>9.4</c:v>
                </c:pt>
                <c:pt idx="13655">
                  <c:v>5.9</c:v>
                </c:pt>
                <c:pt idx="13656">
                  <c:v>4.8</c:v>
                </c:pt>
                <c:pt idx="13657">
                  <c:v>10</c:v>
                </c:pt>
                <c:pt idx="13658">
                  <c:v>4.0999999999999996</c:v>
                </c:pt>
                <c:pt idx="13659">
                  <c:v>8</c:v>
                </c:pt>
                <c:pt idx="13660">
                  <c:v>9.1999999999999993</c:v>
                </c:pt>
                <c:pt idx="13661">
                  <c:v>5</c:v>
                </c:pt>
                <c:pt idx="13662">
                  <c:v>9.1999999999999993</c:v>
                </c:pt>
                <c:pt idx="13663">
                  <c:v>6.6</c:v>
                </c:pt>
                <c:pt idx="13664">
                  <c:v>4.5</c:v>
                </c:pt>
                <c:pt idx="13665">
                  <c:v>9.1</c:v>
                </c:pt>
                <c:pt idx="13666">
                  <c:v>8.3000000000000007</c:v>
                </c:pt>
                <c:pt idx="13667">
                  <c:v>7.2</c:v>
                </c:pt>
                <c:pt idx="13668">
                  <c:v>6.6</c:v>
                </c:pt>
                <c:pt idx="13669">
                  <c:v>8</c:v>
                </c:pt>
                <c:pt idx="13670">
                  <c:v>4.2</c:v>
                </c:pt>
                <c:pt idx="13671">
                  <c:v>7.5</c:v>
                </c:pt>
                <c:pt idx="13672">
                  <c:v>9.8000000000000007</c:v>
                </c:pt>
                <c:pt idx="13673">
                  <c:v>5.5</c:v>
                </c:pt>
                <c:pt idx="13674">
                  <c:v>9.9</c:v>
                </c:pt>
                <c:pt idx="13675">
                  <c:v>8.6</c:v>
                </c:pt>
                <c:pt idx="13676">
                  <c:v>5.9</c:v>
                </c:pt>
                <c:pt idx="13677">
                  <c:v>9.6999999999999993</c:v>
                </c:pt>
                <c:pt idx="13678">
                  <c:v>7.3</c:v>
                </c:pt>
                <c:pt idx="13679">
                  <c:v>9.5</c:v>
                </c:pt>
                <c:pt idx="13680">
                  <c:v>9.5</c:v>
                </c:pt>
                <c:pt idx="13681">
                  <c:v>5.0999999999999996</c:v>
                </c:pt>
                <c:pt idx="13682">
                  <c:v>4.9000000000000004</c:v>
                </c:pt>
                <c:pt idx="13683">
                  <c:v>4.9000000000000004</c:v>
                </c:pt>
                <c:pt idx="13684">
                  <c:v>6.2</c:v>
                </c:pt>
                <c:pt idx="13685">
                  <c:v>6.2</c:v>
                </c:pt>
                <c:pt idx="13686">
                  <c:v>8.1</c:v>
                </c:pt>
                <c:pt idx="13687">
                  <c:v>9.5</c:v>
                </c:pt>
                <c:pt idx="13688">
                  <c:v>4.7</c:v>
                </c:pt>
                <c:pt idx="13689">
                  <c:v>4.4000000000000004</c:v>
                </c:pt>
                <c:pt idx="13690">
                  <c:v>6.7</c:v>
                </c:pt>
                <c:pt idx="13691">
                  <c:v>6.3</c:v>
                </c:pt>
                <c:pt idx="13692">
                  <c:v>6.8</c:v>
                </c:pt>
                <c:pt idx="13693">
                  <c:v>5</c:v>
                </c:pt>
                <c:pt idx="13694">
                  <c:v>9.9</c:v>
                </c:pt>
                <c:pt idx="13695">
                  <c:v>7.1</c:v>
                </c:pt>
                <c:pt idx="13696">
                  <c:v>8.5</c:v>
                </c:pt>
                <c:pt idx="13697">
                  <c:v>8.5</c:v>
                </c:pt>
                <c:pt idx="13698">
                  <c:v>6.1</c:v>
                </c:pt>
                <c:pt idx="13699">
                  <c:v>4.5</c:v>
                </c:pt>
                <c:pt idx="13700">
                  <c:v>5.8</c:v>
                </c:pt>
                <c:pt idx="13701">
                  <c:v>8.8000000000000007</c:v>
                </c:pt>
                <c:pt idx="13702">
                  <c:v>5.9</c:v>
                </c:pt>
                <c:pt idx="13703">
                  <c:v>4.2</c:v>
                </c:pt>
                <c:pt idx="13704">
                  <c:v>5.7</c:v>
                </c:pt>
                <c:pt idx="13705">
                  <c:v>6.3</c:v>
                </c:pt>
                <c:pt idx="13706">
                  <c:v>9.6</c:v>
                </c:pt>
                <c:pt idx="13707">
                  <c:v>9.6999999999999993</c:v>
                </c:pt>
                <c:pt idx="13708">
                  <c:v>6.1</c:v>
                </c:pt>
                <c:pt idx="13709">
                  <c:v>7.4</c:v>
                </c:pt>
                <c:pt idx="13710">
                  <c:v>5.9</c:v>
                </c:pt>
                <c:pt idx="13711">
                  <c:v>4</c:v>
                </c:pt>
                <c:pt idx="13712">
                  <c:v>6.9</c:v>
                </c:pt>
                <c:pt idx="13713">
                  <c:v>4.7</c:v>
                </c:pt>
                <c:pt idx="13714">
                  <c:v>6.8</c:v>
                </c:pt>
                <c:pt idx="13715">
                  <c:v>10</c:v>
                </c:pt>
                <c:pt idx="13716">
                  <c:v>5.0999999999999996</c:v>
                </c:pt>
                <c:pt idx="13717">
                  <c:v>9.1999999999999993</c:v>
                </c:pt>
                <c:pt idx="13718">
                  <c:v>6.7</c:v>
                </c:pt>
                <c:pt idx="13719">
                  <c:v>5.4</c:v>
                </c:pt>
                <c:pt idx="13720">
                  <c:v>8.6999999999999993</c:v>
                </c:pt>
                <c:pt idx="13721">
                  <c:v>8.4</c:v>
                </c:pt>
                <c:pt idx="13722">
                  <c:v>5</c:v>
                </c:pt>
                <c:pt idx="13723">
                  <c:v>8.5</c:v>
                </c:pt>
                <c:pt idx="13724">
                  <c:v>7.1</c:v>
                </c:pt>
                <c:pt idx="13725">
                  <c:v>6.7</c:v>
                </c:pt>
                <c:pt idx="13726">
                  <c:v>8.3000000000000007</c:v>
                </c:pt>
                <c:pt idx="13727">
                  <c:v>6.7</c:v>
                </c:pt>
                <c:pt idx="13728">
                  <c:v>8.1999999999999993</c:v>
                </c:pt>
                <c:pt idx="13729">
                  <c:v>7.2</c:v>
                </c:pt>
                <c:pt idx="13730">
                  <c:v>7.7</c:v>
                </c:pt>
                <c:pt idx="13731">
                  <c:v>4.4000000000000004</c:v>
                </c:pt>
                <c:pt idx="13732">
                  <c:v>7.1</c:v>
                </c:pt>
                <c:pt idx="13733">
                  <c:v>7.4</c:v>
                </c:pt>
                <c:pt idx="13734">
                  <c:v>9.1</c:v>
                </c:pt>
                <c:pt idx="13735">
                  <c:v>7.8</c:v>
                </c:pt>
                <c:pt idx="13736">
                  <c:v>7.3</c:v>
                </c:pt>
                <c:pt idx="13737">
                  <c:v>9.8000000000000007</c:v>
                </c:pt>
                <c:pt idx="13738">
                  <c:v>9.9</c:v>
                </c:pt>
                <c:pt idx="13739">
                  <c:v>6.3</c:v>
                </c:pt>
                <c:pt idx="13740">
                  <c:v>9.6</c:v>
                </c:pt>
                <c:pt idx="13741">
                  <c:v>7.6</c:v>
                </c:pt>
                <c:pt idx="13742">
                  <c:v>5.9</c:v>
                </c:pt>
                <c:pt idx="13743">
                  <c:v>6</c:v>
                </c:pt>
                <c:pt idx="13744">
                  <c:v>4.0999999999999996</c:v>
                </c:pt>
                <c:pt idx="13745">
                  <c:v>5.8</c:v>
                </c:pt>
                <c:pt idx="13746">
                  <c:v>4.3</c:v>
                </c:pt>
                <c:pt idx="13747">
                  <c:v>6.5</c:v>
                </c:pt>
                <c:pt idx="13748">
                  <c:v>7.5</c:v>
                </c:pt>
                <c:pt idx="13749">
                  <c:v>4.7</c:v>
                </c:pt>
                <c:pt idx="13750">
                  <c:v>6.1</c:v>
                </c:pt>
                <c:pt idx="13751">
                  <c:v>6.5</c:v>
                </c:pt>
                <c:pt idx="13752">
                  <c:v>4.8</c:v>
                </c:pt>
                <c:pt idx="13753">
                  <c:v>7</c:v>
                </c:pt>
                <c:pt idx="13754">
                  <c:v>5.0999999999999996</c:v>
                </c:pt>
                <c:pt idx="13755">
                  <c:v>5.3</c:v>
                </c:pt>
                <c:pt idx="13756">
                  <c:v>9.4</c:v>
                </c:pt>
                <c:pt idx="13757">
                  <c:v>5.5</c:v>
                </c:pt>
                <c:pt idx="13758">
                  <c:v>6.7</c:v>
                </c:pt>
                <c:pt idx="13759">
                  <c:v>8.4</c:v>
                </c:pt>
                <c:pt idx="13760">
                  <c:v>8.3000000000000007</c:v>
                </c:pt>
                <c:pt idx="13761">
                  <c:v>9.9</c:v>
                </c:pt>
                <c:pt idx="13762">
                  <c:v>9</c:v>
                </c:pt>
                <c:pt idx="13763">
                  <c:v>6.9</c:v>
                </c:pt>
                <c:pt idx="13764">
                  <c:v>4.7</c:v>
                </c:pt>
                <c:pt idx="13765">
                  <c:v>7.5</c:v>
                </c:pt>
                <c:pt idx="13766">
                  <c:v>8.6999999999999993</c:v>
                </c:pt>
                <c:pt idx="13767">
                  <c:v>7.4</c:v>
                </c:pt>
                <c:pt idx="13768">
                  <c:v>5.8</c:v>
                </c:pt>
                <c:pt idx="13769">
                  <c:v>6.4</c:v>
                </c:pt>
                <c:pt idx="13770">
                  <c:v>4.3</c:v>
                </c:pt>
                <c:pt idx="13771">
                  <c:v>7.5</c:v>
                </c:pt>
                <c:pt idx="13772">
                  <c:v>5.0999999999999996</c:v>
                </c:pt>
                <c:pt idx="13773">
                  <c:v>6.7</c:v>
                </c:pt>
                <c:pt idx="13774">
                  <c:v>7.8</c:v>
                </c:pt>
                <c:pt idx="13775">
                  <c:v>8.5</c:v>
                </c:pt>
                <c:pt idx="13776">
                  <c:v>5.2</c:v>
                </c:pt>
                <c:pt idx="13777">
                  <c:v>5.0999999999999996</c:v>
                </c:pt>
                <c:pt idx="13778">
                  <c:v>4.4000000000000004</c:v>
                </c:pt>
                <c:pt idx="13779">
                  <c:v>7.1</c:v>
                </c:pt>
                <c:pt idx="13780">
                  <c:v>6.6</c:v>
                </c:pt>
                <c:pt idx="13781">
                  <c:v>8.4</c:v>
                </c:pt>
                <c:pt idx="13782">
                  <c:v>4.8</c:v>
                </c:pt>
                <c:pt idx="13783">
                  <c:v>7</c:v>
                </c:pt>
                <c:pt idx="13784">
                  <c:v>7.9</c:v>
                </c:pt>
                <c:pt idx="13785">
                  <c:v>7.2</c:v>
                </c:pt>
                <c:pt idx="13786">
                  <c:v>4.7</c:v>
                </c:pt>
                <c:pt idx="13787">
                  <c:v>8</c:v>
                </c:pt>
                <c:pt idx="13788">
                  <c:v>5.9</c:v>
                </c:pt>
                <c:pt idx="13789">
                  <c:v>4</c:v>
                </c:pt>
                <c:pt idx="13790">
                  <c:v>7.1</c:v>
                </c:pt>
                <c:pt idx="13791">
                  <c:v>4.5</c:v>
                </c:pt>
                <c:pt idx="13792">
                  <c:v>8.1999999999999993</c:v>
                </c:pt>
                <c:pt idx="13793">
                  <c:v>5</c:v>
                </c:pt>
                <c:pt idx="13794">
                  <c:v>4.0999999999999996</c:v>
                </c:pt>
                <c:pt idx="13795">
                  <c:v>5.2</c:v>
                </c:pt>
                <c:pt idx="13796">
                  <c:v>8.3000000000000007</c:v>
                </c:pt>
                <c:pt idx="13797">
                  <c:v>9</c:v>
                </c:pt>
                <c:pt idx="13798">
                  <c:v>4.3</c:v>
                </c:pt>
                <c:pt idx="13799">
                  <c:v>6.3</c:v>
                </c:pt>
                <c:pt idx="13800">
                  <c:v>6.8</c:v>
                </c:pt>
                <c:pt idx="13801">
                  <c:v>9.1999999999999993</c:v>
                </c:pt>
                <c:pt idx="13802">
                  <c:v>8.8000000000000007</c:v>
                </c:pt>
                <c:pt idx="13803">
                  <c:v>7.7</c:v>
                </c:pt>
                <c:pt idx="13804">
                  <c:v>9.6999999999999993</c:v>
                </c:pt>
                <c:pt idx="13805">
                  <c:v>6.8</c:v>
                </c:pt>
                <c:pt idx="13806">
                  <c:v>7.3</c:v>
                </c:pt>
                <c:pt idx="13807">
                  <c:v>5</c:v>
                </c:pt>
                <c:pt idx="13808">
                  <c:v>9.9</c:v>
                </c:pt>
                <c:pt idx="13809">
                  <c:v>8.9</c:v>
                </c:pt>
                <c:pt idx="13810">
                  <c:v>5.5</c:v>
                </c:pt>
                <c:pt idx="13811">
                  <c:v>7.3</c:v>
                </c:pt>
                <c:pt idx="13812">
                  <c:v>6.1</c:v>
                </c:pt>
                <c:pt idx="13813">
                  <c:v>5.2</c:v>
                </c:pt>
                <c:pt idx="13814">
                  <c:v>7.2</c:v>
                </c:pt>
                <c:pt idx="13815">
                  <c:v>4.2</c:v>
                </c:pt>
                <c:pt idx="13816">
                  <c:v>4.3</c:v>
                </c:pt>
                <c:pt idx="13817">
                  <c:v>7.5</c:v>
                </c:pt>
                <c:pt idx="13818">
                  <c:v>9.6</c:v>
                </c:pt>
                <c:pt idx="13819">
                  <c:v>6.7</c:v>
                </c:pt>
                <c:pt idx="13820">
                  <c:v>5.5</c:v>
                </c:pt>
                <c:pt idx="13821">
                  <c:v>10</c:v>
                </c:pt>
                <c:pt idx="13822">
                  <c:v>8</c:v>
                </c:pt>
                <c:pt idx="13823">
                  <c:v>6.4</c:v>
                </c:pt>
                <c:pt idx="13824">
                  <c:v>6.1</c:v>
                </c:pt>
                <c:pt idx="13825">
                  <c:v>9.6999999999999993</c:v>
                </c:pt>
                <c:pt idx="13826">
                  <c:v>5.5</c:v>
                </c:pt>
                <c:pt idx="13827">
                  <c:v>6.7</c:v>
                </c:pt>
                <c:pt idx="13828">
                  <c:v>8.1</c:v>
                </c:pt>
                <c:pt idx="13829">
                  <c:v>9.1</c:v>
                </c:pt>
                <c:pt idx="13830">
                  <c:v>5.3</c:v>
                </c:pt>
                <c:pt idx="13831">
                  <c:v>8.6</c:v>
                </c:pt>
                <c:pt idx="13832">
                  <c:v>6</c:v>
                </c:pt>
                <c:pt idx="13833">
                  <c:v>6.5</c:v>
                </c:pt>
                <c:pt idx="13834">
                  <c:v>5.2</c:v>
                </c:pt>
                <c:pt idx="13835">
                  <c:v>6.3</c:v>
                </c:pt>
                <c:pt idx="13836">
                  <c:v>6.1</c:v>
                </c:pt>
                <c:pt idx="13837">
                  <c:v>7.4</c:v>
                </c:pt>
                <c:pt idx="13838">
                  <c:v>7.5</c:v>
                </c:pt>
                <c:pt idx="13839">
                  <c:v>9.5</c:v>
                </c:pt>
                <c:pt idx="13840">
                  <c:v>4.7</c:v>
                </c:pt>
                <c:pt idx="13841">
                  <c:v>8.5</c:v>
                </c:pt>
                <c:pt idx="13842">
                  <c:v>5.4</c:v>
                </c:pt>
                <c:pt idx="13843">
                  <c:v>4.7</c:v>
                </c:pt>
                <c:pt idx="13844">
                  <c:v>6.7</c:v>
                </c:pt>
                <c:pt idx="13845">
                  <c:v>5.7</c:v>
                </c:pt>
                <c:pt idx="13846">
                  <c:v>7.2</c:v>
                </c:pt>
                <c:pt idx="13847">
                  <c:v>8.9</c:v>
                </c:pt>
                <c:pt idx="13848">
                  <c:v>8.5</c:v>
                </c:pt>
                <c:pt idx="13849">
                  <c:v>8.1999999999999993</c:v>
                </c:pt>
                <c:pt idx="13850">
                  <c:v>9.9</c:v>
                </c:pt>
                <c:pt idx="13851">
                  <c:v>8.6999999999999993</c:v>
                </c:pt>
                <c:pt idx="13852">
                  <c:v>7.8</c:v>
                </c:pt>
                <c:pt idx="13853">
                  <c:v>6.7</c:v>
                </c:pt>
                <c:pt idx="13854">
                  <c:v>8</c:v>
                </c:pt>
                <c:pt idx="13855">
                  <c:v>5.7</c:v>
                </c:pt>
                <c:pt idx="13856">
                  <c:v>9.6999999999999993</c:v>
                </c:pt>
                <c:pt idx="13857">
                  <c:v>6.4</c:v>
                </c:pt>
                <c:pt idx="13858">
                  <c:v>7.7</c:v>
                </c:pt>
                <c:pt idx="13859">
                  <c:v>8.6</c:v>
                </c:pt>
                <c:pt idx="13860">
                  <c:v>6.4</c:v>
                </c:pt>
                <c:pt idx="13861">
                  <c:v>10</c:v>
                </c:pt>
                <c:pt idx="13862">
                  <c:v>9.4</c:v>
                </c:pt>
                <c:pt idx="13863">
                  <c:v>6.2</c:v>
                </c:pt>
                <c:pt idx="13864">
                  <c:v>7</c:v>
                </c:pt>
                <c:pt idx="13865">
                  <c:v>6.4</c:v>
                </c:pt>
                <c:pt idx="13866">
                  <c:v>9.9</c:v>
                </c:pt>
                <c:pt idx="13867">
                  <c:v>4</c:v>
                </c:pt>
                <c:pt idx="13868">
                  <c:v>8.4</c:v>
                </c:pt>
                <c:pt idx="13869">
                  <c:v>4.9000000000000004</c:v>
                </c:pt>
                <c:pt idx="13870">
                  <c:v>9.4</c:v>
                </c:pt>
                <c:pt idx="13871">
                  <c:v>7.4</c:v>
                </c:pt>
                <c:pt idx="13872">
                  <c:v>7.1</c:v>
                </c:pt>
                <c:pt idx="13873">
                  <c:v>9.1</c:v>
                </c:pt>
                <c:pt idx="13874">
                  <c:v>9.4</c:v>
                </c:pt>
                <c:pt idx="13875">
                  <c:v>9.5</c:v>
                </c:pt>
                <c:pt idx="13876">
                  <c:v>7.9</c:v>
                </c:pt>
                <c:pt idx="13877">
                  <c:v>7</c:v>
                </c:pt>
                <c:pt idx="13878">
                  <c:v>9.6</c:v>
                </c:pt>
                <c:pt idx="13879">
                  <c:v>8.6999999999999993</c:v>
                </c:pt>
                <c:pt idx="13880">
                  <c:v>9.6999999999999993</c:v>
                </c:pt>
                <c:pt idx="13881">
                  <c:v>4.2</c:v>
                </c:pt>
                <c:pt idx="13882">
                  <c:v>8.6999999999999993</c:v>
                </c:pt>
                <c:pt idx="13883">
                  <c:v>7</c:v>
                </c:pt>
                <c:pt idx="13884">
                  <c:v>6.4</c:v>
                </c:pt>
                <c:pt idx="13885">
                  <c:v>5.5</c:v>
                </c:pt>
                <c:pt idx="13886">
                  <c:v>5</c:v>
                </c:pt>
                <c:pt idx="13887">
                  <c:v>9.5</c:v>
                </c:pt>
                <c:pt idx="13888">
                  <c:v>4.2</c:v>
                </c:pt>
                <c:pt idx="13889">
                  <c:v>8.3000000000000007</c:v>
                </c:pt>
                <c:pt idx="13890">
                  <c:v>5</c:v>
                </c:pt>
                <c:pt idx="13891">
                  <c:v>9</c:v>
                </c:pt>
                <c:pt idx="13892">
                  <c:v>5.7</c:v>
                </c:pt>
                <c:pt idx="13893">
                  <c:v>7.9</c:v>
                </c:pt>
                <c:pt idx="13894">
                  <c:v>6</c:v>
                </c:pt>
                <c:pt idx="13895">
                  <c:v>4.7</c:v>
                </c:pt>
                <c:pt idx="13896">
                  <c:v>8.4</c:v>
                </c:pt>
                <c:pt idx="13897">
                  <c:v>6.7</c:v>
                </c:pt>
                <c:pt idx="13898">
                  <c:v>9.8000000000000007</c:v>
                </c:pt>
                <c:pt idx="13899">
                  <c:v>8</c:v>
                </c:pt>
                <c:pt idx="13900">
                  <c:v>8.1</c:v>
                </c:pt>
                <c:pt idx="13901">
                  <c:v>9.1</c:v>
                </c:pt>
                <c:pt idx="13902">
                  <c:v>4.4000000000000004</c:v>
                </c:pt>
                <c:pt idx="13903">
                  <c:v>7.8</c:v>
                </c:pt>
                <c:pt idx="13904">
                  <c:v>9</c:v>
                </c:pt>
                <c:pt idx="13905">
                  <c:v>7.2</c:v>
                </c:pt>
                <c:pt idx="13906">
                  <c:v>5</c:v>
                </c:pt>
                <c:pt idx="13907">
                  <c:v>7.6</c:v>
                </c:pt>
                <c:pt idx="13908">
                  <c:v>5.7</c:v>
                </c:pt>
                <c:pt idx="13909">
                  <c:v>8</c:v>
                </c:pt>
                <c:pt idx="13910">
                  <c:v>6.7</c:v>
                </c:pt>
                <c:pt idx="13911">
                  <c:v>4.7</c:v>
                </c:pt>
                <c:pt idx="13912">
                  <c:v>7.5</c:v>
                </c:pt>
                <c:pt idx="13913">
                  <c:v>8.4</c:v>
                </c:pt>
                <c:pt idx="13914">
                  <c:v>5.3</c:v>
                </c:pt>
                <c:pt idx="13915">
                  <c:v>7.5</c:v>
                </c:pt>
                <c:pt idx="13916">
                  <c:v>5.7</c:v>
                </c:pt>
                <c:pt idx="13917">
                  <c:v>7.1</c:v>
                </c:pt>
                <c:pt idx="13918">
                  <c:v>7.3</c:v>
                </c:pt>
                <c:pt idx="13919">
                  <c:v>7.6</c:v>
                </c:pt>
                <c:pt idx="13920">
                  <c:v>9.3000000000000007</c:v>
                </c:pt>
                <c:pt idx="13921">
                  <c:v>8.1</c:v>
                </c:pt>
                <c:pt idx="13922">
                  <c:v>6.9</c:v>
                </c:pt>
                <c:pt idx="13923">
                  <c:v>4.5999999999999996</c:v>
                </c:pt>
                <c:pt idx="13924">
                  <c:v>9.6</c:v>
                </c:pt>
                <c:pt idx="13925">
                  <c:v>6.4</c:v>
                </c:pt>
                <c:pt idx="13926">
                  <c:v>8</c:v>
                </c:pt>
                <c:pt idx="13927">
                  <c:v>6.9</c:v>
                </c:pt>
                <c:pt idx="13928">
                  <c:v>4.7</c:v>
                </c:pt>
                <c:pt idx="13929">
                  <c:v>8.1999999999999993</c:v>
                </c:pt>
                <c:pt idx="13930">
                  <c:v>9.8000000000000007</c:v>
                </c:pt>
                <c:pt idx="13931">
                  <c:v>6.6</c:v>
                </c:pt>
                <c:pt idx="13932">
                  <c:v>7.6</c:v>
                </c:pt>
                <c:pt idx="13933">
                  <c:v>9.1</c:v>
                </c:pt>
                <c:pt idx="13934">
                  <c:v>9.9</c:v>
                </c:pt>
                <c:pt idx="13935">
                  <c:v>7.2</c:v>
                </c:pt>
                <c:pt idx="13936">
                  <c:v>9</c:v>
                </c:pt>
                <c:pt idx="13937">
                  <c:v>5</c:v>
                </c:pt>
                <c:pt idx="13938">
                  <c:v>7.1</c:v>
                </c:pt>
                <c:pt idx="13939">
                  <c:v>9.6999999999999993</c:v>
                </c:pt>
                <c:pt idx="13940">
                  <c:v>5.4</c:v>
                </c:pt>
                <c:pt idx="13941">
                  <c:v>8.1999999999999993</c:v>
                </c:pt>
                <c:pt idx="13942">
                  <c:v>7.1</c:v>
                </c:pt>
                <c:pt idx="13943">
                  <c:v>4.9000000000000004</c:v>
                </c:pt>
                <c:pt idx="13944">
                  <c:v>4</c:v>
                </c:pt>
                <c:pt idx="13945">
                  <c:v>5.5</c:v>
                </c:pt>
                <c:pt idx="13946">
                  <c:v>4.5</c:v>
                </c:pt>
                <c:pt idx="13947">
                  <c:v>8.1999999999999993</c:v>
                </c:pt>
                <c:pt idx="13948">
                  <c:v>6.1</c:v>
                </c:pt>
                <c:pt idx="13949">
                  <c:v>4.2</c:v>
                </c:pt>
                <c:pt idx="13950">
                  <c:v>4.5999999999999996</c:v>
                </c:pt>
                <c:pt idx="13951">
                  <c:v>4.0999999999999996</c:v>
                </c:pt>
                <c:pt idx="13952">
                  <c:v>7.4</c:v>
                </c:pt>
                <c:pt idx="13953">
                  <c:v>6.9</c:v>
                </c:pt>
                <c:pt idx="13954">
                  <c:v>9.1</c:v>
                </c:pt>
                <c:pt idx="13955">
                  <c:v>6.4</c:v>
                </c:pt>
                <c:pt idx="13956">
                  <c:v>8.1999999999999993</c:v>
                </c:pt>
                <c:pt idx="13957">
                  <c:v>4</c:v>
                </c:pt>
                <c:pt idx="13958">
                  <c:v>7.1</c:v>
                </c:pt>
                <c:pt idx="13959">
                  <c:v>5.8</c:v>
                </c:pt>
                <c:pt idx="13960">
                  <c:v>8.9</c:v>
                </c:pt>
                <c:pt idx="13961">
                  <c:v>8.4</c:v>
                </c:pt>
                <c:pt idx="13962">
                  <c:v>8.6999999999999993</c:v>
                </c:pt>
                <c:pt idx="13963">
                  <c:v>8.9</c:v>
                </c:pt>
                <c:pt idx="13964">
                  <c:v>7.3</c:v>
                </c:pt>
                <c:pt idx="13965">
                  <c:v>8.3000000000000007</c:v>
                </c:pt>
                <c:pt idx="13966">
                  <c:v>4.5</c:v>
                </c:pt>
                <c:pt idx="13967">
                  <c:v>8.5</c:v>
                </c:pt>
                <c:pt idx="13968">
                  <c:v>5.5</c:v>
                </c:pt>
                <c:pt idx="13969">
                  <c:v>7.2</c:v>
                </c:pt>
                <c:pt idx="13970">
                  <c:v>8.3000000000000007</c:v>
                </c:pt>
                <c:pt idx="13971">
                  <c:v>5.0999999999999996</c:v>
                </c:pt>
                <c:pt idx="13972">
                  <c:v>4.7</c:v>
                </c:pt>
                <c:pt idx="13973">
                  <c:v>5</c:v>
                </c:pt>
                <c:pt idx="13974">
                  <c:v>5.2</c:v>
                </c:pt>
                <c:pt idx="13975">
                  <c:v>8.1</c:v>
                </c:pt>
                <c:pt idx="13976">
                  <c:v>7.1</c:v>
                </c:pt>
                <c:pt idx="13977">
                  <c:v>9.6999999999999993</c:v>
                </c:pt>
                <c:pt idx="13978">
                  <c:v>8.3000000000000007</c:v>
                </c:pt>
                <c:pt idx="13979">
                  <c:v>4.3</c:v>
                </c:pt>
                <c:pt idx="13980">
                  <c:v>5.3</c:v>
                </c:pt>
                <c:pt idx="13981">
                  <c:v>4.2</c:v>
                </c:pt>
                <c:pt idx="13982">
                  <c:v>6.9</c:v>
                </c:pt>
                <c:pt idx="13983">
                  <c:v>7.9</c:v>
                </c:pt>
                <c:pt idx="13984">
                  <c:v>6.8</c:v>
                </c:pt>
                <c:pt idx="13985">
                  <c:v>8.9</c:v>
                </c:pt>
                <c:pt idx="13986">
                  <c:v>7.5</c:v>
                </c:pt>
                <c:pt idx="13987">
                  <c:v>9.9</c:v>
                </c:pt>
                <c:pt idx="13988">
                  <c:v>6.4</c:v>
                </c:pt>
                <c:pt idx="13989">
                  <c:v>6.1</c:v>
                </c:pt>
                <c:pt idx="13990">
                  <c:v>10</c:v>
                </c:pt>
                <c:pt idx="13991">
                  <c:v>8.3000000000000007</c:v>
                </c:pt>
                <c:pt idx="13992">
                  <c:v>4.7</c:v>
                </c:pt>
                <c:pt idx="13993">
                  <c:v>7</c:v>
                </c:pt>
                <c:pt idx="13994">
                  <c:v>6.3</c:v>
                </c:pt>
                <c:pt idx="13995">
                  <c:v>6.6</c:v>
                </c:pt>
                <c:pt idx="13996">
                  <c:v>6.3</c:v>
                </c:pt>
                <c:pt idx="13997">
                  <c:v>5</c:v>
                </c:pt>
                <c:pt idx="13998">
                  <c:v>5.9</c:v>
                </c:pt>
                <c:pt idx="13999">
                  <c:v>7.3</c:v>
                </c:pt>
                <c:pt idx="14000">
                  <c:v>6.8</c:v>
                </c:pt>
                <c:pt idx="14001">
                  <c:v>9.6</c:v>
                </c:pt>
                <c:pt idx="14002">
                  <c:v>7.4</c:v>
                </c:pt>
                <c:pt idx="14003">
                  <c:v>7.2</c:v>
                </c:pt>
                <c:pt idx="14004">
                  <c:v>6.2</c:v>
                </c:pt>
                <c:pt idx="14005">
                  <c:v>5.3</c:v>
                </c:pt>
                <c:pt idx="14006">
                  <c:v>4.4000000000000004</c:v>
                </c:pt>
                <c:pt idx="14007">
                  <c:v>7.6</c:v>
                </c:pt>
                <c:pt idx="14008">
                  <c:v>9.1</c:v>
                </c:pt>
                <c:pt idx="14009">
                  <c:v>9.6999999999999993</c:v>
                </c:pt>
                <c:pt idx="14010">
                  <c:v>5.4</c:v>
                </c:pt>
                <c:pt idx="14011">
                  <c:v>4.5</c:v>
                </c:pt>
                <c:pt idx="14012">
                  <c:v>6.4</c:v>
                </c:pt>
                <c:pt idx="14013">
                  <c:v>7.7</c:v>
                </c:pt>
                <c:pt idx="14014">
                  <c:v>4.0999999999999996</c:v>
                </c:pt>
                <c:pt idx="14015">
                  <c:v>9.9</c:v>
                </c:pt>
                <c:pt idx="14016">
                  <c:v>9.1</c:v>
                </c:pt>
                <c:pt idx="14017">
                  <c:v>6</c:v>
                </c:pt>
                <c:pt idx="14018">
                  <c:v>8.6</c:v>
                </c:pt>
                <c:pt idx="14019">
                  <c:v>4.5</c:v>
                </c:pt>
                <c:pt idx="14020">
                  <c:v>4.2</c:v>
                </c:pt>
                <c:pt idx="14021">
                  <c:v>5.5</c:v>
                </c:pt>
                <c:pt idx="14022">
                  <c:v>7.4</c:v>
                </c:pt>
                <c:pt idx="14023">
                  <c:v>5.8</c:v>
                </c:pt>
                <c:pt idx="14024">
                  <c:v>5.3</c:v>
                </c:pt>
                <c:pt idx="14025">
                  <c:v>6.9</c:v>
                </c:pt>
                <c:pt idx="14026">
                  <c:v>7.3</c:v>
                </c:pt>
                <c:pt idx="14027">
                  <c:v>6.7</c:v>
                </c:pt>
                <c:pt idx="14028">
                  <c:v>6.7</c:v>
                </c:pt>
                <c:pt idx="14029">
                  <c:v>6.8</c:v>
                </c:pt>
                <c:pt idx="14030">
                  <c:v>7.9</c:v>
                </c:pt>
                <c:pt idx="14031">
                  <c:v>4.2</c:v>
                </c:pt>
                <c:pt idx="14032">
                  <c:v>5.7</c:v>
                </c:pt>
                <c:pt idx="14033">
                  <c:v>6.4</c:v>
                </c:pt>
                <c:pt idx="14034">
                  <c:v>7.1</c:v>
                </c:pt>
                <c:pt idx="14035">
                  <c:v>4.9000000000000004</c:v>
                </c:pt>
                <c:pt idx="14036">
                  <c:v>4.9000000000000004</c:v>
                </c:pt>
                <c:pt idx="14037">
                  <c:v>4.7</c:v>
                </c:pt>
                <c:pt idx="14038">
                  <c:v>4.0999999999999996</c:v>
                </c:pt>
                <c:pt idx="14039">
                  <c:v>6.3</c:v>
                </c:pt>
                <c:pt idx="14040">
                  <c:v>5</c:v>
                </c:pt>
                <c:pt idx="14041">
                  <c:v>7.1</c:v>
                </c:pt>
                <c:pt idx="14042">
                  <c:v>6.1</c:v>
                </c:pt>
                <c:pt idx="14043">
                  <c:v>4.8</c:v>
                </c:pt>
                <c:pt idx="14044">
                  <c:v>9.6</c:v>
                </c:pt>
                <c:pt idx="14045">
                  <c:v>9.1</c:v>
                </c:pt>
                <c:pt idx="14046">
                  <c:v>8.9</c:v>
                </c:pt>
                <c:pt idx="14047">
                  <c:v>7.9</c:v>
                </c:pt>
                <c:pt idx="14048">
                  <c:v>7.3</c:v>
                </c:pt>
                <c:pt idx="14049">
                  <c:v>5.9</c:v>
                </c:pt>
                <c:pt idx="14050">
                  <c:v>4.7</c:v>
                </c:pt>
                <c:pt idx="14051">
                  <c:v>9.8000000000000007</c:v>
                </c:pt>
                <c:pt idx="14052">
                  <c:v>6.4</c:v>
                </c:pt>
                <c:pt idx="14053">
                  <c:v>6</c:v>
                </c:pt>
                <c:pt idx="14054">
                  <c:v>8.6999999999999993</c:v>
                </c:pt>
                <c:pt idx="14055">
                  <c:v>7.9</c:v>
                </c:pt>
                <c:pt idx="14056">
                  <c:v>4.4000000000000004</c:v>
                </c:pt>
                <c:pt idx="14057">
                  <c:v>5.4</c:v>
                </c:pt>
                <c:pt idx="14058">
                  <c:v>9.6</c:v>
                </c:pt>
                <c:pt idx="14059">
                  <c:v>9</c:v>
                </c:pt>
                <c:pt idx="14060">
                  <c:v>9.4</c:v>
                </c:pt>
                <c:pt idx="14061">
                  <c:v>7.8</c:v>
                </c:pt>
                <c:pt idx="14062">
                  <c:v>8.9</c:v>
                </c:pt>
                <c:pt idx="14063">
                  <c:v>6.4</c:v>
                </c:pt>
                <c:pt idx="14064">
                  <c:v>8.5</c:v>
                </c:pt>
                <c:pt idx="14065">
                  <c:v>4.5999999999999996</c:v>
                </c:pt>
                <c:pt idx="14066">
                  <c:v>4.5999999999999996</c:v>
                </c:pt>
                <c:pt idx="14067">
                  <c:v>9.6999999999999993</c:v>
                </c:pt>
                <c:pt idx="14068">
                  <c:v>4.8</c:v>
                </c:pt>
                <c:pt idx="14069">
                  <c:v>5.4</c:v>
                </c:pt>
                <c:pt idx="14070">
                  <c:v>7.9</c:v>
                </c:pt>
                <c:pt idx="14071">
                  <c:v>6.8</c:v>
                </c:pt>
                <c:pt idx="14072">
                  <c:v>5.0999999999999996</c:v>
                </c:pt>
                <c:pt idx="14073">
                  <c:v>9.5</c:v>
                </c:pt>
                <c:pt idx="14074">
                  <c:v>6.4</c:v>
                </c:pt>
                <c:pt idx="14075">
                  <c:v>5</c:v>
                </c:pt>
                <c:pt idx="14076">
                  <c:v>9.3000000000000007</c:v>
                </c:pt>
                <c:pt idx="14077">
                  <c:v>4.4000000000000004</c:v>
                </c:pt>
                <c:pt idx="14078">
                  <c:v>7</c:v>
                </c:pt>
                <c:pt idx="14079">
                  <c:v>8.1</c:v>
                </c:pt>
                <c:pt idx="14080">
                  <c:v>9.1999999999999993</c:v>
                </c:pt>
                <c:pt idx="14081">
                  <c:v>9.1999999999999993</c:v>
                </c:pt>
                <c:pt idx="14082">
                  <c:v>7.5</c:v>
                </c:pt>
                <c:pt idx="14083">
                  <c:v>5.8</c:v>
                </c:pt>
                <c:pt idx="14084">
                  <c:v>7</c:v>
                </c:pt>
                <c:pt idx="14085">
                  <c:v>5</c:v>
                </c:pt>
                <c:pt idx="14086">
                  <c:v>9.6</c:v>
                </c:pt>
                <c:pt idx="14087">
                  <c:v>6.8</c:v>
                </c:pt>
                <c:pt idx="14088">
                  <c:v>8.9</c:v>
                </c:pt>
                <c:pt idx="14089">
                  <c:v>5.9</c:v>
                </c:pt>
                <c:pt idx="14090">
                  <c:v>6.7</c:v>
                </c:pt>
                <c:pt idx="14091">
                  <c:v>9.4</c:v>
                </c:pt>
                <c:pt idx="14092">
                  <c:v>8.3000000000000007</c:v>
                </c:pt>
                <c:pt idx="14093">
                  <c:v>8.6</c:v>
                </c:pt>
                <c:pt idx="14094">
                  <c:v>6.9</c:v>
                </c:pt>
                <c:pt idx="14095">
                  <c:v>7.3</c:v>
                </c:pt>
                <c:pt idx="14096">
                  <c:v>9.1999999999999993</c:v>
                </c:pt>
                <c:pt idx="14097">
                  <c:v>5.7</c:v>
                </c:pt>
                <c:pt idx="14098">
                  <c:v>8.4</c:v>
                </c:pt>
                <c:pt idx="14099">
                  <c:v>8</c:v>
                </c:pt>
                <c:pt idx="14100">
                  <c:v>9.1</c:v>
                </c:pt>
                <c:pt idx="14101">
                  <c:v>7.2</c:v>
                </c:pt>
                <c:pt idx="14102">
                  <c:v>8.5</c:v>
                </c:pt>
                <c:pt idx="14103">
                  <c:v>5.9</c:v>
                </c:pt>
                <c:pt idx="14104">
                  <c:v>9.5</c:v>
                </c:pt>
                <c:pt idx="14105">
                  <c:v>4.5</c:v>
                </c:pt>
                <c:pt idx="14106">
                  <c:v>5.6</c:v>
                </c:pt>
                <c:pt idx="14107">
                  <c:v>7.4</c:v>
                </c:pt>
                <c:pt idx="14108">
                  <c:v>9.1</c:v>
                </c:pt>
                <c:pt idx="14109">
                  <c:v>5.7</c:v>
                </c:pt>
                <c:pt idx="14110">
                  <c:v>5.3</c:v>
                </c:pt>
                <c:pt idx="14111">
                  <c:v>6.4</c:v>
                </c:pt>
                <c:pt idx="14112">
                  <c:v>5.5</c:v>
                </c:pt>
                <c:pt idx="14113">
                  <c:v>10</c:v>
                </c:pt>
                <c:pt idx="14114">
                  <c:v>5.8</c:v>
                </c:pt>
                <c:pt idx="14115">
                  <c:v>5.6</c:v>
                </c:pt>
                <c:pt idx="14116">
                  <c:v>8.3000000000000007</c:v>
                </c:pt>
                <c:pt idx="14117">
                  <c:v>10</c:v>
                </c:pt>
                <c:pt idx="14118">
                  <c:v>5.7</c:v>
                </c:pt>
                <c:pt idx="14119">
                  <c:v>6.4</c:v>
                </c:pt>
                <c:pt idx="14120">
                  <c:v>7</c:v>
                </c:pt>
                <c:pt idx="14121">
                  <c:v>4.8</c:v>
                </c:pt>
                <c:pt idx="14122">
                  <c:v>7.1</c:v>
                </c:pt>
                <c:pt idx="14123">
                  <c:v>6.2</c:v>
                </c:pt>
                <c:pt idx="14124">
                  <c:v>6.4</c:v>
                </c:pt>
                <c:pt idx="14125">
                  <c:v>8.5</c:v>
                </c:pt>
                <c:pt idx="14126">
                  <c:v>6</c:v>
                </c:pt>
                <c:pt idx="14127">
                  <c:v>5.0999999999999996</c:v>
                </c:pt>
                <c:pt idx="14128">
                  <c:v>9.3000000000000007</c:v>
                </c:pt>
                <c:pt idx="14129">
                  <c:v>6.3</c:v>
                </c:pt>
                <c:pt idx="14130">
                  <c:v>7.2</c:v>
                </c:pt>
                <c:pt idx="14131">
                  <c:v>7.3</c:v>
                </c:pt>
                <c:pt idx="14132">
                  <c:v>5.4</c:v>
                </c:pt>
                <c:pt idx="14133">
                  <c:v>4.2</c:v>
                </c:pt>
                <c:pt idx="14134">
                  <c:v>8.5</c:v>
                </c:pt>
                <c:pt idx="14135">
                  <c:v>9</c:v>
                </c:pt>
                <c:pt idx="14136">
                  <c:v>9.1999999999999993</c:v>
                </c:pt>
                <c:pt idx="14137">
                  <c:v>5.7</c:v>
                </c:pt>
                <c:pt idx="14138">
                  <c:v>4.3</c:v>
                </c:pt>
                <c:pt idx="14139">
                  <c:v>5.2</c:v>
                </c:pt>
                <c:pt idx="14140">
                  <c:v>7.1</c:v>
                </c:pt>
                <c:pt idx="14141">
                  <c:v>6.4</c:v>
                </c:pt>
                <c:pt idx="14142">
                  <c:v>6.3</c:v>
                </c:pt>
                <c:pt idx="14143">
                  <c:v>4.4000000000000004</c:v>
                </c:pt>
                <c:pt idx="14144">
                  <c:v>5.6</c:v>
                </c:pt>
                <c:pt idx="14145">
                  <c:v>7.5</c:v>
                </c:pt>
                <c:pt idx="14146">
                  <c:v>8.6999999999999993</c:v>
                </c:pt>
                <c:pt idx="14147">
                  <c:v>8</c:v>
                </c:pt>
                <c:pt idx="14148">
                  <c:v>6.6</c:v>
                </c:pt>
                <c:pt idx="14149">
                  <c:v>4.7</c:v>
                </c:pt>
                <c:pt idx="14150">
                  <c:v>4.5999999999999996</c:v>
                </c:pt>
                <c:pt idx="14151">
                  <c:v>5.2</c:v>
                </c:pt>
                <c:pt idx="14152">
                  <c:v>5.9</c:v>
                </c:pt>
                <c:pt idx="14153">
                  <c:v>9.3000000000000007</c:v>
                </c:pt>
                <c:pt idx="14154">
                  <c:v>6.7</c:v>
                </c:pt>
                <c:pt idx="14155">
                  <c:v>8.6</c:v>
                </c:pt>
                <c:pt idx="14156">
                  <c:v>8</c:v>
                </c:pt>
                <c:pt idx="14157">
                  <c:v>5.3</c:v>
                </c:pt>
                <c:pt idx="14158">
                  <c:v>8.1999999999999993</c:v>
                </c:pt>
                <c:pt idx="14159">
                  <c:v>7.8</c:v>
                </c:pt>
                <c:pt idx="14160">
                  <c:v>8.1999999999999993</c:v>
                </c:pt>
                <c:pt idx="14161">
                  <c:v>8.6999999999999993</c:v>
                </c:pt>
                <c:pt idx="14162">
                  <c:v>8.6</c:v>
                </c:pt>
                <c:pt idx="14163">
                  <c:v>5.4</c:v>
                </c:pt>
                <c:pt idx="14164">
                  <c:v>5.3</c:v>
                </c:pt>
                <c:pt idx="14165">
                  <c:v>9.6999999999999993</c:v>
                </c:pt>
                <c:pt idx="14166">
                  <c:v>4.5999999999999996</c:v>
                </c:pt>
                <c:pt idx="14167">
                  <c:v>7.9</c:v>
                </c:pt>
                <c:pt idx="14168">
                  <c:v>5.0999999999999996</c:v>
                </c:pt>
                <c:pt idx="14169">
                  <c:v>8.3000000000000007</c:v>
                </c:pt>
                <c:pt idx="14170">
                  <c:v>9.6</c:v>
                </c:pt>
                <c:pt idx="14171">
                  <c:v>4.9000000000000004</c:v>
                </c:pt>
                <c:pt idx="14172">
                  <c:v>9.1</c:v>
                </c:pt>
                <c:pt idx="14173">
                  <c:v>5.5</c:v>
                </c:pt>
                <c:pt idx="14174">
                  <c:v>7</c:v>
                </c:pt>
                <c:pt idx="14175">
                  <c:v>9.9</c:v>
                </c:pt>
                <c:pt idx="14176">
                  <c:v>4.5999999999999996</c:v>
                </c:pt>
                <c:pt idx="14177">
                  <c:v>7.9</c:v>
                </c:pt>
                <c:pt idx="14178">
                  <c:v>9.3000000000000007</c:v>
                </c:pt>
                <c:pt idx="14179">
                  <c:v>8.1999999999999993</c:v>
                </c:pt>
                <c:pt idx="14180">
                  <c:v>7.7</c:v>
                </c:pt>
                <c:pt idx="14181">
                  <c:v>5.7</c:v>
                </c:pt>
                <c:pt idx="14182">
                  <c:v>9.8000000000000007</c:v>
                </c:pt>
                <c:pt idx="14183">
                  <c:v>8.6</c:v>
                </c:pt>
                <c:pt idx="14184">
                  <c:v>9.4</c:v>
                </c:pt>
                <c:pt idx="14185">
                  <c:v>4.4000000000000004</c:v>
                </c:pt>
                <c:pt idx="14186">
                  <c:v>9.8000000000000007</c:v>
                </c:pt>
                <c:pt idx="14187">
                  <c:v>5.7</c:v>
                </c:pt>
                <c:pt idx="14188">
                  <c:v>5</c:v>
                </c:pt>
                <c:pt idx="14189">
                  <c:v>5.9</c:v>
                </c:pt>
                <c:pt idx="14190">
                  <c:v>5.5</c:v>
                </c:pt>
                <c:pt idx="14191">
                  <c:v>7.1</c:v>
                </c:pt>
                <c:pt idx="14192">
                  <c:v>4.5999999999999996</c:v>
                </c:pt>
                <c:pt idx="14193">
                  <c:v>6.7</c:v>
                </c:pt>
                <c:pt idx="14194">
                  <c:v>5.2</c:v>
                </c:pt>
                <c:pt idx="14195">
                  <c:v>8.1</c:v>
                </c:pt>
                <c:pt idx="14196">
                  <c:v>6.1</c:v>
                </c:pt>
                <c:pt idx="14197">
                  <c:v>9.9</c:v>
                </c:pt>
                <c:pt idx="14198">
                  <c:v>6.8</c:v>
                </c:pt>
                <c:pt idx="14199">
                  <c:v>8.6999999999999993</c:v>
                </c:pt>
                <c:pt idx="14200">
                  <c:v>4.4000000000000004</c:v>
                </c:pt>
                <c:pt idx="14201">
                  <c:v>9.1</c:v>
                </c:pt>
                <c:pt idx="14202">
                  <c:v>9.6999999999999993</c:v>
                </c:pt>
                <c:pt idx="14203">
                  <c:v>6.2</c:v>
                </c:pt>
                <c:pt idx="14204">
                  <c:v>9.1</c:v>
                </c:pt>
                <c:pt idx="14205">
                  <c:v>5.0999999999999996</c:v>
                </c:pt>
                <c:pt idx="14206">
                  <c:v>6</c:v>
                </c:pt>
                <c:pt idx="14207">
                  <c:v>6.1</c:v>
                </c:pt>
                <c:pt idx="14208">
                  <c:v>7.9</c:v>
                </c:pt>
                <c:pt idx="14209">
                  <c:v>9.4</c:v>
                </c:pt>
                <c:pt idx="14210">
                  <c:v>8.9</c:v>
                </c:pt>
                <c:pt idx="14211">
                  <c:v>9.1999999999999993</c:v>
                </c:pt>
                <c:pt idx="14212">
                  <c:v>8.5</c:v>
                </c:pt>
                <c:pt idx="14213">
                  <c:v>8.9</c:v>
                </c:pt>
                <c:pt idx="14214">
                  <c:v>7.5</c:v>
                </c:pt>
                <c:pt idx="14215">
                  <c:v>7.1</c:v>
                </c:pt>
                <c:pt idx="14216">
                  <c:v>6.1</c:v>
                </c:pt>
                <c:pt idx="14217">
                  <c:v>5.0999999999999996</c:v>
                </c:pt>
                <c:pt idx="14218">
                  <c:v>6.8</c:v>
                </c:pt>
                <c:pt idx="14219">
                  <c:v>7.9</c:v>
                </c:pt>
                <c:pt idx="14220">
                  <c:v>6.3</c:v>
                </c:pt>
                <c:pt idx="14221">
                  <c:v>9.8000000000000007</c:v>
                </c:pt>
                <c:pt idx="14222">
                  <c:v>5.0999999999999996</c:v>
                </c:pt>
                <c:pt idx="14223">
                  <c:v>7.9</c:v>
                </c:pt>
                <c:pt idx="14224">
                  <c:v>6.9</c:v>
                </c:pt>
                <c:pt idx="14225">
                  <c:v>4.7</c:v>
                </c:pt>
                <c:pt idx="14226">
                  <c:v>5.4</c:v>
                </c:pt>
                <c:pt idx="14227">
                  <c:v>7.8</c:v>
                </c:pt>
                <c:pt idx="14228">
                  <c:v>6.4</c:v>
                </c:pt>
                <c:pt idx="14229">
                  <c:v>4.9000000000000004</c:v>
                </c:pt>
                <c:pt idx="14230">
                  <c:v>5.2</c:v>
                </c:pt>
                <c:pt idx="14231">
                  <c:v>9.6</c:v>
                </c:pt>
                <c:pt idx="14232">
                  <c:v>7.4</c:v>
                </c:pt>
                <c:pt idx="14233">
                  <c:v>5.9</c:v>
                </c:pt>
                <c:pt idx="14234">
                  <c:v>8.6</c:v>
                </c:pt>
                <c:pt idx="14235">
                  <c:v>7.7</c:v>
                </c:pt>
                <c:pt idx="14236">
                  <c:v>5.9</c:v>
                </c:pt>
                <c:pt idx="14237">
                  <c:v>6</c:v>
                </c:pt>
                <c:pt idx="14238">
                  <c:v>6.3</c:v>
                </c:pt>
                <c:pt idx="14239">
                  <c:v>6.4</c:v>
                </c:pt>
                <c:pt idx="14240">
                  <c:v>5.6</c:v>
                </c:pt>
                <c:pt idx="14241">
                  <c:v>8.6999999999999993</c:v>
                </c:pt>
                <c:pt idx="14242">
                  <c:v>8.1999999999999993</c:v>
                </c:pt>
                <c:pt idx="14243">
                  <c:v>8.6</c:v>
                </c:pt>
                <c:pt idx="14244">
                  <c:v>4.3</c:v>
                </c:pt>
                <c:pt idx="14245">
                  <c:v>7.2</c:v>
                </c:pt>
                <c:pt idx="14246">
                  <c:v>4.8</c:v>
                </c:pt>
                <c:pt idx="14247">
                  <c:v>4.3</c:v>
                </c:pt>
                <c:pt idx="14248">
                  <c:v>6.6</c:v>
                </c:pt>
                <c:pt idx="14249">
                  <c:v>4.5</c:v>
                </c:pt>
                <c:pt idx="14250">
                  <c:v>9.6</c:v>
                </c:pt>
                <c:pt idx="14251">
                  <c:v>4.0999999999999996</c:v>
                </c:pt>
                <c:pt idx="14252">
                  <c:v>7.5</c:v>
                </c:pt>
                <c:pt idx="14253">
                  <c:v>5.2</c:v>
                </c:pt>
                <c:pt idx="14254">
                  <c:v>7.9</c:v>
                </c:pt>
                <c:pt idx="14255">
                  <c:v>7.8</c:v>
                </c:pt>
                <c:pt idx="14256">
                  <c:v>4.0999999999999996</c:v>
                </c:pt>
                <c:pt idx="14257">
                  <c:v>9</c:v>
                </c:pt>
                <c:pt idx="14258">
                  <c:v>7.6</c:v>
                </c:pt>
                <c:pt idx="14259">
                  <c:v>5.0999999999999996</c:v>
                </c:pt>
                <c:pt idx="14260">
                  <c:v>4.0999999999999996</c:v>
                </c:pt>
                <c:pt idx="14261">
                  <c:v>4.3</c:v>
                </c:pt>
                <c:pt idx="14262">
                  <c:v>7.2</c:v>
                </c:pt>
                <c:pt idx="14263">
                  <c:v>4.8</c:v>
                </c:pt>
                <c:pt idx="14264">
                  <c:v>5.5</c:v>
                </c:pt>
                <c:pt idx="14265">
                  <c:v>8.8000000000000007</c:v>
                </c:pt>
                <c:pt idx="14266">
                  <c:v>8.8000000000000007</c:v>
                </c:pt>
                <c:pt idx="14267">
                  <c:v>4.3</c:v>
                </c:pt>
                <c:pt idx="14268">
                  <c:v>8.5</c:v>
                </c:pt>
                <c:pt idx="14269">
                  <c:v>5.4</c:v>
                </c:pt>
                <c:pt idx="14270">
                  <c:v>5.7</c:v>
                </c:pt>
                <c:pt idx="14271">
                  <c:v>9.5</c:v>
                </c:pt>
                <c:pt idx="14272">
                  <c:v>4.7</c:v>
                </c:pt>
                <c:pt idx="14273">
                  <c:v>6</c:v>
                </c:pt>
                <c:pt idx="14274">
                  <c:v>9.3000000000000007</c:v>
                </c:pt>
                <c:pt idx="14275">
                  <c:v>7.8</c:v>
                </c:pt>
                <c:pt idx="14276">
                  <c:v>4.2</c:v>
                </c:pt>
                <c:pt idx="14277">
                  <c:v>9.9</c:v>
                </c:pt>
                <c:pt idx="14278">
                  <c:v>9</c:v>
                </c:pt>
                <c:pt idx="14279">
                  <c:v>5.7</c:v>
                </c:pt>
                <c:pt idx="14280">
                  <c:v>6.1</c:v>
                </c:pt>
                <c:pt idx="14281">
                  <c:v>7.9</c:v>
                </c:pt>
                <c:pt idx="14282">
                  <c:v>4</c:v>
                </c:pt>
                <c:pt idx="14283">
                  <c:v>6.4</c:v>
                </c:pt>
                <c:pt idx="14284">
                  <c:v>6.5</c:v>
                </c:pt>
                <c:pt idx="14285">
                  <c:v>9.3000000000000007</c:v>
                </c:pt>
                <c:pt idx="14286">
                  <c:v>7.3</c:v>
                </c:pt>
                <c:pt idx="14287">
                  <c:v>6.1</c:v>
                </c:pt>
                <c:pt idx="14288">
                  <c:v>8.1</c:v>
                </c:pt>
                <c:pt idx="14289">
                  <c:v>7.6</c:v>
                </c:pt>
                <c:pt idx="14290">
                  <c:v>5.3</c:v>
                </c:pt>
                <c:pt idx="14291">
                  <c:v>7.8</c:v>
                </c:pt>
                <c:pt idx="14292">
                  <c:v>4.3</c:v>
                </c:pt>
                <c:pt idx="14293">
                  <c:v>9.9</c:v>
                </c:pt>
                <c:pt idx="14294">
                  <c:v>6.7</c:v>
                </c:pt>
                <c:pt idx="14295">
                  <c:v>9.1999999999999993</c:v>
                </c:pt>
                <c:pt idx="14296">
                  <c:v>4.3</c:v>
                </c:pt>
                <c:pt idx="14297">
                  <c:v>4.8</c:v>
                </c:pt>
                <c:pt idx="14298">
                  <c:v>6</c:v>
                </c:pt>
                <c:pt idx="14299">
                  <c:v>9.1999999999999993</c:v>
                </c:pt>
                <c:pt idx="14300">
                  <c:v>7.2</c:v>
                </c:pt>
                <c:pt idx="14301">
                  <c:v>4.8</c:v>
                </c:pt>
                <c:pt idx="14302">
                  <c:v>6.4</c:v>
                </c:pt>
                <c:pt idx="14303">
                  <c:v>5</c:v>
                </c:pt>
                <c:pt idx="14304">
                  <c:v>4.4000000000000004</c:v>
                </c:pt>
                <c:pt idx="14305">
                  <c:v>5.8</c:v>
                </c:pt>
                <c:pt idx="14306">
                  <c:v>8</c:v>
                </c:pt>
                <c:pt idx="14307">
                  <c:v>5.6</c:v>
                </c:pt>
                <c:pt idx="14308">
                  <c:v>5.5</c:v>
                </c:pt>
                <c:pt idx="14309">
                  <c:v>4.5999999999999996</c:v>
                </c:pt>
                <c:pt idx="14310">
                  <c:v>8.9</c:v>
                </c:pt>
                <c:pt idx="14311">
                  <c:v>7.4</c:v>
                </c:pt>
                <c:pt idx="14312">
                  <c:v>5.2</c:v>
                </c:pt>
                <c:pt idx="14313">
                  <c:v>7.5</c:v>
                </c:pt>
                <c:pt idx="14314">
                  <c:v>7.6</c:v>
                </c:pt>
                <c:pt idx="14315">
                  <c:v>6.3</c:v>
                </c:pt>
                <c:pt idx="14316">
                  <c:v>4.2</c:v>
                </c:pt>
                <c:pt idx="14317">
                  <c:v>8.4</c:v>
                </c:pt>
                <c:pt idx="14318">
                  <c:v>4.5999999999999996</c:v>
                </c:pt>
                <c:pt idx="14319">
                  <c:v>7.8</c:v>
                </c:pt>
                <c:pt idx="14320">
                  <c:v>8.5</c:v>
                </c:pt>
                <c:pt idx="14321">
                  <c:v>7.1</c:v>
                </c:pt>
                <c:pt idx="14322">
                  <c:v>9.9</c:v>
                </c:pt>
                <c:pt idx="14323">
                  <c:v>7.6</c:v>
                </c:pt>
                <c:pt idx="14324">
                  <c:v>8</c:v>
                </c:pt>
                <c:pt idx="14325">
                  <c:v>9.4</c:v>
                </c:pt>
                <c:pt idx="14326">
                  <c:v>6.2</c:v>
                </c:pt>
                <c:pt idx="14327">
                  <c:v>4.2</c:v>
                </c:pt>
                <c:pt idx="14328">
                  <c:v>9.9</c:v>
                </c:pt>
                <c:pt idx="14329">
                  <c:v>8</c:v>
                </c:pt>
                <c:pt idx="14330">
                  <c:v>5.2</c:v>
                </c:pt>
                <c:pt idx="14331">
                  <c:v>7.5</c:v>
                </c:pt>
                <c:pt idx="14332">
                  <c:v>5.5</c:v>
                </c:pt>
                <c:pt idx="14333">
                  <c:v>9.1</c:v>
                </c:pt>
                <c:pt idx="14334">
                  <c:v>7.1</c:v>
                </c:pt>
                <c:pt idx="14335">
                  <c:v>6.9</c:v>
                </c:pt>
                <c:pt idx="14336">
                  <c:v>5.8</c:v>
                </c:pt>
                <c:pt idx="14337">
                  <c:v>4.5</c:v>
                </c:pt>
                <c:pt idx="14338">
                  <c:v>7.4</c:v>
                </c:pt>
                <c:pt idx="14339">
                  <c:v>4.0999999999999996</c:v>
                </c:pt>
                <c:pt idx="14340">
                  <c:v>6.3</c:v>
                </c:pt>
                <c:pt idx="14341">
                  <c:v>7.1</c:v>
                </c:pt>
                <c:pt idx="14342">
                  <c:v>6</c:v>
                </c:pt>
                <c:pt idx="14343">
                  <c:v>6.5</c:v>
                </c:pt>
                <c:pt idx="14344">
                  <c:v>9.5</c:v>
                </c:pt>
                <c:pt idx="14345">
                  <c:v>7.7</c:v>
                </c:pt>
                <c:pt idx="14346">
                  <c:v>8.6999999999999993</c:v>
                </c:pt>
                <c:pt idx="14347">
                  <c:v>9.3000000000000007</c:v>
                </c:pt>
                <c:pt idx="14348">
                  <c:v>8.3000000000000007</c:v>
                </c:pt>
                <c:pt idx="14349">
                  <c:v>7.4</c:v>
                </c:pt>
                <c:pt idx="14350">
                  <c:v>6.3</c:v>
                </c:pt>
                <c:pt idx="14351">
                  <c:v>6.8</c:v>
                </c:pt>
                <c:pt idx="14352">
                  <c:v>4.7</c:v>
                </c:pt>
                <c:pt idx="14353">
                  <c:v>8</c:v>
                </c:pt>
                <c:pt idx="14354">
                  <c:v>9</c:v>
                </c:pt>
                <c:pt idx="14355">
                  <c:v>6.9</c:v>
                </c:pt>
                <c:pt idx="14356">
                  <c:v>9.1</c:v>
                </c:pt>
                <c:pt idx="14357">
                  <c:v>5.3</c:v>
                </c:pt>
                <c:pt idx="14358">
                  <c:v>7.7</c:v>
                </c:pt>
                <c:pt idx="14359">
                  <c:v>7.6</c:v>
                </c:pt>
                <c:pt idx="14360">
                  <c:v>4.7</c:v>
                </c:pt>
                <c:pt idx="14361">
                  <c:v>8.4</c:v>
                </c:pt>
                <c:pt idx="14362">
                  <c:v>9.3000000000000007</c:v>
                </c:pt>
                <c:pt idx="14363">
                  <c:v>7.4</c:v>
                </c:pt>
                <c:pt idx="14364">
                  <c:v>5.2</c:v>
                </c:pt>
                <c:pt idx="14365">
                  <c:v>8.8000000000000007</c:v>
                </c:pt>
                <c:pt idx="14366">
                  <c:v>6.8</c:v>
                </c:pt>
                <c:pt idx="14367">
                  <c:v>7.3</c:v>
                </c:pt>
                <c:pt idx="14368">
                  <c:v>7.4</c:v>
                </c:pt>
                <c:pt idx="14369">
                  <c:v>8.6</c:v>
                </c:pt>
                <c:pt idx="14370">
                  <c:v>5.2</c:v>
                </c:pt>
                <c:pt idx="14371">
                  <c:v>4.4000000000000004</c:v>
                </c:pt>
                <c:pt idx="14372">
                  <c:v>8.5</c:v>
                </c:pt>
                <c:pt idx="14373">
                  <c:v>9</c:v>
                </c:pt>
                <c:pt idx="14374">
                  <c:v>5</c:v>
                </c:pt>
                <c:pt idx="14375">
                  <c:v>7.5</c:v>
                </c:pt>
                <c:pt idx="14376">
                  <c:v>9.5</c:v>
                </c:pt>
                <c:pt idx="14377">
                  <c:v>7.8</c:v>
                </c:pt>
                <c:pt idx="14378">
                  <c:v>8.9</c:v>
                </c:pt>
                <c:pt idx="14379">
                  <c:v>9.4</c:v>
                </c:pt>
                <c:pt idx="14380">
                  <c:v>7.6</c:v>
                </c:pt>
                <c:pt idx="14381">
                  <c:v>6.8</c:v>
                </c:pt>
                <c:pt idx="14382">
                  <c:v>4.2</c:v>
                </c:pt>
                <c:pt idx="14383">
                  <c:v>9.1999999999999993</c:v>
                </c:pt>
                <c:pt idx="14384">
                  <c:v>10</c:v>
                </c:pt>
                <c:pt idx="14385">
                  <c:v>7.4</c:v>
                </c:pt>
                <c:pt idx="14386">
                  <c:v>9.3000000000000007</c:v>
                </c:pt>
                <c:pt idx="14387">
                  <c:v>8.6999999999999993</c:v>
                </c:pt>
                <c:pt idx="14388">
                  <c:v>5.3</c:v>
                </c:pt>
                <c:pt idx="14389">
                  <c:v>4.8</c:v>
                </c:pt>
                <c:pt idx="14390">
                  <c:v>9.6999999999999993</c:v>
                </c:pt>
                <c:pt idx="14391">
                  <c:v>8.8000000000000007</c:v>
                </c:pt>
                <c:pt idx="14392">
                  <c:v>8.1</c:v>
                </c:pt>
                <c:pt idx="14393">
                  <c:v>7.7</c:v>
                </c:pt>
                <c:pt idx="14394">
                  <c:v>4.7</c:v>
                </c:pt>
                <c:pt idx="14395">
                  <c:v>4.5999999999999996</c:v>
                </c:pt>
                <c:pt idx="14396">
                  <c:v>6</c:v>
                </c:pt>
                <c:pt idx="14397">
                  <c:v>6.2</c:v>
                </c:pt>
                <c:pt idx="14398">
                  <c:v>5.0999999999999996</c:v>
                </c:pt>
                <c:pt idx="14399">
                  <c:v>4.8</c:v>
                </c:pt>
                <c:pt idx="14400">
                  <c:v>5.4</c:v>
                </c:pt>
                <c:pt idx="14401">
                  <c:v>8.1999999999999993</c:v>
                </c:pt>
                <c:pt idx="14402">
                  <c:v>6.9</c:v>
                </c:pt>
                <c:pt idx="14403">
                  <c:v>6.6</c:v>
                </c:pt>
                <c:pt idx="14404">
                  <c:v>9.5</c:v>
                </c:pt>
                <c:pt idx="14405">
                  <c:v>7</c:v>
                </c:pt>
                <c:pt idx="14406">
                  <c:v>8.9</c:v>
                </c:pt>
                <c:pt idx="14407">
                  <c:v>4.3</c:v>
                </c:pt>
                <c:pt idx="14408">
                  <c:v>6.6</c:v>
                </c:pt>
                <c:pt idx="14409">
                  <c:v>6.7</c:v>
                </c:pt>
                <c:pt idx="14410">
                  <c:v>6.8</c:v>
                </c:pt>
                <c:pt idx="14411">
                  <c:v>7.3</c:v>
                </c:pt>
                <c:pt idx="14412">
                  <c:v>4.4000000000000004</c:v>
                </c:pt>
                <c:pt idx="14413">
                  <c:v>6.9</c:v>
                </c:pt>
                <c:pt idx="14414">
                  <c:v>4.9000000000000004</c:v>
                </c:pt>
                <c:pt idx="14415">
                  <c:v>7</c:v>
                </c:pt>
                <c:pt idx="14416">
                  <c:v>9.4</c:v>
                </c:pt>
                <c:pt idx="14417">
                  <c:v>8.3000000000000007</c:v>
                </c:pt>
                <c:pt idx="14418">
                  <c:v>9.5</c:v>
                </c:pt>
                <c:pt idx="14419">
                  <c:v>6.4</c:v>
                </c:pt>
                <c:pt idx="14420">
                  <c:v>6</c:v>
                </c:pt>
                <c:pt idx="14421">
                  <c:v>5.0999999999999996</c:v>
                </c:pt>
                <c:pt idx="14422">
                  <c:v>8</c:v>
                </c:pt>
                <c:pt idx="14423">
                  <c:v>9.4</c:v>
                </c:pt>
                <c:pt idx="14424">
                  <c:v>5.5</c:v>
                </c:pt>
                <c:pt idx="14425">
                  <c:v>10</c:v>
                </c:pt>
                <c:pt idx="14426">
                  <c:v>9.4</c:v>
                </c:pt>
                <c:pt idx="14427">
                  <c:v>5.8</c:v>
                </c:pt>
                <c:pt idx="14428">
                  <c:v>4.9000000000000004</c:v>
                </c:pt>
                <c:pt idx="14429">
                  <c:v>5.2</c:v>
                </c:pt>
                <c:pt idx="14430">
                  <c:v>8</c:v>
                </c:pt>
                <c:pt idx="14431">
                  <c:v>8.6</c:v>
                </c:pt>
                <c:pt idx="14432">
                  <c:v>6.9</c:v>
                </c:pt>
                <c:pt idx="14433">
                  <c:v>4.5</c:v>
                </c:pt>
                <c:pt idx="14434">
                  <c:v>4.4000000000000004</c:v>
                </c:pt>
                <c:pt idx="14435">
                  <c:v>9.6999999999999993</c:v>
                </c:pt>
                <c:pt idx="14436">
                  <c:v>8.5</c:v>
                </c:pt>
                <c:pt idx="14437">
                  <c:v>6</c:v>
                </c:pt>
                <c:pt idx="14438">
                  <c:v>6.6</c:v>
                </c:pt>
                <c:pt idx="14439">
                  <c:v>4.3</c:v>
                </c:pt>
                <c:pt idx="14440">
                  <c:v>8.8000000000000007</c:v>
                </c:pt>
                <c:pt idx="14441">
                  <c:v>4.5</c:v>
                </c:pt>
                <c:pt idx="14442">
                  <c:v>9.4</c:v>
                </c:pt>
                <c:pt idx="14443">
                  <c:v>5.2</c:v>
                </c:pt>
                <c:pt idx="14444">
                  <c:v>8.6999999999999993</c:v>
                </c:pt>
                <c:pt idx="14445">
                  <c:v>10</c:v>
                </c:pt>
                <c:pt idx="14446">
                  <c:v>8.1</c:v>
                </c:pt>
                <c:pt idx="14447">
                  <c:v>8.6</c:v>
                </c:pt>
                <c:pt idx="14448">
                  <c:v>6.3</c:v>
                </c:pt>
                <c:pt idx="14449">
                  <c:v>4.2</c:v>
                </c:pt>
                <c:pt idx="14450">
                  <c:v>5.2</c:v>
                </c:pt>
                <c:pt idx="14451">
                  <c:v>6.9</c:v>
                </c:pt>
                <c:pt idx="14452">
                  <c:v>7.2</c:v>
                </c:pt>
                <c:pt idx="14453">
                  <c:v>6.4</c:v>
                </c:pt>
                <c:pt idx="14454">
                  <c:v>9.6999999999999993</c:v>
                </c:pt>
                <c:pt idx="14455">
                  <c:v>5.9</c:v>
                </c:pt>
                <c:pt idx="14456">
                  <c:v>5.3</c:v>
                </c:pt>
                <c:pt idx="14457">
                  <c:v>9.9</c:v>
                </c:pt>
                <c:pt idx="14458">
                  <c:v>6.9</c:v>
                </c:pt>
                <c:pt idx="14459">
                  <c:v>8.6999999999999993</c:v>
                </c:pt>
                <c:pt idx="14460">
                  <c:v>4.5</c:v>
                </c:pt>
                <c:pt idx="14461">
                  <c:v>9.3000000000000007</c:v>
                </c:pt>
                <c:pt idx="14462">
                  <c:v>8.9</c:v>
                </c:pt>
                <c:pt idx="14463">
                  <c:v>9.1</c:v>
                </c:pt>
                <c:pt idx="14464">
                  <c:v>4.0999999999999996</c:v>
                </c:pt>
                <c:pt idx="14465">
                  <c:v>5.8</c:v>
                </c:pt>
                <c:pt idx="14466">
                  <c:v>5.0999999999999996</c:v>
                </c:pt>
                <c:pt idx="14467">
                  <c:v>5.6</c:v>
                </c:pt>
                <c:pt idx="14468">
                  <c:v>6.8</c:v>
                </c:pt>
                <c:pt idx="14469">
                  <c:v>6.7</c:v>
                </c:pt>
                <c:pt idx="14470">
                  <c:v>9.5</c:v>
                </c:pt>
                <c:pt idx="14471">
                  <c:v>8.6</c:v>
                </c:pt>
                <c:pt idx="14472">
                  <c:v>8.6999999999999993</c:v>
                </c:pt>
                <c:pt idx="14473">
                  <c:v>7.6</c:v>
                </c:pt>
                <c:pt idx="14474">
                  <c:v>9.6999999999999993</c:v>
                </c:pt>
                <c:pt idx="14475">
                  <c:v>5.8</c:v>
                </c:pt>
                <c:pt idx="14476">
                  <c:v>7.7</c:v>
                </c:pt>
                <c:pt idx="14477">
                  <c:v>4.7</c:v>
                </c:pt>
                <c:pt idx="14478">
                  <c:v>8.1999999999999993</c:v>
                </c:pt>
                <c:pt idx="14479">
                  <c:v>9.6999999999999993</c:v>
                </c:pt>
                <c:pt idx="14480">
                  <c:v>5</c:v>
                </c:pt>
                <c:pt idx="14481">
                  <c:v>7.2</c:v>
                </c:pt>
                <c:pt idx="14482">
                  <c:v>4.2</c:v>
                </c:pt>
                <c:pt idx="14483">
                  <c:v>4.8</c:v>
                </c:pt>
                <c:pt idx="14484">
                  <c:v>7.2</c:v>
                </c:pt>
                <c:pt idx="14485">
                  <c:v>4.0999999999999996</c:v>
                </c:pt>
                <c:pt idx="14486">
                  <c:v>7.1</c:v>
                </c:pt>
                <c:pt idx="14487">
                  <c:v>4.2</c:v>
                </c:pt>
                <c:pt idx="14488">
                  <c:v>4.4000000000000004</c:v>
                </c:pt>
                <c:pt idx="14489">
                  <c:v>7.1</c:v>
                </c:pt>
                <c:pt idx="14490">
                  <c:v>9.6999999999999993</c:v>
                </c:pt>
                <c:pt idx="14491">
                  <c:v>9.1</c:v>
                </c:pt>
                <c:pt idx="14492">
                  <c:v>7.4</c:v>
                </c:pt>
                <c:pt idx="14493">
                  <c:v>5.7</c:v>
                </c:pt>
                <c:pt idx="14494">
                  <c:v>6.8</c:v>
                </c:pt>
                <c:pt idx="14495">
                  <c:v>6</c:v>
                </c:pt>
                <c:pt idx="14496">
                  <c:v>9.1</c:v>
                </c:pt>
                <c:pt idx="14497">
                  <c:v>5.0999999999999996</c:v>
                </c:pt>
                <c:pt idx="14498">
                  <c:v>5.3</c:v>
                </c:pt>
                <c:pt idx="14499">
                  <c:v>7</c:v>
                </c:pt>
                <c:pt idx="14500">
                  <c:v>9.6999999999999993</c:v>
                </c:pt>
                <c:pt idx="14501">
                  <c:v>9.3000000000000007</c:v>
                </c:pt>
                <c:pt idx="14502">
                  <c:v>6.4</c:v>
                </c:pt>
                <c:pt idx="14503">
                  <c:v>9</c:v>
                </c:pt>
                <c:pt idx="14504">
                  <c:v>6.6</c:v>
                </c:pt>
                <c:pt idx="14505">
                  <c:v>7.6</c:v>
                </c:pt>
                <c:pt idx="14506">
                  <c:v>7</c:v>
                </c:pt>
                <c:pt idx="14507">
                  <c:v>5.3</c:v>
                </c:pt>
                <c:pt idx="14508">
                  <c:v>9.9</c:v>
                </c:pt>
                <c:pt idx="14509">
                  <c:v>8.3000000000000007</c:v>
                </c:pt>
                <c:pt idx="14510">
                  <c:v>7.1</c:v>
                </c:pt>
                <c:pt idx="14511">
                  <c:v>4.7</c:v>
                </c:pt>
                <c:pt idx="14512">
                  <c:v>6.3</c:v>
                </c:pt>
                <c:pt idx="14513">
                  <c:v>9.6</c:v>
                </c:pt>
                <c:pt idx="14514">
                  <c:v>4.2</c:v>
                </c:pt>
                <c:pt idx="14515">
                  <c:v>5.2</c:v>
                </c:pt>
                <c:pt idx="14516">
                  <c:v>9.6</c:v>
                </c:pt>
                <c:pt idx="14517">
                  <c:v>6.4</c:v>
                </c:pt>
                <c:pt idx="14518">
                  <c:v>6.5</c:v>
                </c:pt>
                <c:pt idx="14519">
                  <c:v>5.2</c:v>
                </c:pt>
                <c:pt idx="14520">
                  <c:v>7</c:v>
                </c:pt>
                <c:pt idx="14521">
                  <c:v>6</c:v>
                </c:pt>
                <c:pt idx="14522">
                  <c:v>7.2</c:v>
                </c:pt>
                <c:pt idx="14523">
                  <c:v>7.1</c:v>
                </c:pt>
                <c:pt idx="14524">
                  <c:v>4.8</c:v>
                </c:pt>
                <c:pt idx="14525">
                  <c:v>6.7</c:v>
                </c:pt>
                <c:pt idx="14526">
                  <c:v>4.4000000000000004</c:v>
                </c:pt>
                <c:pt idx="14527">
                  <c:v>9.4</c:v>
                </c:pt>
                <c:pt idx="14528">
                  <c:v>5.7</c:v>
                </c:pt>
                <c:pt idx="14529">
                  <c:v>9</c:v>
                </c:pt>
                <c:pt idx="14530">
                  <c:v>8.6999999999999993</c:v>
                </c:pt>
                <c:pt idx="14531">
                  <c:v>5.5</c:v>
                </c:pt>
                <c:pt idx="14532">
                  <c:v>4.0999999999999996</c:v>
                </c:pt>
                <c:pt idx="14533">
                  <c:v>6</c:v>
                </c:pt>
                <c:pt idx="14534">
                  <c:v>7.3</c:v>
                </c:pt>
                <c:pt idx="14535">
                  <c:v>5.6</c:v>
                </c:pt>
                <c:pt idx="14536">
                  <c:v>6.3</c:v>
                </c:pt>
                <c:pt idx="14537">
                  <c:v>5.0999999999999996</c:v>
                </c:pt>
                <c:pt idx="14538">
                  <c:v>4.4000000000000004</c:v>
                </c:pt>
                <c:pt idx="14539">
                  <c:v>4.9000000000000004</c:v>
                </c:pt>
                <c:pt idx="14540">
                  <c:v>6.2</c:v>
                </c:pt>
                <c:pt idx="14541">
                  <c:v>7.9</c:v>
                </c:pt>
                <c:pt idx="14542">
                  <c:v>6.7</c:v>
                </c:pt>
                <c:pt idx="14543">
                  <c:v>6.3</c:v>
                </c:pt>
                <c:pt idx="14544">
                  <c:v>6.3</c:v>
                </c:pt>
                <c:pt idx="14545">
                  <c:v>4.9000000000000004</c:v>
                </c:pt>
                <c:pt idx="14546">
                  <c:v>7.9</c:v>
                </c:pt>
                <c:pt idx="14547">
                  <c:v>5.5</c:v>
                </c:pt>
                <c:pt idx="14548">
                  <c:v>7.5</c:v>
                </c:pt>
                <c:pt idx="14549">
                  <c:v>6.5</c:v>
                </c:pt>
                <c:pt idx="14550">
                  <c:v>6.6</c:v>
                </c:pt>
                <c:pt idx="14551">
                  <c:v>8.6</c:v>
                </c:pt>
                <c:pt idx="14552">
                  <c:v>8</c:v>
                </c:pt>
                <c:pt idx="14553">
                  <c:v>5.7</c:v>
                </c:pt>
                <c:pt idx="14554">
                  <c:v>9.1999999999999993</c:v>
                </c:pt>
                <c:pt idx="14555">
                  <c:v>4.3</c:v>
                </c:pt>
                <c:pt idx="14556">
                  <c:v>4</c:v>
                </c:pt>
                <c:pt idx="14557">
                  <c:v>7.1</c:v>
                </c:pt>
                <c:pt idx="14558">
                  <c:v>9</c:v>
                </c:pt>
                <c:pt idx="14559">
                  <c:v>9.9</c:v>
                </c:pt>
                <c:pt idx="14560">
                  <c:v>6</c:v>
                </c:pt>
                <c:pt idx="14561">
                  <c:v>6.2</c:v>
                </c:pt>
                <c:pt idx="14562">
                  <c:v>7</c:v>
                </c:pt>
                <c:pt idx="14563">
                  <c:v>5.2</c:v>
                </c:pt>
                <c:pt idx="14564">
                  <c:v>4.8</c:v>
                </c:pt>
                <c:pt idx="14565">
                  <c:v>8.9</c:v>
                </c:pt>
                <c:pt idx="14566">
                  <c:v>7.6</c:v>
                </c:pt>
                <c:pt idx="14567">
                  <c:v>8.3000000000000007</c:v>
                </c:pt>
                <c:pt idx="14568">
                  <c:v>5.9</c:v>
                </c:pt>
                <c:pt idx="14569">
                  <c:v>7.7</c:v>
                </c:pt>
                <c:pt idx="14570">
                  <c:v>8.3000000000000007</c:v>
                </c:pt>
                <c:pt idx="14571">
                  <c:v>6.6</c:v>
                </c:pt>
                <c:pt idx="14572">
                  <c:v>7.9</c:v>
                </c:pt>
                <c:pt idx="14573">
                  <c:v>8.3000000000000007</c:v>
                </c:pt>
                <c:pt idx="14574">
                  <c:v>7.3</c:v>
                </c:pt>
                <c:pt idx="14575">
                  <c:v>7.8</c:v>
                </c:pt>
                <c:pt idx="14576">
                  <c:v>6.8</c:v>
                </c:pt>
                <c:pt idx="14577">
                  <c:v>8.5</c:v>
                </c:pt>
                <c:pt idx="14578">
                  <c:v>5.4</c:v>
                </c:pt>
                <c:pt idx="14579">
                  <c:v>5.3</c:v>
                </c:pt>
                <c:pt idx="14580">
                  <c:v>9.6999999999999993</c:v>
                </c:pt>
                <c:pt idx="14581">
                  <c:v>6.9</c:v>
                </c:pt>
                <c:pt idx="14582">
                  <c:v>7.1</c:v>
                </c:pt>
                <c:pt idx="14583">
                  <c:v>7.6</c:v>
                </c:pt>
                <c:pt idx="14584">
                  <c:v>5</c:v>
                </c:pt>
                <c:pt idx="14585">
                  <c:v>6</c:v>
                </c:pt>
                <c:pt idx="14586">
                  <c:v>4.5999999999999996</c:v>
                </c:pt>
                <c:pt idx="14587">
                  <c:v>4.7</c:v>
                </c:pt>
                <c:pt idx="14588">
                  <c:v>6.9</c:v>
                </c:pt>
                <c:pt idx="14589">
                  <c:v>4.3</c:v>
                </c:pt>
                <c:pt idx="14590">
                  <c:v>4.7</c:v>
                </c:pt>
                <c:pt idx="14591">
                  <c:v>9.9</c:v>
                </c:pt>
                <c:pt idx="14592">
                  <c:v>7.3</c:v>
                </c:pt>
                <c:pt idx="14593">
                  <c:v>7.5</c:v>
                </c:pt>
                <c:pt idx="14594">
                  <c:v>5.8</c:v>
                </c:pt>
                <c:pt idx="14595">
                  <c:v>8.6</c:v>
                </c:pt>
                <c:pt idx="14596">
                  <c:v>4.5999999999999996</c:v>
                </c:pt>
                <c:pt idx="14597">
                  <c:v>10</c:v>
                </c:pt>
                <c:pt idx="14598">
                  <c:v>9.6</c:v>
                </c:pt>
                <c:pt idx="14599">
                  <c:v>6.6</c:v>
                </c:pt>
                <c:pt idx="14600">
                  <c:v>4.8</c:v>
                </c:pt>
                <c:pt idx="14601">
                  <c:v>6.7</c:v>
                </c:pt>
                <c:pt idx="14602">
                  <c:v>5.3</c:v>
                </c:pt>
                <c:pt idx="14603">
                  <c:v>5.0999999999999996</c:v>
                </c:pt>
                <c:pt idx="14604">
                  <c:v>4.8</c:v>
                </c:pt>
                <c:pt idx="14605">
                  <c:v>4.4000000000000004</c:v>
                </c:pt>
                <c:pt idx="14606">
                  <c:v>7.3</c:v>
                </c:pt>
                <c:pt idx="14607">
                  <c:v>8.9</c:v>
                </c:pt>
                <c:pt idx="14608">
                  <c:v>5.8</c:v>
                </c:pt>
                <c:pt idx="14609">
                  <c:v>7.7</c:v>
                </c:pt>
                <c:pt idx="14610">
                  <c:v>8.8000000000000007</c:v>
                </c:pt>
                <c:pt idx="14611">
                  <c:v>6.1</c:v>
                </c:pt>
                <c:pt idx="14612">
                  <c:v>9.6</c:v>
                </c:pt>
                <c:pt idx="14613">
                  <c:v>4.7</c:v>
                </c:pt>
                <c:pt idx="14614">
                  <c:v>7.4</c:v>
                </c:pt>
                <c:pt idx="14615">
                  <c:v>6.1</c:v>
                </c:pt>
                <c:pt idx="14616">
                  <c:v>9.5</c:v>
                </c:pt>
                <c:pt idx="14617">
                  <c:v>6.3</c:v>
                </c:pt>
                <c:pt idx="14618">
                  <c:v>6.8</c:v>
                </c:pt>
                <c:pt idx="14619">
                  <c:v>8.3000000000000007</c:v>
                </c:pt>
                <c:pt idx="14620">
                  <c:v>4.5999999999999996</c:v>
                </c:pt>
                <c:pt idx="14621">
                  <c:v>9</c:v>
                </c:pt>
                <c:pt idx="14622">
                  <c:v>8.1999999999999993</c:v>
                </c:pt>
                <c:pt idx="14623">
                  <c:v>9.1999999999999993</c:v>
                </c:pt>
                <c:pt idx="14624">
                  <c:v>8.4</c:v>
                </c:pt>
                <c:pt idx="14625">
                  <c:v>8.6999999999999993</c:v>
                </c:pt>
                <c:pt idx="14626">
                  <c:v>6.1</c:v>
                </c:pt>
                <c:pt idx="14627">
                  <c:v>7.3</c:v>
                </c:pt>
                <c:pt idx="14628">
                  <c:v>4.5</c:v>
                </c:pt>
                <c:pt idx="14629">
                  <c:v>8.5</c:v>
                </c:pt>
                <c:pt idx="14630">
                  <c:v>7.2</c:v>
                </c:pt>
                <c:pt idx="14631">
                  <c:v>8.8000000000000007</c:v>
                </c:pt>
                <c:pt idx="14632">
                  <c:v>5</c:v>
                </c:pt>
                <c:pt idx="14633">
                  <c:v>7.6</c:v>
                </c:pt>
                <c:pt idx="14634">
                  <c:v>6.5</c:v>
                </c:pt>
                <c:pt idx="14635">
                  <c:v>6.6</c:v>
                </c:pt>
                <c:pt idx="14636">
                  <c:v>4.3</c:v>
                </c:pt>
                <c:pt idx="14637">
                  <c:v>5.9</c:v>
                </c:pt>
                <c:pt idx="14638">
                  <c:v>8.3000000000000007</c:v>
                </c:pt>
                <c:pt idx="14639">
                  <c:v>7</c:v>
                </c:pt>
                <c:pt idx="14640">
                  <c:v>6</c:v>
                </c:pt>
                <c:pt idx="14641">
                  <c:v>6.9</c:v>
                </c:pt>
                <c:pt idx="14642">
                  <c:v>8.4</c:v>
                </c:pt>
                <c:pt idx="14643">
                  <c:v>7.1</c:v>
                </c:pt>
                <c:pt idx="14644">
                  <c:v>5.5</c:v>
                </c:pt>
                <c:pt idx="14645">
                  <c:v>8.1</c:v>
                </c:pt>
                <c:pt idx="14646">
                  <c:v>4.3</c:v>
                </c:pt>
                <c:pt idx="14647">
                  <c:v>7.5</c:v>
                </c:pt>
                <c:pt idx="14648">
                  <c:v>5</c:v>
                </c:pt>
                <c:pt idx="14649">
                  <c:v>5.0999999999999996</c:v>
                </c:pt>
                <c:pt idx="14650">
                  <c:v>8.1999999999999993</c:v>
                </c:pt>
                <c:pt idx="14651">
                  <c:v>4.5999999999999996</c:v>
                </c:pt>
                <c:pt idx="14652">
                  <c:v>7.4</c:v>
                </c:pt>
                <c:pt idx="14653">
                  <c:v>6.4</c:v>
                </c:pt>
                <c:pt idx="14654">
                  <c:v>4.0999999999999996</c:v>
                </c:pt>
                <c:pt idx="14655">
                  <c:v>9.6999999999999993</c:v>
                </c:pt>
                <c:pt idx="14656">
                  <c:v>7.4</c:v>
                </c:pt>
                <c:pt idx="14657">
                  <c:v>6.3</c:v>
                </c:pt>
                <c:pt idx="14658">
                  <c:v>8.3000000000000007</c:v>
                </c:pt>
                <c:pt idx="14659">
                  <c:v>8.1999999999999993</c:v>
                </c:pt>
                <c:pt idx="14660">
                  <c:v>7.7</c:v>
                </c:pt>
                <c:pt idx="14661">
                  <c:v>5.8</c:v>
                </c:pt>
                <c:pt idx="14662">
                  <c:v>8.6999999999999993</c:v>
                </c:pt>
                <c:pt idx="14663">
                  <c:v>8.9</c:v>
                </c:pt>
                <c:pt idx="14664">
                  <c:v>7.7</c:v>
                </c:pt>
                <c:pt idx="14665">
                  <c:v>5.5</c:v>
                </c:pt>
                <c:pt idx="14666">
                  <c:v>4.3</c:v>
                </c:pt>
                <c:pt idx="14667">
                  <c:v>4.0999999999999996</c:v>
                </c:pt>
                <c:pt idx="14668">
                  <c:v>6</c:v>
                </c:pt>
                <c:pt idx="14669">
                  <c:v>9.9</c:v>
                </c:pt>
                <c:pt idx="14670">
                  <c:v>4.0999999999999996</c:v>
                </c:pt>
                <c:pt idx="14671">
                  <c:v>9.8000000000000007</c:v>
                </c:pt>
                <c:pt idx="14672">
                  <c:v>8.3000000000000007</c:v>
                </c:pt>
                <c:pt idx="14673">
                  <c:v>7.9</c:v>
                </c:pt>
                <c:pt idx="14674">
                  <c:v>5.5</c:v>
                </c:pt>
                <c:pt idx="14675">
                  <c:v>4.9000000000000004</c:v>
                </c:pt>
                <c:pt idx="14676">
                  <c:v>9.4</c:v>
                </c:pt>
                <c:pt idx="14677">
                  <c:v>4.8</c:v>
                </c:pt>
                <c:pt idx="14678">
                  <c:v>6.8</c:v>
                </c:pt>
                <c:pt idx="14679">
                  <c:v>9.6999999999999993</c:v>
                </c:pt>
                <c:pt idx="14680">
                  <c:v>4.2</c:v>
                </c:pt>
                <c:pt idx="14681">
                  <c:v>4.5999999999999996</c:v>
                </c:pt>
                <c:pt idx="14682">
                  <c:v>5.3</c:v>
                </c:pt>
                <c:pt idx="14683">
                  <c:v>8.6999999999999993</c:v>
                </c:pt>
                <c:pt idx="14684">
                  <c:v>7</c:v>
                </c:pt>
                <c:pt idx="14685">
                  <c:v>7.1</c:v>
                </c:pt>
                <c:pt idx="14686">
                  <c:v>9.6999999999999993</c:v>
                </c:pt>
                <c:pt idx="14687">
                  <c:v>6.9</c:v>
                </c:pt>
                <c:pt idx="14688">
                  <c:v>5.2</c:v>
                </c:pt>
                <c:pt idx="14689">
                  <c:v>7.3</c:v>
                </c:pt>
                <c:pt idx="14690">
                  <c:v>4.8</c:v>
                </c:pt>
                <c:pt idx="14691">
                  <c:v>8.6</c:v>
                </c:pt>
                <c:pt idx="14692">
                  <c:v>7.1</c:v>
                </c:pt>
                <c:pt idx="14693">
                  <c:v>5.2</c:v>
                </c:pt>
                <c:pt idx="14694">
                  <c:v>9.1</c:v>
                </c:pt>
                <c:pt idx="14695">
                  <c:v>9.9</c:v>
                </c:pt>
                <c:pt idx="14696">
                  <c:v>6.8</c:v>
                </c:pt>
                <c:pt idx="14697">
                  <c:v>4.8</c:v>
                </c:pt>
                <c:pt idx="14698">
                  <c:v>4</c:v>
                </c:pt>
                <c:pt idx="14699">
                  <c:v>7.3</c:v>
                </c:pt>
                <c:pt idx="14700">
                  <c:v>8.6</c:v>
                </c:pt>
                <c:pt idx="14701">
                  <c:v>5.0999999999999996</c:v>
                </c:pt>
                <c:pt idx="14702">
                  <c:v>8.6999999999999993</c:v>
                </c:pt>
                <c:pt idx="14703">
                  <c:v>6.1</c:v>
                </c:pt>
                <c:pt idx="14704">
                  <c:v>6</c:v>
                </c:pt>
                <c:pt idx="14705">
                  <c:v>8.4</c:v>
                </c:pt>
                <c:pt idx="14706">
                  <c:v>6.2</c:v>
                </c:pt>
                <c:pt idx="14707">
                  <c:v>5.0999999999999996</c:v>
                </c:pt>
                <c:pt idx="14708">
                  <c:v>6.5</c:v>
                </c:pt>
                <c:pt idx="14709">
                  <c:v>7.1</c:v>
                </c:pt>
                <c:pt idx="14710">
                  <c:v>4</c:v>
                </c:pt>
                <c:pt idx="14711">
                  <c:v>7.4</c:v>
                </c:pt>
                <c:pt idx="14712">
                  <c:v>7.9</c:v>
                </c:pt>
                <c:pt idx="14713">
                  <c:v>8.5</c:v>
                </c:pt>
                <c:pt idx="14714">
                  <c:v>9.9</c:v>
                </c:pt>
                <c:pt idx="14715">
                  <c:v>8.1999999999999993</c:v>
                </c:pt>
                <c:pt idx="14716">
                  <c:v>8.9</c:v>
                </c:pt>
                <c:pt idx="14717">
                  <c:v>5.5</c:v>
                </c:pt>
                <c:pt idx="14718">
                  <c:v>8.4</c:v>
                </c:pt>
                <c:pt idx="14719">
                  <c:v>6.1</c:v>
                </c:pt>
                <c:pt idx="14720">
                  <c:v>6.7</c:v>
                </c:pt>
                <c:pt idx="14721">
                  <c:v>6.3</c:v>
                </c:pt>
                <c:pt idx="14722">
                  <c:v>6.4</c:v>
                </c:pt>
                <c:pt idx="14723">
                  <c:v>9.9</c:v>
                </c:pt>
                <c:pt idx="14724">
                  <c:v>7.7</c:v>
                </c:pt>
                <c:pt idx="14725">
                  <c:v>6.5</c:v>
                </c:pt>
                <c:pt idx="14726">
                  <c:v>4.8</c:v>
                </c:pt>
                <c:pt idx="14727">
                  <c:v>6.3</c:v>
                </c:pt>
                <c:pt idx="14728">
                  <c:v>7.9</c:v>
                </c:pt>
                <c:pt idx="14729">
                  <c:v>8.4</c:v>
                </c:pt>
                <c:pt idx="14730">
                  <c:v>8.6999999999999993</c:v>
                </c:pt>
                <c:pt idx="14731">
                  <c:v>9.3000000000000007</c:v>
                </c:pt>
                <c:pt idx="14732">
                  <c:v>6.9</c:v>
                </c:pt>
                <c:pt idx="14733">
                  <c:v>9.1999999999999993</c:v>
                </c:pt>
                <c:pt idx="14734">
                  <c:v>4.0999999999999996</c:v>
                </c:pt>
                <c:pt idx="14735">
                  <c:v>6.1</c:v>
                </c:pt>
                <c:pt idx="14736">
                  <c:v>9.6</c:v>
                </c:pt>
                <c:pt idx="14737">
                  <c:v>4.0999999999999996</c:v>
                </c:pt>
                <c:pt idx="14738">
                  <c:v>9.1999999999999993</c:v>
                </c:pt>
                <c:pt idx="14739">
                  <c:v>9.9</c:v>
                </c:pt>
                <c:pt idx="14740">
                  <c:v>5</c:v>
                </c:pt>
                <c:pt idx="14741">
                  <c:v>4.9000000000000004</c:v>
                </c:pt>
                <c:pt idx="14742">
                  <c:v>5.8</c:v>
                </c:pt>
                <c:pt idx="14743">
                  <c:v>7.9</c:v>
                </c:pt>
                <c:pt idx="14744">
                  <c:v>8.6</c:v>
                </c:pt>
                <c:pt idx="14745">
                  <c:v>9.4</c:v>
                </c:pt>
                <c:pt idx="14746">
                  <c:v>4.8</c:v>
                </c:pt>
                <c:pt idx="14747">
                  <c:v>6.3</c:v>
                </c:pt>
                <c:pt idx="14748">
                  <c:v>7.7</c:v>
                </c:pt>
                <c:pt idx="14749">
                  <c:v>8.9</c:v>
                </c:pt>
                <c:pt idx="14750">
                  <c:v>4.7</c:v>
                </c:pt>
                <c:pt idx="14751">
                  <c:v>4.4000000000000004</c:v>
                </c:pt>
                <c:pt idx="14752">
                  <c:v>4.0999999999999996</c:v>
                </c:pt>
                <c:pt idx="14753">
                  <c:v>7.8</c:v>
                </c:pt>
                <c:pt idx="14754">
                  <c:v>6</c:v>
                </c:pt>
                <c:pt idx="14755">
                  <c:v>9.6</c:v>
                </c:pt>
                <c:pt idx="14756">
                  <c:v>7.1</c:v>
                </c:pt>
                <c:pt idx="14757">
                  <c:v>5.3</c:v>
                </c:pt>
                <c:pt idx="14758">
                  <c:v>6.5</c:v>
                </c:pt>
                <c:pt idx="14759">
                  <c:v>8.6</c:v>
                </c:pt>
                <c:pt idx="14760">
                  <c:v>7.9</c:v>
                </c:pt>
                <c:pt idx="14761">
                  <c:v>5.6</c:v>
                </c:pt>
                <c:pt idx="14762">
                  <c:v>6.9</c:v>
                </c:pt>
                <c:pt idx="14763">
                  <c:v>4.4000000000000004</c:v>
                </c:pt>
                <c:pt idx="14764">
                  <c:v>5.3</c:v>
                </c:pt>
                <c:pt idx="14765">
                  <c:v>9.1</c:v>
                </c:pt>
                <c:pt idx="14766">
                  <c:v>6.5</c:v>
                </c:pt>
                <c:pt idx="14767">
                  <c:v>9</c:v>
                </c:pt>
                <c:pt idx="14768">
                  <c:v>6.6</c:v>
                </c:pt>
                <c:pt idx="14769">
                  <c:v>6.5</c:v>
                </c:pt>
                <c:pt idx="14770">
                  <c:v>7.9</c:v>
                </c:pt>
                <c:pt idx="14771">
                  <c:v>4.9000000000000004</c:v>
                </c:pt>
                <c:pt idx="14772">
                  <c:v>8.5</c:v>
                </c:pt>
                <c:pt idx="14773">
                  <c:v>6</c:v>
                </c:pt>
                <c:pt idx="14774">
                  <c:v>6.1</c:v>
                </c:pt>
                <c:pt idx="14775">
                  <c:v>4.3</c:v>
                </c:pt>
                <c:pt idx="14776">
                  <c:v>6.3</c:v>
                </c:pt>
                <c:pt idx="14777">
                  <c:v>9.6</c:v>
                </c:pt>
                <c:pt idx="14778">
                  <c:v>5.2</c:v>
                </c:pt>
                <c:pt idx="14779">
                  <c:v>5.3</c:v>
                </c:pt>
                <c:pt idx="14780">
                  <c:v>9.5</c:v>
                </c:pt>
                <c:pt idx="14781">
                  <c:v>10</c:v>
                </c:pt>
                <c:pt idx="14782">
                  <c:v>4.4000000000000004</c:v>
                </c:pt>
                <c:pt idx="14783">
                  <c:v>5.8</c:v>
                </c:pt>
                <c:pt idx="14784">
                  <c:v>9.1</c:v>
                </c:pt>
                <c:pt idx="14785">
                  <c:v>7.7</c:v>
                </c:pt>
                <c:pt idx="14786">
                  <c:v>5.6</c:v>
                </c:pt>
                <c:pt idx="14787">
                  <c:v>6.8</c:v>
                </c:pt>
                <c:pt idx="14788">
                  <c:v>8.4</c:v>
                </c:pt>
                <c:pt idx="14789">
                  <c:v>8.9</c:v>
                </c:pt>
                <c:pt idx="14790">
                  <c:v>4.5999999999999996</c:v>
                </c:pt>
                <c:pt idx="14791">
                  <c:v>10</c:v>
                </c:pt>
                <c:pt idx="14792">
                  <c:v>8.6</c:v>
                </c:pt>
                <c:pt idx="14793">
                  <c:v>9.1999999999999993</c:v>
                </c:pt>
                <c:pt idx="14794">
                  <c:v>4.0999999999999996</c:v>
                </c:pt>
                <c:pt idx="14795">
                  <c:v>8</c:v>
                </c:pt>
                <c:pt idx="14796">
                  <c:v>8.9</c:v>
                </c:pt>
                <c:pt idx="14797">
                  <c:v>5.5</c:v>
                </c:pt>
                <c:pt idx="14798">
                  <c:v>8.9</c:v>
                </c:pt>
                <c:pt idx="14799">
                  <c:v>4.5999999999999996</c:v>
                </c:pt>
                <c:pt idx="14800">
                  <c:v>9.4</c:v>
                </c:pt>
                <c:pt idx="14801">
                  <c:v>7.2</c:v>
                </c:pt>
                <c:pt idx="14802">
                  <c:v>5</c:v>
                </c:pt>
                <c:pt idx="14803">
                  <c:v>9.6999999999999993</c:v>
                </c:pt>
                <c:pt idx="14804">
                  <c:v>6.6</c:v>
                </c:pt>
                <c:pt idx="14805">
                  <c:v>7.8</c:v>
                </c:pt>
                <c:pt idx="14806">
                  <c:v>8.3000000000000007</c:v>
                </c:pt>
                <c:pt idx="14807">
                  <c:v>5.7</c:v>
                </c:pt>
                <c:pt idx="14808">
                  <c:v>4.0999999999999996</c:v>
                </c:pt>
                <c:pt idx="14809">
                  <c:v>7.1</c:v>
                </c:pt>
                <c:pt idx="14810">
                  <c:v>8.1999999999999993</c:v>
                </c:pt>
                <c:pt idx="14811">
                  <c:v>8.6999999999999993</c:v>
                </c:pt>
                <c:pt idx="14812">
                  <c:v>4.9000000000000004</c:v>
                </c:pt>
                <c:pt idx="14813">
                  <c:v>9.4</c:v>
                </c:pt>
                <c:pt idx="14814">
                  <c:v>4.5999999999999996</c:v>
                </c:pt>
                <c:pt idx="14815">
                  <c:v>5.6</c:v>
                </c:pt>
                <c:pt idx="14816">
                  <c:v>6.9</c:v>
                </c:pt>
                <c:pt idx="14817">
                  <c:v>4.9000000000000004</c:v>
                </c:pt>
                <c:pt idx="14818">
                  <c:v>5.0999999999999996</c:v>
                </c:pt>
                <c:pt idx="14819">
                  <c:v>5.3</c:v>
                </c:pt>
                <c:pt idx="14820">
                  <c:v>9.4</c:v>
                </c:pt>
                <c:pt idx="14821">
                  <c:v>7.7</c:v>
                </c:pt>
                <c:pt idx="14822">
                  <c:v>7.1</c:v>
                </c:pt>
                <c:pt idx="14823">
                  <c:v>8.3000000000000007</c:v>
                </c:pt>
                <c:pt idx="14824">
                  <c:v>5.5</c:v>
                </c:pt>
                <c:pt idx="14825">
                  <c:v>9.6</c:v>
                </c:pt>
                <c:pt idx="14826">
                  <c:v>4.9000000000000004</c:v>
                </c:pt>
                <c:pt idx="14827">
                  <c:v>7.4</c:v>
                </c:pt>
                <c:pt idx="14828">
                  <c:v>8.4</c:v>
                </c:pt>
                <c:pt idx="14829">
                  <c:v>6.5</c:v>
                </c:pt>
                <c:pt idx="14830">
                  <c:v>8.4</c:v>
                </c:pt>
                <c:pt idx="14831">
                  <c:v>7.2</c:v>
                </c:pt>
                <c:pt idx="14832">
                  <c:v>6.4</c:v>
                </c:pt>
                <c:pt idx="14833">
                  <c:v>5.2</c:v>
                </c:pt>
                <c:pt idx="14834">
                  <c:v>7</c:v>
                </c:pt>
                <c:pt idx="14835">
                  <c:v>9.6999999999999993</c:v>
                </c:pt>
                <c:pt idx="14836">
                  <c:v>5.0999999999999996</c:v>
                </c:pt>
                <c:pt idx="14837">
                  <c:v>9.6999999999999993</c:v>
                </c:pt>
                <c:pt idx="14838">
                  <c:v>6.2</c:v>
                </c:pt>
                <c:pt idx="14839">
                  <c:v>4.5999999999999996</c:v>
                </c:pt>
                <c:pt idx="14840">
                  <c:v>7.4</c:v>
                </c:pt>
                <c:pt idx="14841">
                  <c:v>4.0999999999999996</c:v>
                </c:pt>
                <c:pt idx="14842">
                  <c:v>5.4</c:v>
                </c:pt>
                <c:pt idx="14843">
                  <c:v>9.8000000000000007</c:v>
                </c:pt>
                <c:pt idx="14844">
                  <c:v>7.2</c:v>
                </c:pt>
                <c:pt idx="14845">
                  <c:v>4.0999999999999996</c:v>
                </c:pt>
                <c:pt idx="14846">
                  <c:v>8.9</c:v>
                </c:pt>
                <c:pt idx="14847">
                  <c:v>6.8</c:v>
                </c:pt>
                <c:pt idx="14848">
                  <c:v>4.8</c:v>
                </c:pt>
                <c:pt idx="14849">
                  <c:v>4.4000000000000004</c:v>
                </c:pt>
                <c:pt idx="14850">
                  <c:v>4.4000000000000004</c:v>
                </c:pt>
                <c:pt idx="14851">
                  <c:v>7.6</c:v>
                </c:pt>
                <c:pt idx="14852">
                  <c:v>9.1999999999999993</c:v>
                </c:pt>
                <c:pt idx="14853">
                  <c:v>5.5</c:v>
                </c:pt>
                <c:pt idx="14854">
                  <c:v>6.9</c:v>
                </c:pt>
                <c:pt idx="14855">
                  <c:v>6.6</c:v>
                </c:pt>
                <c:pt idx="14856">
                  <c:v>4.7</c:v>
                </c:pt>
                <c:pt idx="14857">
                  <c:v>4.7</c:v>
                </c:pt>
                <c:pt idx="14858">
                  <c:v>4.5</c:v>
                </c:pt>
                <c:pt idx="14859">
                  <c:v>8.5</c:v>
                </c:pt>
                <c:pt idx="14860">
                  <c:v>4.0999999999999996</c:v>
                </c:pt>
                <c:pt idx="14861">
                  <c:v>6.7</c:v>
                </c:pt>
                <c:pt idx="14862">
                  <c:v>8.4</c:v>
                </c:pt>
                <c:pt idx="14863">
                  <c:v>7.4</c:v>
                </c:pt>
                <c:pt idx="14864">
                  <c:v>4.2</c:v>
                </c:pt>
                <c:pt idx="14865">
                  <c:v>9.5</c:v>
                </c:pt>
                <c:pt idx="14866">
                  <c:v>7.4</c:v>
                </c:pt>
                <c:pt idx="14867">
                  <c:v>9.6</c:v>
                </c:pt>
                <c:pt idx="14868">
                  <c:v>9.9</c:v>
                </c:pt>
                <c:pt idx="14869">
                  <c:v>5.7</c:v>
                </c:pt>
                <c:pt idx="14870">
                  <c:v>7.6</c:v>
                </c:pt>
                <c:pt idx="14871">
                  <c:v>6.2</c:v>
                </c:pt>
                <c:pt idx="14872">
                  <c:v>7.5</c:v>
                </c:pt>
                <c:pt idx="14873">
                  <c:v>7.8</c:v>
                </c:pt>
                <c:pt idx="14874">
                  <c:v>4.8</c:v>
                </c:pt>
                <c:pt idx="14875">
                  <c:v>4.3</c:v>
                </c:pt>
                <c:pt idx="14876">
                  <c:v>7.8</c:v>
                </c:pt>
                <c:pt idx="14877">
                  <c:v>8.6999999999999993</c:v>
                </c:pt>
                <c:pt idx="14878">
                  <c:v>5.3</c:v>
                </c:pt>
                <c:pt idx="14879">
                  <c:v>4.9000000000000004</c:v>
                </c:pt>
                <c:pt idx="14880">
                  <c:v>9.8000000000000007</c:v>
                </c:pt>
                <c:pt idx="14881">
                  <c:v>9</c:v>
                </c:pt>
                <c:pt idx="14882">
                  <c:v>8.1999999999999993</c:v>
                </c:pt>
                <c:pt idx="14883">
                  <c:v>6.4</c:v>
                </c:pt>
                <c:pt idx="14884">
                  <c:v>7.2</c:v>
                </c:pt>
                <c:pt idx="14885">
                  <c:v>4.4000000000000004</c:v>
                </c:pt>
                <c:pt idx="14886">
                  <c:v>5.5</c:v>
                </c:pt>
                <c:pt idx="14887">
                  <c:v>9.5</c:v>
                </c:pt>
                <c:pt idx="14888">
                  <c:v>5.9</c:v>
                </c:pt>
                <c:pt idx="14889">
                  <c:v>8.8000000000000007</c:v>
                </c:pt>
                <c:pt idx="14890">
                  <c:v>7.9</c:v>
                </c:pt>
                <c:pt idx="14891">
                  <c:v>9.1</c:v>
                </c:pt>
                <c:pt idx="14892">
                  <c:v>7.6</c:v>
                </c:pt>
                <c:pt idx="14893">
                  <c:v>7.5</c:v>
                </c:pt>
                <c:pt idx="14894">
                  <c:v>7.6</c:v>
                </c:pt>
                <c:pt idx="14895">
                  <c:v>9.8000000000000007</c:v>
                </c:pt>
                <c:pt idx="14896">
                  <c:v>9.4</c:v>
                </c:pt>
                <c:pt idx="14897">
                  <c:v>7.7</c:v>
                </c:pt>
                <c:pt idx="14898">
                  <c:v>4.8</c:v>
                </c:pt>
                <c:pt idx="14899">
                  <c:v>7.8</c:v>
                </c:pt>
                <c:pt idx="14900">
                  <c:v>7.5</c:v>
                </c:pt>
                <c:pt idx="14901">
                  <c:v>6.4</c:v>
                </c:pt>
                <c:pt idx="14902">
                  <c:v>7.4</c:v>
                </c:pt>
                <c:pt idx="14903">
                  <c:v>7.2</c:v>
                </c:pt>
                <c:pt idx="14904">
                  <c:v>7.3</c:v>
                </c:pt>
                <c:pt idx="14905">
                  <c:v>6.9</c:v>
                </c:pt>
                <c:pt idx="14906">
                  <c:v>6.8</c:v>
                </c:pt>
                <c:pt idx="14907">
                  <c:v>9.1999999999999993</c:v>
                </c:pt>
                <c:pt idx="14908">
                  <c:v>8.6999999999999993</c:v>
                </c:pt>
                <c:pt idx="14909">
                  <c:v>6.9</c:v>
                </c:pt>
                <c:pt idx="14910">
                  <c:v>4.8</c:v>
                </c:pt>
                <c:pt idx="14911">
                  <c:v>8.4</c:v>
                </c:pt>
                <c:pt idx="14912">
                  <c:v>5.0999999999999996</c:v>
                </c:pt>
                <c:pt idx="14913">
                  <c:v>5.0999999999999996</c:v>
                </c:pt>
                <c:pt idx="14914">
                  <c:v>7.4</c:v>
                </c:pt>
                <c:pt idx="14915">
                  <c:v>10</c:v>
                </c:pt>
                <c:pt idx="14916">
                  <c:v>8.6</c:v>
                </c:pt>
                <c:pt idx="14917">
                  <c:v>8.5</c:v>
                </c:pt>
                <c:pt idx="14918">
                  <c:v>5.8</c:v>
                </c:pt>
                <c:pt idx="14919">
                  <c:v>4.8</c:v>
                </c:pt>
                <c:pt idx="14920">
                  <c:v>6.4</c:v>
                </c:pt>
                <c:pt idx="14921">
                  <c:v>9.6999999999999993</c:v>
                </c:pt>
                <c:pt idx="14922">
                  <c:v>8.6999999999999993</c:v>
                </c:pt>
                <c:pt idx="14923">
                  <c:v>4.5</c:v>
                </c:pt>
                <c:pt idx="14924">
                  <c:v>4.4000000000000004</c:v>
                </c:pt>
                <c:pt idx="14925">
                  <c:v>9.3000000000000007</c:v>
                </c:pt>
                <c:pt idx="14926">
                  <c:v>9.5</c:v>
                </c:pt>
                <c:pt idx="14927">
                  <c:v>8.3000000000000007</c:v>
                </c:pt>
                <c:pt idx="14928">
                  <c:v>6.9</c:v>
                </c:pt>
                <c:pt idx="14929">
                  <c:v>6.7</c:v>
                </c:pt>
                <c:pt idx="14930">
                  <c:v>8.6</c:v>
                </c:pt>
                <c:pt idx="14931">
                  <c:v>4.4000000000000004</c:v>
                </c:pt>
                <c:pt idx="14932">
                  <c:v>4.7</c:v>
                </c:pt>
                <c:pt idx="14933">
                  <c:v>6.5</c:v>
                </c:pt>
                <c:pt idx="14934">
                  <c:v>8.1999999999999993</c:v>
                </c:pt>
                <c:pt idx="14935">
                  <c:v>4.3</c:v>
                </c:pt>
                <c:pt idx="14936">
                  <c:v>8.1999999999999993</c:v>
                </c:pt>
                <c:pt idx="14937">
                  <c:v>4.0999999999999996</c:v>
                </c:pt>
                <c:pt idx="14938">
                  <c:v>5.4</c:v>
                </c:pt>
                <c:pt idx="14939">
                  <c:v>6.8</c:v>
                </c:pt>
                <c:pt idx="14940">
                  <c:v>8.1</c:v>
                </c:pt>
                <c:pt idx="14941">
                  <c:v>5.6</c:v>
                </c:pt>
                <c:pt idx="14942">
                  <c:v>6.7</c:v>
                </c:pt>
                <c:pt idx="14943">
                  <c:v>9</c:v>
                </c:pt>
                <c:pt idx="14944">
                  <c:v>8</c:v>
                </c:pt>
                <c:pt idx="14945">
                  <c:v>4.3</c:v>
                </c:pt>
                <c:pt idx="14946">
                  <c:v>4.9000000000000004</c:v>
                </c:pt>
                <c:pt idx="14947">
                  <c:v>8.6999999999999993</c:v>
                </c:pt>
                <c:pt idx="14948">
                  <c:v>5.2</c:v>
                </c:pt>
                <c:pt idx="14949">
                  <c:v>5.5</c:v>
                </c:pt>
                <c:pt idx="14950">
                  <c:v>9.4</c:v>
                </c:pt>
                <c:pt idx="14951">
                  <c:v>5.2</c:v>
                </c:pt>
                <c:pt idx="14952">
                  <c:v>4.0999999999999996</c:v>
                </c:pt>
                <c:pt idx="14953">
                  <c:v>5.7</c:v>
                </c:pt>
                <c:pt idx="14954">
                  <c:v>9.9</c:v>
                </c:pt>
                <c:pt idx="14955">
                  <c:v>6.1</c:v>
                </c:pt>
                <c:pt idx="14956">
                  <c:v>4.5</c:v>
                </c:pt>
                <c:pt idx="14957">
                  <c:v>4.7</c:v>
                </c:pt>
                <c:pt idx="14958">
                  <c:v>8.1999999999999993</c:v>
                </c:pt>
                <c:pt idx="14959">
                  <c:v>9.6</c:v>
                </c:pt>
                <c:pt idx="14960">
                  <c:v>7</c:v>
                </c:pt>
                <c:pt idx="14961">
                  <c:v>9.9</c:v>
                </c:pt>
                <c:pt idx="14962">
                  <c:v>4.5999999999999996</c:v>
                </c:pt>
                <c:pt idx="14963">
                  <c:v>9.8000000000000007</c:v>
                </c:pt>
                <c:pt idx="14964">
                  <c:v>8.4</c:v>
                </c:pt>
                <c:pt idx="14965">
                  <c:v>10</c:v>
                </c:pt>
                <c:pt idx="14966">
                  <c:v>5.3</c:v>
                </c:pt>
                <c:pt idx="14967">
                  <c:v>9.6</c:v>
                </c:pt>
                <c:pt idx="14968">
                  <c:v>8.6999999999999993</c:v>
                </c:pt>
                <c:pt idx="14969">
                  <c:v>6.9</c:v>
                </c:pt>
                <c:pt idx="14970">
                  <c:v>5.2</c:v>
                </c:pt>
                <c:pt idx="14971">
                  <c:v>6.8</c:v>
                </c:pt>
                <c:pt idx="14972">
                  <c:v>6.1</c:v>
                </c:pt>
                <c:pt idx="14973">
                  <c:v>6.7</c:v>
                </c:pt>
                <c:pt idx="14974">
                  <c:v>9.9</c:v>
                </c:pt>
                <c:pt idx="14975">
                  <c:v>4.4000000000000004</c:v>
                </c:pt>
                <c:pt idx="14976">
                  <c:v>5</c:v>
                </c:pt>
                <c:pt idx="14977">
                  <c:v>7</c:v>
                </c:pt>
                <c:pt idx="14978">
                  <c:v>8.1</c:v>
                </c:pt>
                <c:pt idx="14979">
                  <c:v>6.9</c:v>
                </c:pt>
                <c:pt idx="14980">
                  <c:v>4</c:v>
                </c:pt>
                <c:pt idx="14981">
                  <c:v>7.4</c:v>
                </c:pt>
                <c:pt idx="14982">
                  <c:v>4.7</c:v>
                </c:pt>
                <c:pt idx="14983">
                  <c:v>7.2</c:v>
                </c:pt>
                <c:pt idx="14984">
                  <c:v>7.1</c:v>
                </c:pt>
                <c:pt idx="14985">
                  <c:v>6.7</c:v>
                </c:pt>
                <c:pt idx="14986">
                  <c:v>8.8000000000000007</c:v>
                </c:pt>
                <c:pt idx="14987">
                  <c:v>8</c:v>
                </c:pt>
                <c:pt idx="14988">
                  <c:v>4.5999999999999996</c:v>
                </c:pt>
                <c:pt idx="14989">
                  <c:v>5.8</c:v>
                </c:pt>
                <c:pt idx="14990">
                  <c:v>7.7</c:v>
                </c:pt>
                <c:pt idx="14991">
                  <c:v>8.4</c:v>
                </c:pt>
                <c:pt idx="14992">
                  <c:v>7.5</c:v>
                </c:pt>
                <c:pt idx="14993">
                  <c:v>7.1</c:v>
                </c:pt>
                <c:pt idx="14994">
                  <c:v>9</c:v>
                </c:pt>
                <c:pt idx="14995">
                  <c:v>4.3</c:v>
                </c:pt>
                <c:pt idx="14996">
                  <c:v>9.1999999999999993</c:v>
                </c:pt>
                <c:pt idx="14997">
                  <c:v>6.7</c:v>
                </c:pt>
                <c:pt idx="14998">
                  <c:v>8.8000000000000007</c:v>
                </c:pt>
                <c:pt idx="14999">
                  <c:v>5.0999999999999996</c:v>
                </c:pt>
                <c:pt idx="15000">
                  <c:v>4.3</c:v>
                </c:pt>
                <c:pt idx="15001">
                  <c:v>8.8000000000000007</c:v>
                </c:pt>
                <c:pt idx="15002">
                  <c:v>6</c:v>
                </c:pt>
                <c:pt idx="15003">
                  <c:v>8.1</c:v>
                </c:pt>
                <c:pt idx="15004">
                  <c:v>6.2</c:v>
                </c:pt>
                <c:pt idx="15005">
                  <c:v>7.6</c:v>
                </c:pt>
                <c:pt idx="15006">
                  <c:v>4.0999999999999996</c:v>
                </c:pt>
                <c:pt idx="15007">
                  <c:v>7.1</c:v>
                </c:pt>
                <c:pt idx="15008">
                  <c:v>6.1</c:v>
                </c:pt>
                <c:pt idx="15009">
                  <c:v>7.4</c:v>
                </c:pt>
                <c:pt idx="15010">
                  <c:v>8.3000000000000007</c:v>
                </c:pt>
                <c:pt idx="15011">
                  <c:v>6.6</c:v>
                </c:pt>
                <c:pt idx="15012">
                  <c:v>9.6999999999999993</c:v>
                </c:pt>
                <c:pt idx="15013">
                  <c:v>8.1999999999999993</c:v>
                </c:pt>
                <c:pt idx="15014">
                  <c:v>8.5</c:v>
                </c:pt>
                <c:pt idx="15015">
                  <c:v>8.6</c:v>
                </c:pt>
                <c:pt idx="15016">
                  <c:v>5.3</c:v>
                </c:pt>
                <c:pt idx="15017">
                  <c:v>9.4</c:v>
                </c:pt>
                <c:pt idx="15018">
                  <c:v>7.8</c:v>
                </c:pt>
                <c:pt idx="15019">
                  <c:v>7</c:v>
                </c:pt>
                <c:pt idx="15020">
                  <c:v>6.1</c:v>
                </c:pt>
                <c:pt idx="15021">
                  <c:v>4.2</c:v>
                </c:pt>
                <c:pt idx="15022">
                  <c:v>5.3</c:v>
                </c:pt>
                <c:pt idx="15023">
                  <c:v>4</c:v>
                </c:pt>
                <c:pt idx="15024">
                  <c:v>5.0999999999999996</c:v>
                </c:pt>
                <c:pt idx="15025">
                  <c:v>4.8</c:v>
                </c:pt>
                <c:pt idx="15026">
                  <c:v>8.5</c:v>
                </c:pt>
                <c:pt idx="15027">
                  <c:v>8.5</c:v>
                </c:pt>
                <c:pt idx="15028">
                  <c:v>6.1</c:v>
                </c:pt>
                <c:pt idx="15029">
                  <c:v>9.4</c:v>
                </c:pt>
                <c:pt idx="15030">
                  <c:v>5.5</c:v>
                </c:pt>
                <c:pt idx="15031">
                  <c:v>7.6</c:v>
                </c:pt>
                <c:pt idx="15032">
                  <c:v>4.0999999999999996</c:v>
                </c:pt>
                <c:pt idx="15033">
                  <c:v>8.3000000000000007</c:v>
                </c:pt>
                <c:pt idx="15034">
                  <c:v>7.9</c:v>
                </c:pt>
                <c:pt idx="15035">
                  <c:v>9.6999999999999993</c:v>
                </c:pt>
                <c:pt idx="15036">
                  <c:v>5.4</c:v>
                </c:pt>
                <c:pt idx="15037">
                  <c:v>7.1</c:v>
                </c:pt>
                <c:pt idx="15038">
                  <c:v>5.6</c:v>
                </c:pt>
                <c:pt idx="15039">
                  <c:v>5.2</c:v>
                </c:pt>
                <c:pt idx="15040">
                  <c:v>9.9</c:v>
                </c:pt>
                <c:pt idx="15041">
                  <c:v>6.6</c:v>
                </c:pt>
                <c:pt idx="15042">
                  <c:v>7</c:v>
                </c:pt>
                <c:pt idx="15043">
                  <c:v>5.2</c:v>
                </c:pt>
                <c:pt idx="15044">
                  <c:v>7.9</c:v>
                </c:pt>
                <c:pt idx="15045">
                  <c:v>8.1999999999999993</c:v>
                </c:pt>
                <c:pt idx="15046">
                  <c:v>6.5</c:v>
                </c:pt>
                <c:pt idx="15047">
                  <c:v>7.5</c:v>
                </c:pt>
                <c:pt idx="15048">
                  <c:v>7.8</c:v>
                </c:pt>
                <c:pt idx="15049">
                  <c:v>9.9</c:v>
                </c:pt>
                <c:pt idx="15050">
                  <c:v>8.9</c:v>
                </c:pt>
                <c:pt idx="15051">
                  <c:v>7</c:v>
                </c:pt>
                <c:pt idx="15052">
                  <c:v>5</c:v>
                </c:pt>
                <c:pt idx="15053">
                  <c:v>9.9</c:v>
                </c:pt>
                <c:pt idx="15054">
                  <c:v>7.1</c:v>
                </c:pt>
                <c:pt idx="15055">
                  <c:v>5.7</c:v>
                </c:pt>
                <c:pt idx="15056">
                  <c:v>6.5</c:v>
                </c:pt>
                <c:pt idx="15057">
                  <c:v>9.6</c:v>
                </c:pt>
                <c:pt idx="15058">
                  <c:v>6.9</c:v>
                </c:pt>
                <c:pt idx="15059">
                  <c:v>8.3000000000000007</c:v>
                </c:pt>
                <c:pt idx="15060">
                  <c:v>4.0999999999999996</c:v>
                </c:pt>
                <c:pt idx="15061">
                  <c:v>5</c:v>
                </c:pt>
                <c:pt idx="15062">
                  <c:v>9.6999999999999993</c:v>
                </c:pt>
                <c:pt idx="15063">
                  <c:v>7.6</c:v>
                </c:pt>
                <c:pt idx="15064">
                  <c:v>8.3000000000000007</c:v>
                </c:pt>
                <c:pt idx="15065">
                  <c:v>5.4</c:v>
                </c:pt>
                <c:pt idx="15066">
                  <c:v>9</c:v>
                </c:pt>
                <c:pt idx="15067">
                  <c:v>4</c:v>
                </c:pt>
                <c:pt idx="15068">
                  <c:v>4.9000000000000004</c:v>
                </c:pt>
                <c:pt idx="15069">
                  <c:v>4.5999999999999996</c:v>
                </c:pt>
                <c:pt idx="15070">
                  <c:v>7.3</c:v>
                </c:pt>
                <c:pt idx="15071">
                  <c:v>5.5</c:v>
                </c:pt>
                <c:pt idx="15072">
                  <c:v>6.1</c:v>
                </c:pt>
                <c:pt idx="15073">
                  <c:v>7.3</c:v>
                </c:pt>
                <c:pt idx="15074">
                  <c:v>9.4</c:v>
                </c:pt>
                <c:pt idx="15075">
                  <c:v>8.1999999999999993</c:v>
                </c:pt>
                <c:pt idx="15076">
                  <c:v>9.1999999999999993</c:v>
                </c:pt>
                <c:pt idx="15077">
                  <c:v>9.5</c:v>
                </c:pt>
                <c:pt idx="15078">
                  <c:v>4.0999999999999996</c:v>
                </c:pt>
                <c:pt idx="15079">
                  <c:v>9.5</c:v>
                </c:pt>
                <c:pt idx="15080">
                  <c:v>5.7</c:v>
                </c:pt>
                <c:pt idx="15081">
                  <c:v>7</c:v>
                </c:pt>
                <c:pt idx="15082">
                  <c:v>8.5</c:v>
                </c:pt>
                <c:pt idx="15083">
                  <c:v>8.3000000000000007</c:v>
                </c:pt>
                <c:pt idx="15084">
                  <c:v>5.0999999999999996</c:v>
                </c:pt>
                <c:pt idx="15085">
                  <c:v>9.3000000000000007</c:v>
                </c:pt>
                <c:pt idx="15086">
                  <c:v>9.1</c:v>
                </c:pt>
                <c:pt idx="15087">
                  <c:v>6.9</c:v>
                </c:pt>
                <c:pt idx="15088">
                  <c:v>7.8</c:v>
                </c:pt>
                <c:pt idx="15089">
                  <c:v>6.7</c:v>
                </c:pt>
                <c:pt idx="15090">
                  <c:v>5.6</c:v>
                </c:pt>
                <c:pt idx="15091">
                  <c:v>4.4000000000000004</c:v>
                </c:pt>
                <c:pt idx="15092">
                  <c:v>9.3000000000000007</c:v>
                </c:pt>
                <c:pt idx="15093">
                  <c:v>6.3</c:v>
                </c:pt>
                <c:pt idx="15094">
                  <c:v>5.5</c:v>
                </c:pt>
                <c:pt idx="15095">
                  <c:v>6.8</c:v>
                </c:pt>
                <c:pt idx="15096">
                  <c:v>9.3000000000000007</c:v>
                </c:pt>
                <c:pt idx="15097">
                  <c:v>7.4</c:v>
                </c:pt>
                <c:pt idx="15098">
                  <c:v>4.4000000000000004</c:v>
                </c:pt>
                <c:pt idx="15099">
                  <c:v>5</c:v>
                </c:pt>
                <c:pt idx="15100">
                  <c:v>8.5</c:v>
                </c:pt>
                <c:pt idx="15101">
                  <c:v>5.0999999999999996</c:v>
                </c:pt>
                <c:pt idx="15102">
                  <c:v>7.9</c:v>
                </c:pt>
                <c:pt idx="15103">
                  <c:v>7</c:v>
                </c:pt>
                <c:pt idx="15104">
                  <c:v>7</c:v>
                </c:pt>
                <c:pt idx="15105">
                  <c:v>8.8000000000000007</c:v>
                </c:pt>
                <c:pt idx="15106">
                  <c:v>4.5999999999999996</c:v>
                </c:pt>
                <c:pt idx="15107">
                  <c:v>8.1999999999999993</c:v>
                </c:pt>
                <c:pt idx="15108">
                  <c:v>5.2</c:v>
                </c:pt>
                <c:pt idx="15109">
                  <c:v>6.6</c:v>
                </c:pt>
                <c:pt idx="15110">
                  <c:v>8.3000000000000007</c:v>
                </c:pt>
                <c:pt idx="15111">
                  <c:v>7.6</c:v>
                </c:pt>
                <c:pt idx="15112">
                  <c:v>4.8</c:v>
                </c:pt>
                <c:pt idx="15113">
                  <c:v>7.4</c:v>
                </c:pt>
                <c:pt idx="15114">
                  <c:v>9.6999999999999993</c:v>
                </c:pt>
                <c:pt idx="15115">
                  <c:v>9</c:v>
                </c:pt>
                <c:pt idx="15116">
                  <c:v>6.5</c:v>
                </c:pt>
                <c:pt idx="15117">
                  <c:v>6.6</c:v>
                </c:pt>
                <c:pt idx="15118">
                  <c:v>7.5</c:v>
                </c:pt>
                <c:pt idx="15119">
                  <c:v>6.7</c:v>
                </c:pt>
                <c:pt idx="15120">
                  <c:v>4.2</c:v>
                </c:pt>
                <c:pt idx="15121">
                  <c:v>8.6999999999999993</c:v>
                </c:pt>
                <c:pt idx="15122">
                  <c:v>7.5</c:v>
                </c:pt>
                <c:pt idx="15123">
                  <c:v>6.1</c:v>
                </c:pt>
                <c:pt idx="15124">
                  <c:v>4.3</c:v>
                </c:pt>
                <c:pt idx="15125">
                  <c:v>6.9</c:v>
                </c:pt>
                <c:pt idx="15126">
                  <c:v>6.6</c:v>
                </c:pt>
                <c:pt idx="15127">
                  <c:v>8.4</c:v>
                </c:pt>
                <c:pt idx="15128">
                  <c:v>5.5</c:v>
                </c:pt>
                <c:pt idx="15129">
                  <c:v>8.5</c:v>
                </c:pt>
                <c:pt idx="15130">
                  <c:v>7.4</c:v>
                </c:pt>
                <c:pt idx="15131">
                  <c:v>8.3000000000000007</c:v>
                </c:pt>
                <c:pt idx="15132">
                  <c:v>6.1</c:v>
                </c:pt>
                <c:pt idx="15133">
                  <c:v>6.7</c:v>
                </c:pt>
                <c:pt idx="15134">
                  <c:v>6</c:v>
                </c:pt>
                <c:pt idx="15135">
                  <c:v>8.8000000000000007</c:v>
                </c:pt>
                <c:pt idx="15136">
                  <c:v>6.7</c:v>
                </c:pt>
                <c:pt idx="15137">
                  <c:v>10</c:v>
                </c:pt>
                <c:pt idx="15138">
                  <c:v>9.1999999999999993</c:v>
                </c:pt>
                <c:pt idx="15139">
                  <c:v>4.2</c:v>
                </c:pt>
                <c:pt idx="15140">
                  <c:v>4.4000000000000004</c:v>
                </c:pt>
                <c:pt idx="15141">
                  <c:v>8.5</c:v>
                </c:pt>
                <c:pt idx="15142">
                  <c:v>7.9</c:v>
                </c:pt>
                <c:pt idx="15143">
                  <c:v>8.1</c:v>
                </c:pt>
                <c:pt idx="15144">
                  <c:v>8.3000000000000007</c:v>
                </c:pt>
                <c:pt idx="15145">
                  <c:v>9.8000000000000007</c:v>
                </c:pt>
                <c:pt idx="15146">
                  <c:v>4.4000000000000004</c:v>
                </c:pt>
                <c:pt idx="15147">
                  <c:v>6.7</c:v>
                </c:pt>
                <c:pt idx="15148">
                  <c:v>7.7</c:v>
                </c:pt>
                <c:pt idx="15149">
                  <c:v>5.2</c:v>
                </c:pt>
                <c:pt idx="15150">
                  <c:v>6.4</c:v>
                </c:pt>
                <c:pt idx="15151">
                  <c:v>8.3000000000000007</c:v>
                </c:pt>
                <c:pt idx="15152">
                  <c:v>8.8000000000000007</c:v>
                </c:pt>
                <c:pt idx="15153">
                  <c:v>6.4</c:v>
                </c:pt>
                <c:pt idx="15154">
                  <c:v>8</c:v>
                </c:pt>
                <c:pt idx="15155">
                  <c:v>7.4</c:v>
                </c:pt>
                <c:pt idx="15156">
                  <c:v>6.1</c:v>
                </c:pt>
                <c:pt idx="15157">
                  <c:v>6.9</c:v>
                </c:pt>
                <c:pt idx="15158">
                  <c:v>7.5</c:v>
                </c:pt>
                <c:pt idx="15159">
                  <c:v>4.5999999999999996</c:v>
                </c:pt>
                <c:pt idx="15160">
                  <c:v>7.4</c:v>
                </c:pt>
                <c:pt idx="15161">
                  <c:v>8.6999999999999993</c:v>
                </c:pt>
                <c:pt idx="15162">
                  <c:v>5</c:v>
                </c:pt>
                <c:pt idx="15163">
                  <c:v>9.6</c:v>
                </c:pt>
                <c:pt idx="15164">
                  <c:v>7.7</c:v>
                </c:pt>
                <c:pt idx="15165">
                  <c:v>5.2</c:v>
                </c:pt>
                <c:pt idx="15166">
                  <c:v>7.5</c:v>
                </c:pt>
                <c:pt idx="15167">
                  <c:v>4.4000000000000004</c:v>
                </c:pt>
                <c:pt idx="15168">
                  <c:v>8.4</c:v>
                </c:pt>
                <c:pt idx="15169">
                  <c:v>5.4</c:v>
                </c:pt>
                <c:pt idx="15170">
                  <c:v>4.9000000000000004</c:v>
                </c:pt>
                <c:pt idx="15171">
                  <c:v>8.1999999999999993</c:v>
                </c:pt>
                <c:pt idx="15172">
                  <c:v>6.9</c:v>
                </c:pt>
                <c:pt idx="15173">
                  <c:v>7.3</c:v>
                </c:pt>
                <c:pt idx="15174">
                  <c:v>6.8</c:v>
                </c:pt>
                <c:pt idx="15175">
                  <c:v>5.2</c:v>
                </c:pt>
                <c:pt idx="15176">
                  <c:v>6</c:v>
                </c:pt>
                <c:pt idx="15177">
                  <c:v>9.4</c:v>
                </c:pt>
                <c:pt idx="15178">
                  <c:v>8</c:v>
                </c:pt>
                <c:pt idx="15179">
                  <c:v>5.2</c:v>
                </c:pt>
                <c:pt idx="15180">
                  <c:v>4.3</c:v>
                </c:pt>
                <c:pt idx="15181">
                  <c:v>6</c:v>
                </c:pt>
                <c:pt idx="15182">
                  <c:v>4.2</c:v>
                </c:pt>
                <c:pt idx="15183">
                  <c:v>7.1</c:v>
                </c:pt>
                <c:pt idx="15184">
                  <c:v>5.0999999999999996</c:v>
                </c:pt>
                <c:pt idx="15185">
                  <c:v>9.8000000000000007</c:v>
                </c:pt>
                <c:pt idx="15186">
                  <c:v>5.3</c:v>
                </c:pt>
                <c:pt idx="15187">
                  <c:v>5.3</c:v>
                </c:pt>
                <c:pt idx="15188">
                  <c:v>8.1999999999999993</c:v>
                </c:pt>
                <c:pt idx="15189">
                  <c:v>8.1999999999999993</c:v>
                </c:pt>
                <c:pt idx="15190">
                  <c:v>8.6</c:v>
                </c:pt>
                <c:pt idx="15191">
                  <c:v>9.3000000000000007</c:v>
                </c:pt>
                <c:pt idx="15192">
                  <c:v>4.5999999999999996</c:v>
                </c:pt>
                <c:pt idx="15193">
                  <c:v>4.5999999999999996</c:v>
                </c:pt>
                <c:pt idx="15194">
                  <c:v>6.9</c:v>
                </c:pt>
                <c:pt idx="15195">
                  <c:v>8.4</c:v>
                </c:pt>
                <c:pt idx="15196">
                  <c:v>8.4</c:v>
                </c:pt>
                <c:pt idx="15197">
                  <c:v>8.3000000000000007</c:v>
                </c:pt>
                <c:pt idx="15198">
                  <c:v>7.3</c:v>
                </c:pt>
                <c:pt idx="15199">
                  <c:v>6.3</c:v>
                </c:pt>
                <c:pt idx="15200">
                  <c:v>6.3</c:v>
                </c:pt>
                <c:pt idx="15201">
                  <c:v>8.9</c:v>
                </c:pt>
                <c:pt idx="15202">
                  <c:v>8.8000000000000007</c:v>
                </c:pt>
                <c:pt idx="15203">
                  <c:v>9.5</c:v>
                </c:pt>
                <c:pt idx="15204">
                  <c:v>8.3000000000000007</c:v>
                </c:pt>
                <c:pt idx="15205">
                  <c:v>6.4</c:v>
                </c:pt>
                <c:pt idx="15206">
                  <c:v>8.4</c:v>
                </c:pt>
                <c:pt idx="15207">
                  <c:v>10</c:v>
                </c:pt>
                <c:pt idx="15208">
                  <c:v>9.1</c:v>
                </c:pt>
                <c:pt idx="15209">
                  <c:v>8.1</c:v>
                </c:pt>
                <c:pt idx="15210">
                  <c:v>4.5999999999999996</c:v>
                </c:pt>
                <c:pt idx="15211">
                  <c:v>10</c:v>
                </c:pt>
                <c:pt idx="15212">
                  <c:v>4.8</c:v>
                </c:pt>
                <c:pt idx="15213">
                  <c:v>9</c:v>
                </c:pt>
                <c:pt idx="15214">
                  <c:v>7</c:v>
                </c:pt>
                <c:pt idx="15215">
                  <c:v>9.3000000000000007</c:v>
                </c:pt>
                <c:pt idx="15216">
                  <c:v>8.1</c:v>
                </c:pt>
                <c:pt idx="15217">
                  <c:v>4.4000000000000004</c:v>
                </c:pt>
                <c:pt idx="15218">
                  <c:v>6</c:v>
                </c:pt>
                <c:pt idx="15219">
                  <c:v>9.6999999999999993</c:v>
                </c:pt>
                <c:pt idx="15220">
                  <c:v>5.0999999999999996</c:v>
                </c:pt>
                <c:pt idx="15221">
                  <c:v>8.6999999999999993</c:v>
                </c:pt>
                <c:pt idx="15222">
                  <c:v>5</c:v>
                </c:pt>
                <c:pt idx="15223">
                  <c:v>9.4</c:v>
                </c:pt>
                <c:pt idx="15224">
                  <c:v>4.8</c:v>
                </c:pt>
                <c:pt idx="15225">
                  <c:v>6.5</c:v>
                </c:pt>
                <c:pt idx="15226">
                  <c:v>4.2</c:v>
                </c:pt>
                <c:pt idx="15227">
                  <c:v>7.3</c:v>
                </c:pt>
                <c:pt idx="15228">
                  <c:v>9.1</c:v>
                </c:pt>
                <c:pt idx="15229">
                  <c:v>7.4</c:v>
                </c:pt>
                <c:pt idx="15230">
                  <c:v>6.9</c:v>
                </c:pt>
                <c:pt idx="15231">
                  <c:v>9.5</c:v>
                </c:pt>
                <c:pt idx="15232">
                  <c:v>9.1999999999999993</c:v>
                </c:pt>
                <c:pt idx="15233">
                  <c:v>4.0999999999999996</c:v>
                </c:pt>
                <c:pt idx="15234">
                  <c:v>4.3</c:v>
                </c:pt>
                <c:pt idx="15235">
                  <c:v>7.4</c:v>
                </c:pt>
                <c:pt idx="15236">
                  <c:v>6.1</c:v>
                </c:pt>
                <c:pt idx="15237">
                  <c:v>7.8</c:v>
                </c:pt>
                <c:pt idx="15238">
                  <c:v>8.9</c:v>
                </c:pt>
                <c:pt idx="15239">
                  <c:v>5.5</c:v>
                </c:pt>
                <c:pt idx="15240">
                  <c:v>7.4</c:v>
                </c:pt>
                <c:pt idx="15241">
                  <c:v>9.9</c:v>
                </c:pt>
                <c:pt idx="15242">
                  <c:v>8.6999999999999993</c:v>
                </c:pt>
                <c:pt idx="15243">
                  <c:v>9.1</c:v>
                </c:pt>
                <c:pt idx="15244">
                  <c:v>4.5999999999999996</c:v>
                </c:pt>
                <c:pt idx="15245">
                  <c:v>5.7</c:v>
                </c:pt>
                <c:pt idx="15246">
                  <c:v>4.4000000000000004</c:v>
                </c:pt>
                <c:pt idx="15247">
                  <c:v>6.2</c:v>
                </c:pt>
                <c:pt idx="15248">
                  <c:v>4</c:v>
                </c:pt>
                <c:pt idx="15249">
                  <c:v>4.5999999999999996</c:v>
                </c:pt>
                <c:pt idx="15250">
                  <c:v>6.4</c:v>
                </c:pt>
                <c:pt idx="15251">
                  <c:v>5.7</c:v>
                </c:pt>
                <c:pt idx="15252">
                  <c:v>5.9</c:v>
                </c:pt>
                <c:pt idx="15253">
                  <c:v>4.7</c:v>
                </c:pt>
                <c:pt idx="15254">
                  <c:v>4.4000000000000004</c:v>
                </c:pt>
                <c:pt idx="15255">
                  <c:v>9.6999999999999993</c:v>
                </c:pt>
                <c:pt idx="15256">
                  <c:v>5.7</c:v>
                </c:pt>
                <c:pt idx="15257">
                  <c:v>4</c:v>
                </c:pt>
                <c:pt idx="15258">
                  <c:v>5.2</c:v>
                </c:pt>
                <c:pt idx="15259">
                  <c:v>8.6</c:v>
                </c:pt>
                <c:pt idx="15260">
                  <c:v>6.2</c:v>
                </c:pt>
                <c:pt idx="15261">
                  <c:v>6.2</c:v>
                </c:pt>
                <c:pt idx="15262">
                  <c:v>7.6</c:v>
                </c:pt>
                <c:pt idx="15263">
                  <c:v>6.9</c:v>
                </c:pt>
                <c:pt idx="15264">
                  <c:v>6</c:v>
                </c:pt>
                <c:pt idx="15265">
                  <c:v>9.9</c:v>
                </c:pt>
                <c:pt idx="15266">
                  <c:v>5.8</c:v>
                </c:pt>
                <c:pt idx="15267">
                  <c:v>9.9</c:v>
                </c:pt>
                <c:pt idx="15268">
                  <c:v>6.5</c:v>
                </c:pt>
                <c:pt idx="15269">
                  <c:v>6</c:v>
                </c:pt>
                <c:pt idx="15270">
                  <c:v>5.6</c:v>
                </c:pt>
                <c:pt idx="15271">
                  <c:v>6.4</c:v>
                </c:pt>
                <c:pt idx="15272">
                  <c:v>4.5999999999999996</c:v>
                </c:pt>
                <c:pt idx="15273">
                  <c:v>9.4</c:v>
                </c:pt>
                <c:pt idx="15274">
                  <c:v>9</c:v>
                </c:pt>
                <c:pt idx="15275">
                  <c:v>9</c:v>
                </c:pt>
                <c:pt idx="15276">
                  <c:v>5.2</c:v>
                </c:pt>
                <c:pt idx="15277">
                  <c:v>4.2</c:v>
                </c:pt>
                <c:pt idx="15278">
                  <c:v>8.8000000000000007</c:v>
                </c:pt>
                <c:pt idx="15279">
                  <c:v>8.8000000000000007</c:v>
                </c:pt>
                <c:pt idx="15280">
                  <c:v>5.0999999999999996</c:v>
                </c:pt>
                <c:pt idx="15281">
                  <c:v>7.6</c:v>
                </c:pt>
                <c:pt idx="15282">
                  <c:v>9.4</c:v>
                </c:pt>
                <c:pt idx="15283">
                  <c:v>6.1</c:v>
                </c:pt>
                <c:pt idx="15284">
                  <c:v>9.4</c:v>
                </c:pt>
                <c:pt idx="15285">
                  <c:v>10</c:v>
                </c:pt>
                <c:pt idx="15286">
                  <c:v>9.4</c:v>
                </c:pt>
                <c:pt idx="15287">
                  <c:v>6.7</c:v>
                </c:pt>
                <c:pt idx="15288">
                  <c:v>7.3</c:v>
                </c:pt>
                <c:pt idx="15289">
                  <c:v>6.7</c:v>
                </c:pt>
                <c:pt idx="15290">
                  <c:v>5.3</c:v>
                </c:pt>
                <c:pt idx="15291">
                  <c:v>7.9</c:v>
                </c:pt>
                <c:pt idx="15292">
                  <c:v>9.9</c:v>
                </c:pt>
                <c:pt idx="15293">
                  <c:v>4</c:v>
                </c:pt>
                <c:pt idx="15294">
                  <c:v>8.6999999999999993</c:v>
                </c:pt>
                <c:pt idx="15295">
                  <c:v>6.3</c:v>
                </c:pt>
                <c:pt idx="15296">
                  <c:v>7.1</c:v>
                </c:pt>
                <c:pt idx="15297">
                  <c:v>5.0999999999999996</c:v>
                </c:pt>
                <c:pt idx="15298">
                  <c:v>9.9</c:v>
                </c:pt>
                <c:pt idx="15299">
                  <c:v>7.3</c:v>
                </c:pt>
                <c:pt idx="15300">
                  <c:v>4.3</c:v>
                </c:pt>
                <c:pt idx="15301">
                  <c:v>5.9</c:v>
                </c:pt>
                <c:pt idx="15302">
                  <c:v>6.1</c:v>
                </c:pt>
                <c:pt idx="15303">
                  <c:v>7.4</c:v>
                </c:pt>
                <c:pt idx="15304">
                  <c:v>5.6</c:v>
                </c:pt>
                <c:pt idx="15305">
                  <c:v>4.7</c:v>
                </c:pt>
                <c:pt idx="15306">
                  <c:v>8.6999999999999993</c:v>
                </c:pt>
                <c:pt idx="15307">
                  <c:v>9.1</c:v>
                </c:pt>
                <c:pt idx="15308">
                  <c:v>6.6</c:v>
                </c:pt>
                <c:pt idx="15309">
                  <c:v>4.0999999999999996</c:v>
                </c:pt>
                <c:pt idx="15310">
                  <c:v>7.2</c:v>
                </c:pt>
                <c:pt idx="15311">
                  <c:v>9.6</c:v>
                </c:pt>
                <c:pt idx="15312">
                  <c:v>5.6</c:v>
                </c:pt>
                <c:pt idx="15313">
                  <c:v>7.5</c:v>
                </c:pt>
                <c:pt idx="15314">
                  <c:v>6.6</c:v>
                </c:pt>
                <c:pt idx="15315">
                  <c:v>5</c:v>
                </c:pt>
                <c:pt idx="15316">
                  <c:v>7.4</c:v>
                </c:pt>
                <c:pt idx="15317">
                  <c:v>8.6999999999999993</c:v>
                </c:pt>
                <c:pt idx="15318">
                  <c:v>8.6999999999999993</c:v>
                </c:pt>
                <c:pt idx="15319">
                  <c:v>9.9</c:v>
                </c:pt>
                <c:pt idx="15320">
                  <c:v>5.9</c:v>
                </c:pt>
                <c:pt idx="15321">
                  <c:v>8.5</c:v>
                </c:pt>
                <c:pt idx="15322">
                  <c:v>6.2</c:v>
                </c:pt>
                <c:pt idx="15323">
                  <c:v>7.7</c:v>
                </c:pt>
                <c:pt idx="15324">
                  <c:v>6.4</c:v>
                </c:pt>
                <c:pt idx="15325">
                  <c:v>7.3</c:v>
                </c:pt>
                <c:pt idx="15326">
                  <c:v>5.2</c:v>
                </c:pt>
                <c:pt idx="15327">
                  <c:v>5.5</c:v>
                </c:pt>
                <c:pt idx="15328">
                  <c:v>9.1</c:v>
                </c:pt>
                <c:pt idx="15329">
                  <c:v>6.9</c:v>
                </c:pt>
                <c:pt idx="15330">
                  <c:v>4.9000000000000004</c:v>
                </c:pt>
                <c:pt idx="15331">
                  <c:v>9.6999999999999993</c:v>
                </c:pt>
                <c:pt idx="15332">
                  <c:v>8.5</c:v>
                </c:pt>
                <c:pt idx="15333">
                  <c:v>7.4</c:v>
                </c:pt>
                <c:pt idx="15334">
                  <c:v>7.3</c:v>
                </c:pt>
                <c:pt idx="15335">
                  <c:v>6.8</c:v>
                </c:pt>
                <c:pt idx="15336">
                  <c:v>4.3</c:v>
                </c:pt>
                <c:pt idx="15337">
                  <c:v>9.4</c:v>
                </c:pt>
                <c:pt idx="15338">
                  <c:v>6.6</c:v>
                </c:pt>
                <c:pt idx="15339">
                  <c:v>9.6</c:v>
                </c:pt>
                <c:pt idx="15340">
                  <c:v>6.5</c:v>
                </c:pt>
                <c:pt idx="15341">
                  <c:v>7.1</c:v>
                </c:pt>
                <c:pt idx="15342">
                  <c:v>8.4</c:v>
                </c:pt>
                <c:pt idx="15343">
                  <c:v>4.9000000000000004</c:v>
                </c:pt>
                <c:pt idx="15344">
                  <c:v>9.6</c:v>
                </c:pt>
                <c:pt idx="15345">
                  <c:v>9.1999999999999993</c:v>
                </c:pt>
                <c:pt idx="15346">
                  <c:v>9.6</c:v>
                </c:pt>
                <c:pt idx="15347">
                  <c:v>5.7</c:v>
                </c:pt>
                <c:pt idx="15348">
                  <c:v>8.4</c:v>
                </c:pt>
                <c:pt idx="15349">
                  <c:v>4.8</c:v>
                </c:pt>
                <c:pt idx="15350">
                  <c:v>5.0999999999999996</c:v>
                </c:pt>
                <c:pt idx="15351">
                  <c:v>4.5999999999999996</c:v>
                </c:pt>
                <c:pt idx="15352">
                  <c:v>6</c:v>
                </c:pt>
                <c:pt idx="15353">
                  <c:v>8.6</c:v>
                </c:pt>
                <c:pt idx="15354">
                  <c:v>9</c:v>
                </c:pt>
                <c:pt idx="15355">
                  <c:v>4.4000000000000004</c:v>
                </c:pt>
                <c:pt idx="15356">
                  <c:v>8.9</c:v>
                </c:pt>
                <c:pt idx="15357">
                  <c:v>9.4</c:v>
                </c:pt>
                <c:pt idx="15358">
                  <c:v>7.3</c:v>
                </c:pt>
                <c:pt idx="15359">
                  <c:v>8.6999999999999993</c:v>
                </c:pt>
                <c:pt idx="15360">
                  <c:v>4.0999999999999996</c:v>
                </c:pt>
                <c:pt idx="15361">
                  <c:v>10</c:v>
                </c:pt>
                <c:pt idx="15362">
                  <c:v>9.8000000000000007</c:v>
                </c:pt>
                <c:pt idx="15363">
                  <c:v>9.6</c:v>
                </c:pt>
                <c:pt idx="15364">
                  <c:v>9.8000000000000007</c:v>
                </c:pt>
                <c:pt idx="15365">
                  <c:v>7.7</c:v>
                </c:pt>
                <c:pt idx="15366">
                  <c:v>4.3</c:v>
                </c:pt>
                <c:pt idx="15367">
                  <c:v>4.7</c:v>
                </c:pt>
                <c:pt idx="15368">
                  <c:v>6.6</c:v>
                </c:pt>
                <c:pt idx="15369">
                  <c:v>8.9</c:v>
                </c:pt>
                <c:pt idx="15370">
                  <c:v>8.4</c:v>
                </c:pt>
                <c:pt idx="15371">
                  <c:v>8.4</c:v>
                </c:pt>
                <c:pt idx="15372">
                  <c:v>9.4</c:v>
                </c:pt>
                <c:pt idx="15373">
                  <c:v>4.5999999999999996</c:v>
                </c:pt>
                <c:pt idx="15374">
                  <c:v>5.8</c:v>
                </c:pt>
                <c:pt idx="15375">
                  <c:v>4.5</c:v>
                </c:pt>
                <c:pt idx="15376">
                  <c:v>5</c:v>
                </c:pt>
                <c:pt idx="15377">
                  <c:v>7.6</c:v>
                </c:pt>
                <c:pt idx="15378">
                  <c:v>9.1</c:v>
                </c:pt>
                <c:pt idx="15379">
                  <c:v>5.3</c:v>
                </c:pt>
                <c:pt idx="15380">
                  <c:v>7.3</c:v>
                </c:pt>
                <c:pt idx="15381">
                  <c:v>5.7</c:v>
                </c:pt>
                <c:pt idx="15382">
                  <c:v>4.4000000000000004</c:v>
                </c:pt>
                <c:pt idx="15383">
                  <c:v>7.1</c:v>
                </c:pt>
                <c:pt idx="15384">
                  <c:v>7.4</c:v>
                </c:pt>
                <c:pt idx="15385">
                  <c:v>6.3</c:v>
                </c:pt>
                <c:pt idx="15386">
                  <c:v>9.8000000000000007</c:v>
                </c:pt>
                <c:pt idx="15387">
                  <c:v>7.5</c:v>
                </c:pt>
                <c:pt idx="15388">
                  <c:v>5</c:v>
                </c:pt>
                <c:pt idx="15389">
                  <c:v>4</c:v>
                </c:pt>
                <c:pt idx="15390">
                  <c:v>8.6</c:v>
                </c:pt>
                <c:pt idx="15391">
                  <c:v>6.4</c:v>
                </c:pt>
                <c:pt idx="15392">
                  <c:v>8</c:v>
                </c:pt>
                <c:pt idx="15393">
                  <c:v>4.8</c:v>
                </c:pt>
                <c:pt idx="15394">
                  <c:v>4.8</c:v>
                </c:pt>
                <c:pt idx="15395">
                  <c:v>9.8000000000000007</c:v>
                </c:pt>
                <c:pt idx="15396">
                  <c:v>4</c:v>
                </c:pt>
                <c:pt idx="15397">
                  <c:v>7.5</c:v>
                </c:pt>
                <c:pt idx="15398">
                  <c:v>8.3000000000000007</c:v>
                </c:pt>
                <c:pt idx="15399">
                  <c:v>6.5</c:v>
                </c:pt>
                <c:pt idx="15400">
                  <c:v>8.1999999999999993</c:v>
                </c:pt>
                <c:pt idx="15401">
                  <c:v>6.2</c:v>
                </c:pt>
                <c:pt idx="15402">
                  <c:v>8.3000000000000007</c:v>
                </c:pt>
                <c:pt idx="15403">
                  <c:v>7.8</c:v>
                </c:pt>
                <c:pt idx="15404">
                  <c:v>7.4</c:v>
                </c:pt>
                <c:pt idx="15405">
                  <c:v>4.5</c:v>
                </c:pt>
                <c:pt idx="15406">
                  <c:v>6.3</c:v>
                </c:pt>
                <c:pt idx="15407">
                  <c:v>9.8000000000000007</c:v>
                </c:pt>
                <c:pt idx="15408">
                  <c:v>7.4</c:v>
                </c:pt>
                <c:pt idx="15409">
                  <c:v>6.2</c:v>
                </c:pt>
                <c:pt idx="15410">
                  <c:v>7.4</c:v>
                </c:pt>
                <c:pt idx="15411">
                  <c:v>8.3000000000000007</c:v>
                </c:pt>
                <c:pt idx="15412">
                  <c:v>8.6</c:v>
                </c:pt>
                <c:pt idx="15413">
                  <c:v>9.6999999999999993</c:v>
                </c:pt>
                <c:pt idx="15414">
                  <c:v>5.9</c:v>
                </c:pt>
                <c:pt idx="15415">
                  <c:v>5.0999999999999996</c:v>
                </c:pt>
                <c:pt idx="15416">
                  <c:v>5.9</c:v>
                </c:pt>
                <c:pt idx="15417">
                  <c:v>7.3</c:v>
                </c:pt>
                <c:pt idx="15418">
                  <c:v>4.5999999999999996</c:v>
                </c:pt>
                <c:pt idx="15419">
                  <c:v>9.1999999999999993</c:v>
                </c:pt>
                <c:pt idx="15420">
                  <c:v>8.1999999999999993</c:v>
                </c:pt>
                <c:pt idx="15421">
                  <c:v>7.7</c:v>
                </c:pt>
                <c:pt idx="15422">
                  <c:v>5.9</c:v>
                </c:pt>
                <c:pt idx="15423">
                  <c:v>7.6</c:v>
                </c:pt>
                <c:pt idx="15424">
                  <c:v>5.0999999999999996</c:v>
                </c:pt>
                <c:pt idx="15425">
                  <c:v>4.5</c:v>
                </c:pt>
                <c:pt idx="15426">
                  <c:v>6.9</c:v>
                </c:pt>
                <c:pt idx="15427">
                  <c:v>8.3000000000000007</c:v>
                </c:pt>
                <c:pt idx="15428">
                  <c:v>7.2</c:v>
                </c:pt>
                <c:pt idx="15429">
                  <c:v>7.9</c:v>
                </c:pt>
                <c:pt idx="15430">
                  <c:v>8.4</c:v>
                </c:pt>
                <c:pt idx="15431">
                  <c:v>6.5</c:v>
                </c:pt>
                <c:pt idx="15432">
                  <c:v>7.3</c:v>
                </c:pt>
                <c:pt idx="15433">
                  <c:v>4.4000000000000004</c:v>
                </c:pt>
                <c:pt idx="15434">
                  <c:v>8.9</c:v>
                </c:pt>
                <c:pt idx="15435">
                  <c:v>4</c:v>
                </c:pt>
                <c:pt idx="15436">
                  <c:v>5.4</c:v>
                </c:pt>
                <c:pt idx="15437">
                  <c:v>7.9</c:v>
                </c:pt>
                <c:pt idx="15438">
                  <c:v>9.3000000000000007</c:v>
                </c:pt>
                <c:pt idx="15439">
                  <c:v>5.7</c:v>
                </c:pt>
                <c:pt idx="15440">
                  <c:v>4.5</c:v>
                </c:pt>
                <c:pt idx="15441">
                  <c:v>8.6999999999999993</c:v>
                </c:pt>
                <c:pt idx="15442">
                  <c:v>7</c:v>
                </c:pt>
                <c:pt idx="15443">
                  <c:v>6.5</c:v>
                </c:pt>
                <c:pt idx="15444">
                  <c:v>4.2</c:v>
                </c:pt>
                <c:pt idx="15445">
                  <c:v>6.5</c:v>
                </c:pt>
                <c:pt idx="15446">
                  <c:v>7.1</c:v>
                </c:pt>
                <c:pt idx="15447">
                  <c:v>6.2</c:v>
                </c:pt>
                <c:pt idx="15448">
                  <c:v>4.3</c:v>
                </c:pt>
                <c:pt idx="15449">
                  <c:v>7.2</c:v>
                </c:pt>
                <c:pt idx="15450">
                  <c:v>4.2</c:v>
                </c:pt>
                <c:pt idx="15451">
                  <c:v>7.2</c:v>
                </c:pt>
                <c:pt idx="15452">
                  <c:v>8.6</c:v>
                </c:pt>
                <c:pt idx="15453">
                  <c:v>9.8000000000000007</c:v>
                </c:pt>
                <c:pt idx="15454">
                  <c:v>6.4</c:v>
                </c:pt>
                <c:pt idx="15455">
                  <c:v>8.1</c:v>
                </c:pt>
                <c:pt idx="15456">
                  <c:v>6.7</c:v>
                </c:pt>
                <c:pt idx="15457">
                  <c:v>4.3</c:v>
                </c:pt>
                <c:pt idx="15458">
                  <c:v>4.5</c:v>
                </c:pt>
                <c:pt idx="15459">
                  <c:v>4.9000000000000004</c:v>
                </c:pt>
                <c:pt idx="15460">
                  <c:v>4.9000000000000004</c:v>
                </c:pt>
                <c:pt idx="15461">
                  <c:v>9.9</c:v>
                </c:pt>
                <c:pt idx="15462">
                  <c:v>6.2</c:v>
                </c:pt>
                <c:pt idx="15463">
                  <c:v>8.4</c:v>
                </c:pt>
                <c:pt idx="15464">
                  <c:v>8.8000000000000007</c:v>
                </c:pt>
                <c:pt idx="15465">
                  <c:v>6</c:v>
                </c:pt>
                <c:pt idx="15466">
                  <c:v>8.1</c:v>
                </c:pt>
                <c:pt idx="15467">
                  <c:v>9.6</c:v>
                </c:pt>
                <c:pt idx="15468">
                  <c:v>9.1999999999999993</c:v>
                </c:pt>
                <c:pt idx="15469">
                  <c:v>5.0999999999999996</c:v>
                </c:pt>
                <c:pt idx="15470">
                  <c:v>5.7</c:v>
                </c:pt>
                <c:pt idx="15471">
                  <c:v>8.8000000000000007</c:v>
                </c:pt>
                <c:pt idx="15472">
                  <c:v>6.1</c:v>
                </c:pt>
                <c:pt idx="15473">
                  <c:v>9.4</c:v>
                </c:pt>
                <c:pt idx="15474">
                  <c:v>8</c:v>
                </c:pt>
                <c:pt idx="15475">
                  <c:v>5.6</c:v>
                </c:pt>
                <c:pt idx="15476">
                  <c:v>5.0999999999999996</c:v>
                </c:pt>
                <c:pt idx="15477">
                  <c:v>9.1</c:v>
                </c:pt>
                <c:pt idx="15478">
                  <c:v>8.9</c:v>
                </c:pt>
                <c:pt idx="15479">
                  <c:v>7.9</c:v>
                </c:pt>
                <c:pt idx="15480">
                  <c:v>6.5</c:v>
                </c:pt>
                <c:pt idx="15481">
                  <c:v>7.3</c:v>
                </c:pt>
                <c:pt idx="15482">
                  <c:v>6.2</c:v>
                </c:pt>
                <c:pt idx="15483">
                  <c:v>7.5</c:v>
                </c:pt>
                <c:pt idx="15484">
                  <c:v>7.6</c:v>
                </c:pt>
                <c:pt idx="15485">
                  <c:v>4.2</c:v>
                </c:pt>
                <c:pt idx="15486">
                  <c:v>9.8000000000000007</c:v>
                </c:pt>
                <c:pt idx="15487">
                  <c:v>8.6999999999999993</c:v>
                </c:pt>
                <c:pt idx="15488">
                  <c:v>4.2</c:v>
                </c:pt>
                <c:pt idx="15489">
                  <c:v>4.0999999999999996</c:v>
                </c:pt>
                <c:pt idx="15490">
                  <c:v>4</c:v>
                </c:pt>
                <c:pt idx="15491">
                  <c:v>9.1999999999999993</c:v>
                </c:pt>
                <c:pt idx="15492">
                  <c:v>7.5</c:v>
                </c:pt>
                <c:pt idx="15493">
                  <c:v>5.3</c:v>
                </c:pt>
                <c:pt idx="15494">
                  <c:v>6.9</c:v>
                </c:pt>
                <c:pt idx="15495">
                  <c:v>6.7</c:v>
                </c:pt>
                <c:pt idx="15496">
                  <c:v>9.1999999999999993</c:v>
                </c:pt>
                <c:pt idx="15497">
                  <c:v>8.4</c:v>
                </c:pt>
                <c:pt idx="15498">
                  <c:v>8.1999999999999993</c:v>
                </c:pt>
                <c:pt idx="15499">
                  <c:v>5.2</c:v>
                </c:pt>
                <c:pt idx="15500">
                  <c:v>8.6999999999999993</c:v>
                </c:pt>
                <c:pt idx="15501">
                  <c:v>4.9000000000000004</c:v>
                </c:pt>
                <c:pt idx="15502">
                  <c:v>4.0999999999999996</c:v>
                </c:pt>
                <c:pt idx="15503">
                  <c:v>8.1</c:v>
                </c:pt>
                <c:pt idx="15504">
                  <c:v>5.9</c:v>
                </c:pt>
                <c:pt idx="15505">
                  <c:v>5.2</c:v>
                </c:pt>
                <c:pt idx="15506">
                  <c:v>4.5999999999999996</c:v>
                </c:pt>
                <c:pt idx="15507">
                  <c:v>6.5</c:v>
                </c:pt>
                <c:pt idx="15508">
                  <c:v>4.7</c:v>
                </c:pt>
                <c:pt idx="15509">
                  <c:v>9.6</c:v>
                </c:pt>
                <c:pt idx="15510">
                  <c:v>4.4000000000000004</c:v>
                </c:pt>
                <c:pt idx="15511">
                  <c:v>8.6</c:v>
                </c:pt>
                <c:pt idx="15512">
                  <c:v>9.4</c:v>
                </c:pt>
                <c:pt idx="15513">
                  <c:v>8.5</c:v>
                </c:pt>
                <c:pt idx="15514">
                  <c:v>4.2</c:v>
                </c:pt>
                <c:pt idx="15515">
                  <c:v>5.9</c:v>
                </c:pt>
                <c:pt idx="15516">
                  <c:v>7.6</c:v>
                </c:pt>
                <c:pt idx="15517">
                  <c:v>8</c:v>
                </c:pt>
                <c:pt idx="15518">
                  <c:v>6.9</c:v>
                </c:pt>
                <c:pt idx="15519">
                  <c:v>9.3000000000000007</c:v>
                </c:pt>
                <c:pt idx="15520">
                  <c:v>4.5</c:v>
                </c:pt>
                <c:pt idx="15521">
                  <c:v>5.2</c:v>
                </c:pt>
                <c:pt idx="15522">
                  <c:v>7.5</c:v>
                </c:pt>
                <c:pt idx="15523">
                  <c:v>7.8</c:v>
                </c:pt>
                <c:pt idx="15524">
                  <c:v>7.6</c:v>
                </c:pt>
                <c:pt idx="15525">
                  <c:v>9.5</c:v>
                </c:pt>
                <c:pt idx="15526">
                  <c:v>8.6</c:v>
                </c:pt>
                <c:pt idx="15527">
                  <c:v>7</c:v>
                </c:pt>
                <c:pt idx="15528">
                  <c:v>8.3000000000000007</c:v>
                </c:pt>
                <c:pt idx="15529">
                  <c:v>5.5</c:v>
                </c:pt>
                <c:pt idx="15530">
                  <c:v>8.9</c:v>
                </c:pt>
                <c:pt idx="15531">
                  <c:v>9.9</c:v>
                </c:pt>
                <c:pt idx="15532">
                  <c:v>5.4</c:v>
                </c:pt>
                <c:pt idx="15533">
                  <c:v>6.5</c:v>
                </c:pt>
                <c:pt idx="15534">
                  <c:v>8.6999999999999993</c:v>
                </c:pt>
                <c:pt idx="15535">
                  <c:v>9.8000000000000007</c:v>
                </c:pt>
                <c:pt idx="15536">
                  <c:v>9.1999999999999993</c:v>
                </c:pt>
                <c:pt idx="15537">
                  <c:v>7.2</c:v>
                </c:pt>
                <c:pt idx="15538">
                  <c:v>4.3</c:v>
                </c:pt>
                <c:pt idx="15539">
                  <c:v>8.9</c:v>
                </c:pt>
                <c:pt idx="15540">
                  <c:v>7.8</c:v>
                </c:pt>
                <c:pt idx="15541">
                  <c:v>8.6</c:v>
                </c:pt>
                <c:pt idx="15542">
                  <c:v>8.9</c:v>
                </c:pt>
                <c:pt idx="15543">
                  <c:v>6.3</c:v>
                </c:pt>
                <c:pt idx="15544">
                  <c:v>8.6999999999999993</c:v>
                </c:pt>
                <c:pt idx="15545">
                  <c:v>7.3</c:v>
                </c:pt>
                <c:pt idx="15546">
                  <c:v>5.0999999999999996</c:v>
                </c:pt>
                <c:pt idx="15547">
                  <c:v>8.6</c:v>
                </c:pt>
                <c:pt idx="15548">
                  <c:v>5</c:v>
                </c:pt>
                <c:pt idx="15549">
                  <c:v>8.1</c:v>
                </c:pt>
                <c:pt idx="15550">
                  <c:v>7.7</c:v>
                </c:pt>
                <c:pt idx="15551">
                  <c:v>8.1999999999999993</c:v>
                </c:pt>
                <c:pt idx="15552">
                  <c:v>5.4</c:v>
                </c:pt>
                <c:pt idx="15553">
                  <c:v>8.6999999999999993</c:v>
                </c:pt>
                <c:pt idx="15554">
                  <c:v>9.4</c:v>
                </c:pt>
                <c:pt idx="15555">
                  <c:v>8.1999999999999993</c:v>
                </c:pt>
                <c:pt idx="15556">
                  <c:v>7.8</c:v>
                </c:pt>
                <c:pt idx="15557">
                  <c:v>5.4</c:v>
                </c:pt>
                <c:pt idx="15558">
                  <c:v>4.4000000000000004</c:v>
                </c:pt>
                <c:pt idx="15559">
                  <c:v>4.4000000000000004</c:v>
                </c:pt>
                <c:pt idx="15560">
                  <c:v>7</c:v>
                </c:pt>
                <c:pt idx="15561">
                  <c:v>4.0999999999999996</c:v>
                </c:pt>
                <c:pt idx="15562">
                  <c:v>4.9000000000000004</c:v>
                </c:pt>
                <c:pt idx="15563">
                  <c:v>4.5</c:v>
                </c:pt>
                <c:pt idx="15564">
                  <c:v>4.5</c:v>
                </c:pt>
                <c:pt idx="15565">
                  <c:v>4.5999999999999996</c:v>
                </c:pt>
                <c:pt idx="15566">
                  <c:v>5.7</c:v>
                </c:pt>
                <c:pt idx="15567">
                  <c:v>5.2</c:v>
                </c:pt>
                <c:pt idx="15568">
                  <c:v>4.4000000000000004</c:v>
                </c:pt>
                <c:pt idx="15569">
                  <c:v>4.0999999999999996</c:v>
                </c:pt>
                <c:pt idx="15570">
                  <c:v>8.9</c:v>
                </c:pt>
                <c:pt idx="15571">
                  <c:v>5</c:v>
                </c:pt>
                <c:pt idx="15572">
                  <c:v>6.5</c:v>
                </c:pt>
                <c:pt idx="15573">
                  <c:v>9.6999999999999993</c:v>
                </c:pt>
                <c:pt idx="15574">
                  <c:v>9.5</c:v>
                </c:pt>
                <c:pt idx="15575">
                  <c:v>8.6</c:v>
                </c:pt>
                <c:pt idx="15576">
                  <c:v>8.1</c:v>
                </c:pt>
                <c:pt idx="15577">
                  <c:v>7.5</c:v>
                </c:pt>
                <c:pt idx="15578">
                  <c:v>4.5999999999999996</c:v>
                </c:pt>
                <c:pt idx="15579">
                  <c:v>7.4</c:v>
                </c:pt>
                <c:pt idx="15580">
                  <c:v>7.5</c:v>
                </c:pt>
                <c:pt idx="15581">
                  <c:v>6.1</c:v>
                </c:pt>
                <c:pt idx="15582">
                  <c:v>9.3000000000000007</c:v>
                </c:pt>
                <c:pt idx="15583">
                  <c:v>6.9</c:v>
                </c:pt>
                <c:pt idx="15584">
                  <c:v>7.7</c:v>
                </c:pt>
                <c:pt idx="15585">
                  <c:v>9.3000000000000007</c:v>
                </c:pt>
                <c:pt idx="15586">
                  <c:v>9.4</c:v>
                </c:pt>
                <c:pt idx="15587">
                  <c:v>8.6999999999999993</c:v>
                </c:pt>
                <c:pt idx="15588">
                  <c:v>6.5</c:v>
                </c:pt>
                <c:pt idx="15589">
                  <c:v>6.3</c:v>
                </c:pt>
                <c:pt idx="15590">
                  <c:v>9.6</c:v>
                </c:pt>
                <c:pt idx="15591">
                  <c:v>10</c:v>
                </c:pt>
                <c:pt idx="15592">
                  <c:v>9</c:v>
                </c:pt>
                <c:pt idx="15593">
                  <c:v>5.4</c:v>
                </c:pt>
                <c:pt idx="15594">
                  <c:v>4.0999999999999996</c:v>
                </c:pt>
                <c:pt idx="15595">
                  <c:v>6.2</c:v>
                </c:pt>
                <c:pt idx="15596">
                  <c:v>5.0999999999999996</c:v>
                </c:pt>
                <c:pt idx="15597">
                  <c:v>4.0999999999999996</c:v>
                </c:pt>
                <c:pt idx="15598">
                  <c:v>4.5</c:v>
                </c:pt>
                <c:pt idx="15599">
                  <c:v>4.2</c:v>
                </c:pt>
                <c:pt idx="15600">
                  <c:v>6.8</c:v>
                </c:pt>
                <c:pt idx="15601">
                  <c:v>4.0999999999999996</c:v>
                </c:pt>
                <c:pt idx="15602">
                  <c:v>8.8000000000000007</c:v>
                </c:pt>
                <c:pt idx="15603">
                  <c:v>9.6</c:v>
                </c:pt>
                <c:pt idx="15604">
                  <c:v>9.9</c:v>
                </c:pt>
                <c:pt idx="15605">
                  <c:v>5.7</c:v>
                </c:pt>
                <c:pt idx="15606">
                  <c:v>4.2</c:v>
                </c:pt>
                <c:pt idx="15607">
                  <c:v>4</c:v>
                </c:pt>
                <c:pt idx="15608">
                  <c:v>8.1999999999999993</c:v>
                </c:pt>
                <c:pt idx="15609">
                  <c:v>4.8</c:v>
                </c:pt>
                <c:pt idx="15610">
                  <c:v>5.3</c:v>
                </c:pt>
                <c:pt idx="15611">
                  <c:v>9.8000000000000007</c:v>
                </c:pt>
                <c:pt idx="15612">
                  <c:v>7.1</c:v>
                </c:pt>
                <c:pt idx="15613">
                  <c:v>8.1999999999999993</c:v>
                </c:pt>
                <c:pt idx="15614">
                  <c:v>5.7</c:v>
                </c:pt>
                <c:pt idx="15615">
                  <c:v>9.6</c:v>
                </c:pt>
                <c:pt idx="15616">
                  <c:v>6.3</c:v>
                </c:pt>
                <c:pt idx="15617">
                  <c:v>9.1999999999999993</c:v>
                </c:pt>
                <c:pt idx="15618">
                  <c:v>5.7</c:v>
                </c:pt>
                <c:pt idx="15619">
                  <c:v>8.9</c:v>
                </c:pt>
                <c:pt idx="15620">
                  <c:v>5.5</c:v>
                </c:pt>
                <c:pt idx="15621">
                  <c:v>7.3</c:v>
                </c:pt>
                <c:pt idx="15622">
                  <c:v>7.8</c:v>
                </c:pt>
                <c:pt idx="15623">
                  <c:v>9.6</c:v>
                </c:pt>
                <c:pt idx="15624">
                  <c:v>6.6</c:v>
                </c:pt>
                <c:pt idx="15625">
                  <c:v>6.3</c:v>
                </c:pt>
                <c:pt idx="15626">
                  <c:v>7.9</c:v>
                </c:pt>
                <c:pt idx="15627">
                  <c:v>9</c:v>
                </c:pt>
                <c:pt idx="15628">
                  <c:v>6.7</c:v>
                </c:pt>
                <c:pt idx="15629">
                  <c:v>9.3000000000000007</c:v>
                </c:pt>
                <c:pt idx="15630">
                  <c:v>7.8</c:v>
                </c:pt>
                <c:pt idx="15631">
                  <c:v>6.2</c:v>
                </c:pt>
                <c:pt idx="15632">
                  <c:v>5.7</c:v>
                </c:pt>
                <c:pt idx="15633">
                  <c:v>7.3</c:v>
                </c:pt>
                <c:pt idx="15634">
                  <c:v>9.3000000000000007</c:v>
                </c:pt>
                <c:pt idx="15635">
                  <c:v>6.4</c:v>
                </c:pt>
                <c:pt idx="15636">
                  <c:v>7.4</c:v>
                </c:pt>
                <c:pt idx="15637">
                  <c:v>6.2</c:v>
                </c:pt>
                <c:pt idx="15638">
                  <c:v>7.1</c:v>
                </c:pt>
                <c:pt idx="15639">
                  <c:v>9.9</c:v>
                </c:pt>
                <c:pt idx="15640">
                  <c:v>4.3</c:v>
                </c:pt>
                <c:pt idx="15641">
                  <c:v>8.1</c:v>
                </c:pt>
                <c:pt idx="15642">
                  <c:v>7.2</c:v>
                </c:pt>
                <c:pt idx="15643">
                  <c:v>9.8000000000000007</c:v>
                </c:pt>
                <c:pt idx="15644">
                  <c:v>8.9</c:v>
                </c:pt>
                <c:pt idx="15645">
                  <c:v>4.9000000000000004</c:v>
                </c:pt>
                <c:pt idx="15646">
                  <c:v>7.7</c:v>
                </c:pt>
                <c:pt idx="15647">
                  <c:v>5.8</c:v>
                </c:pt>
                <c:pt idx="15648">
                  <c:v>8.3000000000000007</c:v>
                </c:pt>
                <c:pt idx="15649">
                  <c:v>8.5</c:v>
                </c:pt>
                <c:pt idx="15650">
                  <c:v>7.1</c:v>
                </c:pt>
                <c:pt idx="15651">
                  <c:v>5.9</c:v>
                </c:pt>
                <c:pt idx="15652">
                  <c:v>4.0999999999999996</c:v>
                </c:pt>
                <c:pt idx="15653">
                  <c:v>8.9</c:v>
                </c:pt>
                <c:pt idx="15654">
                  <c:v>9.8000000000000007</c:v>
                </c:pt>
                <c:pt idx="15655">
                  <c:v>7.3</c:v>
                </c:pt>
                <c:pt idx="15656">
                  <c:v>7.7</c:v>
                </c:pt>
                <c:pt idx="15657">
                  <c:v>7.5</c:v>
                </c:pt>
                <c:pt idx="15658">
                  <c:v>7.3</c:v>
                </c:pt>
                <c:pt idx="15659">
                  <c:v>9.8000000000000007</c:v>
                </c:pt>
                <c:pt idx="15660">
                  <c:v>9.4</c:v>
                </c:pt>
                <c:pt idx="15661">
                  <c:v>6.7</c:v>
                </c:pt>
                <c:pt idx="15662">
                  <c:v>7.9</c:v>
                </c:pt>
                <c:pt idx="15663">
                  <c:v>9.8000000000000007</c:v>
                </c:pt>
                <c:pt idx="15664">
                  <c:v>6.5</c:v>
                </c:pt>
                <c:pt idx="15665">
                  <c:v>5.2</c:v>
                </c:pt>
                <c:pt idx="15666">
                  <c:v>9.1</c:v>
                </c:pt>
                <c:pt idx="15667">
                  <c:v>7.6</c:v>
                </c:pt>
                <c:pt idx="15668">
                  <c:v>4.5999999999999996</c:v>
                </c:pt>
                <c:pt idx="15669">
                  <c:v>7.7</c:v>
                </c:pt>
                <c:pt idx="15670">
                  <c:v>9.8000000000000007</c:v>
                </c:pt>
                <c:pt idx="15671">
                  <c:v>5.6</c:v>
                </c:pt>
                <c:pt idx="15672">
                  <c:v>7.7</c:v>
                </c:pt>
                <c:pt idx="15673">
                  <c:v>4.2</c:v>
                </c:pt>
                <c:pt idx="15674">
                  <c:v>5.4</c:v>
                </c:pt>
                <c:pt idx="15675">
                  <c:v>6.1</c:v>
                </c:pt>
                <c:pt idx="15676">
                  <c:v>4.8</c:v>
                </c:pt>
                <c:pt idx="15677">
                  <c:v>4.2</c:v>
                </c:pt>
                <c:pt idx="15678">
                  <c:v>4.5</c:v>
                </c:pt>
                <c:pt idx="15679">
                  <c:v>8.9</c:v>
                </c:pt>
                <c:pt idx="15680">
                  <c:v>9.6999999999999993</c:v>
                </c:pt>
                <c:pt idx="15681">
                  <c:v>4.4000000000000004</c:v>
                </c:pt>
                <c:pt idx="15682">
                  <c:v>5.3</c:v>
                </c:pt>
                <c:pt idx="15683">
                  <c:v>4.8</c:v>
                </c:pt>
                <c:pt idx="15684">
                  <c:v>9.8000000000000007</c:v>
                </c:pt>
                <c:pt idx="15685">
                  <c:v>8.1999999999999993</c:v>
                </c:pt>
                <c:pt idx="15686">
                  <c:v>4.5999999999999996</c:v>
                </c:pt>
                <c:pt idx="15687">
                  <c:v>9.4</c:v>
                </c:pt>
                <c:pt idx="15688">
                  <c:v>9.1999999999999993</c:v>
                </c:pt>
                <c:pt idx="15689">
                  <c:v>8.1999999999999993</c:v>
                </c:pt>
                <c:pt idx="15690">
                  <c:v>4.2</c:v>
                </c:pt>
                <c:pt idx="15691">
                  <c:v>6.7</c:v>
                </c:pt>
                <c:pt idx="15692">
                  <c:v>8.4</c:v>
                </c:pt>
                <c:pt idx="15693">
                  <c:v>9</c:v>
                </c:pt>
                <c:pt idx="15694">
                  <c:v>9.6999999999999993</c:v>
                </c:pt>
                <c:pt idx="15695">
                  <c:v>5.7</c:v>
                </c:pt>
                <c:pt idx="15696">
                  <c:v>5.8</c:v>
                </c:pt>
                <c:pt idx="15697">
                  <c:v>9.3000000000000007</c:v>
                </c:pt>
                <c:pt idx="15698">
                  <c:v>7.5</c:v>
                </c:pt>
                <c:pt idx="15699">
                  <c:v>4.9000000000000004</c:v>
                </c:pt>
                <c:pt idx="15700">
                  <c:v>7</c:v>
                </c:pt>
                <c:pt idx="15701">
                  <c:v>9.1999999999999993</c:v>
                </c:pt>
                <c:pt idx="15702">
                  <c:v>7.1</c:v>
                </c:pt>
                <c:pt idx="15703">
                  <c:v>6.7</c:v>
                </c:pt>
                <c:pt idx="15704">
                  <c:v>5.3</c:v>
                </c:pt>
                <c:pt idx="15705">
                  <c:v>7.6</c:v>
                </c:pt>
                <c:pt idx="15706">
                  <c:v>8.6999999999999993</c:v>
                </c:pt>
                <c:pt idx="15707">
                  <c:v>8.1999999999999993</c:v>
                </c:pt>
                <c:pt idx="15708">
                  <c:v>6.7</c:v>
                </c:pt>
                <c:pt idx="15709">
                  <c:v>4.5999999999999996</c:v>
                </c:pt>
                <c:pt idx="15710">
                  <c:v>4.3</c:v>
                </c:pt>
                <c:pt idx="15711">
                  <c:v>4</c:v>
                </c:pt>
                <c:pt idx="15712">
                  <c:v>9.9</c:v>
                </c:pt>
                <c:pt idx="15713">
                  <c:v>6.1</c:v>
                </c:pt>
                <c:pt idx="15714">
                  <c:v>8</c:v>
                </c:pt>
                <c:pt idx="15715">
                  <c:v>7.5</c:v>
                </c:pt>
                <c:pt idx="15716">
                  <c:v>4.5999999999999996</c:v>
                </c:pt>
                <c:pt idx="15717">
                  <c:v>6.4</c:v>
                </c:pt>
                <c:pt idx="15718">
                  <c:v>5.0999999999999996</c:v>
                </c:pt>
                <c:pt idx="15719">
                  <c:v>9.4</c:v>
                </c:pt>
                <c:pt idx="15720">
                  <c:v>5.9</c:v>
                </c:pt>
                <c:pt idx="15721">
                  <c:v>6.4</c:v>
                </c:pt>
                <c:pt idx="15722">
                  <c:v>6.3</c:v>
                </c:pt>
                <c:pt idx="15723">
                  <c:v>9.6</c:v>
                </c:pt>
                <c:pt idx="15724">
                  <c:v>9.6</c:v>
                </c:pt>
                <c:pt idx="15725">
                  <c:v>9</c:v>
                </c:pt>
                <c:pt idx="15726">
                  <c:v>6.1</c:v>
                </c:pt>
                <c:pt idx="15727">
                  <c:v>4.4000000000000004</c:v>
                </c:pt>
                <c:pt idx="15728">
                  <c:v>6.2</c:v>
                </c:pt>
                <c:pt idx="15729">
                  <c:v>7.7</c:v>
                </c:pt>
                <c:pt idx="15730">
                  <c:v>6.7</c:v>
                </c:pt>
                <c:pt idx="15731">
                  <c:v>4.5</c:v>
                </c:pt>
                <c:pt idx="15732">
                  <c:v>5</c:v>
                </c:pt>
                <c:pt idx="15733">
                  <c:v>6.5</c:v>
                </c:pt>
                <c:pt idx="15734">
                  <c:v>4.4000000000000004</c:v>
                </c:pt>
                <c:pt idx="15735">
                  <c:v>9.6</c:v>
                </c:pt>
                <c:pt idx="15736">
                  <c:v>9.6999999999999993</c:v>
                </c:pt>
                <c:pt idx="15737">
                  <c:v>5.4</c:v>
                </c:pt>
                <c:pt idx="15738">
                  <c:v>7.2</c:v>
                </c:pt>
                <c:pt idx="15739">
                  <c:v>7.7</c:v>
                </c:pt>
                <c:pt idx="15740">
                  <c:v>8.6999999999999993</c:v>
                </c:pt>
                <c:pt idx="15741">
                  <c:v>5.7</c:v>
                </c:pt>
                <c:pt idx="15742">
                  <c:v>8.1999999999999993</c:v>
                </c:pt>
                <c:pt idx="15743">
                  <c:v>6.2</c:v>
                </c:pt>
                <c:pt idx="15744">
                  <c:v>9.9</c:v>
                </c:pt>
                <c:pt idx="15745">
                  <c:v>8.9</c:v>
                </c:pt>
                <c:pt idx="15746">
                  <c:v>8.3000000000000007</c:v>
                </c:pt>
                <c:pt idx="15747">
                  <c:v>5.2</c:v>
                </c:pt>
                <c:pt idx="15748">
                  <c:v>7.3</c:v>
                </c:pt>
                <c:pt idx="15749">
                  <c:v>8.8000000000000007</c:v>
                </c:pt>
                <c:pt idx="15750">
                  <c:v>8.5</c:v>
                </c:pt>
                <c:pt idx="15751">
                  <c:v>7.3</c:v>
                </c:pt>
                <c:pt idx="15752">
                  <c:v>6.7</c:v>
                </c:pt>
                <c:pt idx="15753">
                  <c:v>8.8000000000000007</c:v>
                </c:pt>
                <c:pt idx="15754">
                  <c:v>7.9</c:v>
                </c:pt>
                <c:pt idx="15755">
                  <c:v>9.6999999999999993</c:v>
                </c:pt>
                <c:pt idx="15756">
                  <c:v>6.3</c:v>
                </c:pt>
                <c:pt idx="15757">
                  <c:v>7.2</c:v>
                </c:pt>
                <c:pt idx="15758">
                  <c:v>7.9</c:v>
                </c:pt>
                <c:pt idx="15759">
                  <c:v>6.9</c:v>
                </c:pt>
                <c:pt idx="15760">
                  <c:v>6.2</c:v>
                </c:pt>
                <c:pt idx="15761">
                  <c:v>9.6</c:v>
                </c:pt>
                <c:pt idx="15762">
                  <c:v>8.9</c:v>
                </c:pt>
                <c:pt idx="15763">
                  <c:v>9.4</c:v>
                </c:pt>
                <c:pt idx="15764">
                  <c:v>8.9</c:v>
                </c:pt>
                <c:pt idx="15765">
                  <c:v>6.6</c:v>
                </c:pt>
                <c:pt idx="15766">
                  <c:v>6.6</c:v>
                </c:pt>
                <c:pt idx="15767">
                  <c:v>5.3</c:v>
                </c:pt>
                <c:pt idx="15768">
                  <c:v>7.4</c:v>
                </c:pt>
                <c:pt idx="15769">
                  <c:v>9.3000000000000007</c:v>
                </c:pt>
                <c:pt idx="15770">
                  <c:v>5.5</c:v>
                </c:pt>
                <c:pt idx="15771">
                  <c:v>8.1999999999999993</c:v>
                </c:pt>
                <c:pt idx="15772">
                  <c:v>6.3</c:v>
                </c:pt>
                <c:pt idx="15773">
                  <c:v>6.5</c:v>
                </c:pt>
                <c:pt idx="15774">
                  <c:v>5.2</c:v>
                </c:pt>
                <c:pt idx="15775">
                  <c:v>6.1</c:v>
                </c:pt>
                <c:pt idx="15776">
                  <c:v>6.8</c:v>
                </c:pt>
                <c:pt idx="15777">
                  <c:v>6</c:v>
                </c:pt>
                <c:pt idx="15778">
                  <c:v>6.3</c:v>
                </c:pt>
                <c:pt idx="15779">
                  <c:v>8.5</c:v>
                </c:pt>
                <c:pt idx="15780">
                  <c:v>6.3</c:v>
                </c:pt>
                <c:pt idx="15781">
                  <c:v>7.4</c:v>
                </c:pt>
                <c:pt idx="15782">
                  <c:v>4.8</c:v>
                </c:pt>
                <c:pt idx="15783">
                  <c:v>7.5</c:v>
                </c:pt>
                <c:pt idx="15784">
                  <c:v>9.8000000000000007</c:v>
                </c:pt>
                <c:pt idx="15785">
                  <c:v>7.1</c:v>
                </c:pt>
                <c:pt idx="15786">
                  <c:v>4.9000000000000004</c:v>
                </c:pt>
                <c:pt idx="15787">
                  <c:v>5</c:v>
                </c:pt>
                <c:pt idx="15788">
                  <c:v>5.3</c:v>
                </c:pt>
                <c:pt idx="15789">
                  <c:v>5</c:v>
                </c:pt>
                <c:pt idx="15790">
                  <c:v>8.3000000000000007</c:v>
                </c:pt>
                <c:pt idx="15791">
                  <c:v>4.5</c:v>
                </c:pt>
                <c:pt idx="15792">
                  <c:v>5.4</c:v>
                </c:pt>
                <c:pt idx="15793">
                  <c:v>4.2</c:v>
                </c:pt>
                <c:pt idx="15794">
                  <c:v>7.8</c:v>
                </c:pt>
                <c:pt idx="15795">
                  <c:v>6.2</c:v>
                </c:pt>
                <c:pt idx="15796">
                  <c:v>5.7</c:v>
                </c:pt>
                <c:pt idx="15797">
                  <c:v>9.9</c:v>
                </c:pt>
                <c:pt idx="15798">
                  <c:v>7.7</c:v>
                </c:pt>
                <c:pt idx="15799">
                  <c:v>6.8</c:v>
                </c:pt>
                <c:pt idx="15800">
                  <c:v>6.8</c:v>
                </c:pt>
                <c:pt idx="15801">
                  <c:v>9.3000000000000007</c:v>
                </c:pt>
                <c:pt idx="15802">
                  <c:v>6</c:v>
                </c:pt>
                <c:pt idx="15803">
                  <c:v>8.1999999999999993</c:v>
                </c:pt>
                <c:pt idx="15804">
                  <c:v>7.4</c:v>
                </c:pt>
                <c:pt idx="15805">
                  <c:v>5.6</c:v>
                </c:pt>
                <c:pt idx="15806">
                  <c:v>8.6999999999999993</c:v>
                </c:pt>
                <c:pt idx="15807">
                  <c:v>5</c:v>
                </c:pt>
                <c:pt idx="15808">
                  <c:v>4.7</c:v>
                </c:pt>
                <c:pt idx="15809">
                  <c:v>9.6999999999999993</c:v>
                </c:pt>
                <c:pt idx="15810">
                  <c:v>6.7</c:v>
                </c:pt>
                <c:pt idx="15811">
                  <c:v>6.7</c:v>
                </c:pt>
                <c:pt idx="15812">
                  <c:v>7.2</c:v>
                </c:pt>
                <c:pt idx="15813">
                  <c:v>4.4000000000000004</c:v>
                </c:pt>
                <c:pt idx="15814">
                  <c:v>6.9</c:v>
                </c:pt>
                <c:pt idx="15815">
                  <c:v>8.8000000000000007</c:v>
                </c:pt>
                <c:pt idx="15816">
                  <c:v>9.1999999999999993</c:v>
                </c:pt>
                <c:pt idx="15817">
                  <c:v>4.8</c:v>
                </c:pt>
                <c:pt idx="15818">
                  <c:v>7.3</c:v>
                </c:pt>
                <c:pt idx="15819">
                  <c:v>4.8</c:v>
                </c:pt>
                <c:pt idx="15820">
                  <c:v>6.9</c:v>
                </c:pt>
                <c:pt idx="15821">
                  <c:v>5.9</c:v>
                </c:pt>
                <c:pt idx="15822">
                  <c:v>8.6999999999999993</c:v>
                </c:pt>
                <c:pt idx="15823">
                  <c:v>9.9</c:v>
                </c:pt>
                <c:pt idx="15824">
                  <c:v>5.6</c:v>
                </c:pt>
                <c:pt idx="15825">
                  <c:v>8.1999999999999993</c:v>
                </c:pt>
                <c:pt idx="15826">
                  <c:v>7.3</c:v>
                </c:pt>
                <c:pt idx="15827">
                  <c:v>9.6</c:v>
                </c:pt>
                <c:pt idx="15828">
                  <c:v>9.1</c:v>
                </c:pt>
                <c:pt idx="15829">
                  <c:v>6.4</c:v>
                </c:pt>
                <c:pt idx="15830">
                  <c:v>8.5</c:v>
                </c:pt>
                <c:pt idx="15831">
                  <c:v>7.8</c:v>
                </c:pt>
                <c:pt idx="15832">
                  <c:v>7.6</c:v>
                </c:pt>
                <c:pt idx="15833">
                  <c:v>7.5</c:v>
                </c:pt>
                <c:pt idx="15834">
                  <c:v>4.5</c:v>
                </c:pt>
                <c:pt idx="15835">
                  <c:v>7.6</c:v>
                </c:pt>
                <c:pt idx="15836">
                  <c:v>5.6</c:v>
                </c:pt>
                <c:pt idx="15837">
                  <c:v>9.4</c:v>
                </c:pt>
                <c:pt idx="15838">
                  <c:v>5.4</c:v>
                </c:pt>
                <c:pt idx="15839">
                  <c:v>9</c:v>
                </c:pt>
                <c:pt idx="15840">
                  <c:v>5.8</c:v>
                </c:pt>
                <c:pt idx="15841">
                  <c:v>4.8</c:v>
                </c:pt>
                <c:pt idx="15842">
                  <c:v>6.8</c:v>
                </c:pt>
                <c:pt idx="15843">
                  <c:v>7.2</c:v>
                </c:pt>
                <c:pt idx="15844">
                  <c:v>5.7</c:v>
                </c:pt>
                <c:pt idx="15845">
                  <c:v>5.4</c:v>
                </c:pt>
                <c:pt idx="15846">
                  <c:v>7.6</c:v>
                </c:pt>
                <c:pt idx="15847">
                  <c:v>5.6</c:v>
                </c:pt>
                <c:pt idx="15848">
                  <c:v>8.9</c:v>
                </c:pt>
                <c:pt idx="15849">
                  <c:v>8.1</c:v>
                </c:pt>
                <c:pt idx="15850">
                  <c:v>4.0999999999999996</c:v>
                </c:pt>
                <c:pt idx="15851">
                  <c:v>7.6</c:v>
                </c:pt>
                <c:pt idx="15852">
                  <c:v>8.6</c:v>
                </c:pt>
                <c:pt idx="15853">
                  <c:v>5.7</c:v>
                </c:pt>
                <c:pt idx="15854">
                  <c:v>8.4</c:v>
                </c:pt>
                <c:pt idx="15855">
                  <c:v>6</c:v>
                </c:pt>
                <c:pt idx="15856">
                  <c:v>4.0999999999999996</c:v>
                </c:pt>
                <c:pt idx="15857">
                  <c:v>6.5</c:v>
                </c:pt>
                <c:pt idx="15858">
                  <c:v>4.7</c:v>
                </c:pt>
                <c:pt idx="15859">
                  <c:v>8.6</c:v>
                </c:pt>
                <c:pt idx="15860">
                  <c:v>5.5</c:v>
                </c:pt>
                <c:pt idx="15861">
                  <c:v>4.0999999999999996</c:v>
                </c:pt>
                <c:pt idx="15862">
                  <c:v>4.9000000000000004</c:v>
                </c:pt>
                <c:pt idx="15863">
                  <c:v>9.6999999999999993</c:v>
                </c:pt>
                <c:pt idx="15864">
                  <c:v>4.5999999999999996</c:v>
                </c:pt>
                <c:pt idx="15865">
                  <c:v>4.4000000000000004</c:v>
                </c:pt>
                <c:pt idx="15866">
                  <c:v>7.9</c:v>
                </c:pt>
                <c:pt idx="15867">
                  <c:v>4.4000000000000004</c:v>
                </c:pt>
                <c:pt idx="15868">
                  <c:v>5.9</c:v>
                </c:pt>
                <c:pt idx="15869">
                  <c:v>8.4</c:v>
                </c:pt>
                <c:pt idx="15870">
                  <c:v>4.5</c:v>
                </c:pt>
                <c:pt idx="15871">
                  <c:v>4.2</c:v>
                </c:pt>
                <c:pt idx="15872">
                  <c:v>5.3</c:v>
                </c:pt>
                <c:pt idx="15873">
                  <c:v>4.0999999999999996</c:v>
                </c:pt>
                <c:pt idx="15874">
                  <c:v>7.2</c:v>
                </c:pt>
                <c:pt idx="15875">
                  <c:v>5.8</c:v>
                </c:pt>
                <c:pt idx="15876">
                  <c:v>6.2</c:v>
                </c:pt>
                <c:pt idx="15877">
                  <c:v>5.5</c:v>
                </c:pt>
                <c:pt idx="15878">
                  <c:v>8.4</c:v>
                </c:pt>
                <c:pt idx="15879">
                  <c:v>5.3</c:v>
                </c:pt>
                <c:pt idx="15880">
                  <c:v>8</c:v>
                </c:pt>
                <c:pt idx="15881">
                  <c:v>4.5999999999999996</c:v>
                </c:pt>
                <c:pt idx="15882">
                  <c:v>5.2</c:v>
                </c:pt>
                <c:pt idx="15883">
                  <c:v>7.6</c:v>
                </c:pt>
                <c:pt idx="15884">
                  <c:v>7.3</c:v>
                </c:pt>
                <c:pt idx="15885">
                  <c:v>9.5</c:v>
                </c:pt>
                <c:pt idx="15886">
                  <c:v>6.7</c:v>
                </c:pt>
                <c:pt idx="15887">
                  <c:v>5.8</c:v>
                </c:pt>
                <c:pt idx="15888">
                  <c:v>4.4000000000000004</c:v>
                </c:pt>
                <c:pt idx="15889">
                  <c:v>6.5</c:v>
                </c:pt>
                <c:pt idx="15890">
                  <c:v>4.7</c:v>
                </c:pt>
                <c:pt idx="15891">
                  <c:v>6.1</c:v>
                </c:pt>
                <c:pt idx="15892">
                  <c:v>8.1999999999999993</c:v>
                </c:pt>
                <c:pt idx="15893">
                  <c:v>4</c:v>
                </c:pt>
                <c:pt idx="15894">
                  <c:v>6.9</c:v>
                </c:pt>
                <c:pt idx="15895">
                  <c:v>6.1</c:v>
                </c:pt>
                <c:pt idx="15896">
                  <c:v>5.8</c:v>
                </c:pt>
                <c:pt idx="15897">
                  <c:v>9.1999999999999993</c:v>
                </c:pt>
                <c:pt idx="15898">
                  <c:v>5.3</c:v>
                </c:pt>
                <c:pt idx="15899">
                  <c:v>9</c:v>
                </c:pt>
                <c:pt idx="15900">
                  <c:v>6.3</c:v>
                </c:pt>
                <c:pt idx="15901">
                  <c:v>4.5999999999999996</c:v>
                </c:pt>
                <c:pt idx="15902">
                  <c:v>6.8</c:v>
                </c:pt>
                <c:pt idx="15903">
                  <c:v>8.6999999999999993</c:v>
                </c:pt>
                <c:pt idx="15904">
                  <c:v>10</c:v>
                </c:pt>
                <c:pt idx="15905">
                  <c:v>9.1999999999999993</c:v>
                </c:pt>
                <c:pt idx="15906">
                  <c:v>9.4</c:v>
                </c:pt>
                <c:pt idx="15907">
                  <c:v>7.3</c:v>
                </c:pt>
                <c:pt idx="15908">
                  <c:v>7</c:v>
                </c:pt>
                <c:pt idx="15909">
                  <c:v>6</c:v>
                </c:pt>
                <c:pt idx="15910">
                  <c:v>6.6</c:v>
                </c:pt>
                <c:pt idx="15911">
                  <c:v>5</c:v>
                </c:pt>
                <c:pt idx="15912">
                  <c:v>9.1999999999999993</c:v>
                </c:pt>
                <c:pt idx="15913">
                  <c:v>4.5999999999999996</c:v>
                </c:pt>
                <c:pt idx="15914">
                  <c:v>7.8</c:v>
                </c:pt>
                <c:pt idx="15915">
                  <c:v>7.8</c:v>
                </c:pt>
                <c:pt idx="15916">
                  <c:v>8.1</c:v>
                </c:pt>
                <c:pt idx="15917">
                  <c:v>5.0999999999999996</c:v>
                </c:pt>
                <c:pt idx="15918">
                  <c:v>4.9000000000000004</c:v>
                </c:pt>
                <c:pt idx="15919">
                  <c:v>8</c:v>
                </c:pt>
                <c:pt idx="15920">
                  <c:v>5.2</c:v>
                </c:pt>
                <c:pt idx="15921">
                  <c:v>8.5</c:v>
                </c:pt>
                <c:pt idx="15922">
                  <c:v>5.9</c:v>
                </c:pt>
                <c:pt idx="15923">
                  <c:v>9.6999999999999993</c:v>
                </c:pt>
                <c:pt idx="15924">
                  <c:v>7</c:v>
                </c:pt>
                <c:pt idx="15925">
                  <c:v>5.4</c:v>
                </c:pt>
                <c:pt idx="15926">
                  <c:v>8.9</c:v>
                </c:pt>
                <c:pt idx="15927">
                  <c:v>9.6999999999999993</c:v>
                </c:pt>
                <c:pt idx="15928">
                  <c:v>9.6</c:v>
                </c:pt>
                <c:pt idx="15929">
                  <c:v>9.3000000000000007</c:v>
                </c:pt>
                <c:pt idx="15930">
                  <c:v>4.5</c:v>
                </c:pt>
                <c:pt idx="15931">
                  <c:v>8.3000000000000007</c:v>
                </c:pt>
                <c:pt idx="15932">
                  <c:v>7.6</c:v>
                </c:pt>
                <c:pt idx="15933">
                  <c:v>5.8</c:v>
                </c:pt>
                <c:pt idx="15934">
                  <c:v>4</c:v>
                </c:pt>
                <c:pt idx="15935">
                  <c:v>5.7</c:v>
                </c:pt>
                <c:pt idx="15936">
                  <c:v>5.8</c:v>
                </c:pt>
                <c:pt idx="15937">
                  <c:v>7.7</c:v>
                </c:pt>
                <c:pt idx="15938">
                  <c:v>5.3</c:v>
                </c:pt>
                <c:pt idx="15939">
                  <c:v>5.8</c:v>
                </c:pt>
                <c:pt idx="15940">
                  <c:v>8.3000000000000007</c:v>
                </c:pt>
                <c:pt idx="15941">
                  <c:v>9.4</c:v>
                </c:pt>
                <c:pt idx="15942">
                  <c:v>4.5</c:v>
                </c:pt>
                <c:pt idx="15943">
                  <c:v>7.3</c:v>
                </c:pt>
                <c:pt idx="15944">
                  <c:v>9.9</c:v>
                </c:pt>
                <c:pt idx="15945">
                  <c:v>9.1</c:v>
                </c:pt>
                <c:pt idx="15946">
                  <c:v>9.8000000000000007</c:v>
                </c:pt>
                <c:pt idx="15947">
                  <c:v>9.8000000000000007</c:v>
                </c:pt>
                <c:pt idx="15948">
                  <c:v>7.3</c:v>
                </c:pt>
                <c:pt idx="15949">
                  <c:v>4.2</c:v>
                </c:pt>
                <c:pt idx="15950">
                  <c:v>5.3</c:v>
                </c:pt>
                <c:pt idx="15951">
                  <c:v>8.8000000000000007</c:v>
                </c:pt>
                <c:pt idx="15952">
                  <c:v>7.8</c:v>
                </c:pt>
                <c:pt idx="15953">
                  <c:v>7.3</c:v>
                </c:pt>
                <c:pt idx="15954">
                  <c:v>8</c:v>
                </c:pt>
                <c:pt idx="15955">
                  <c:v>7.6</c:v>
                </c:pt>
                <c:pt idx="15956">
                  <c:v>9.9</c:v>
                </c:pt>
                <c:pt idx="15957">
                  <c:v>4.5</c:v>
                </c:pt>
                <c:pt idx="15958">
                  <c:v>4.5999999999999996</c:v>
                </c:pt>
                <c:pt idx="15959">
                  <c:v>8.6</c:v>
                </c:pt>
                <c:pt idx="15960">
                  <c:v>4.7</c:v>
                </c:pt>
                <c:pt idx="15961">
                  <c:v>6.8</c:v>
                </c:pt>
                <c:pt idx="15962">
                  <c:v>7</c:v>
                </c:pt>
                <c:pt idx="15963">
                  <c:v>5.6</c:v>
                </c:pt>
                <c:pt idx="15964">
                  <c:v>6</c:v>
                </c:pt>
                <c:pt idx="15965">
                  <c:v>9.1</c:v>
                </c:pt>
                <c:pt idx="15966">
                  <c:v>7.6</c:v>
                </c:pt>
                <c:pt idx="15967">
                  <c:v>6.8</c:v>
                </c:pt>
                <c:pt idx="15968">
                  <c:v>4.3</c:v>
                </c:pt>
                <c:pt idx="15969">
                  <c:v>6.7</c:v>
                </c:pt>
                <c:pt idx="15970">
                  <c:v>9.3000000000000007</c:v>
                </c:pt>
                <c:pt idx="15971">
                  <c:v>6.5</c:v>
                </c:pt>
                <c:pt idx="15972">
                  <c:v>9.1</c:v>
                </c:pt>
                <c:pt idx="15973">
                  <c:v>5.0999999999999996</c:v>
                </c:pt>
                <c:pt idx="15974">
                  <c:v>9.9</c:v>
                </c:pt>
                <c:pt idx="15975">
                  <c:v>4.3</c:v>
                </c:pt>
                <c:pt idx="15976">
                  <c:v>4.5</c:v>
                </c:pt>
                <c:pt idx="15977">
                  <c:v>6.2</c:v>
                </c:pt>
                <c:pt idx="15978">
                  <c:v>6.9</c:v>
                </c:pt>
                <c:pt idx="15979">
                  <c:v>9</c:v>
                </c:pt>
                <c:pt idx="15980">
                  <c:v>9.6999999999999993</c:v>
                </c:pt>
                <c:pt idx="15981">
                  <c:v>4.9000000000000004</c:v>
                </c:pt>
                <c:pt idx="15982">
                  <c:v>6.2</c:v>
                </c:pt>
                <c:pt idx="15983">
                  <c:v>4.8</c:v>
                </c:pt>
                <c:pt idx="15984">
                  <c:v>5.8</c:v>
                </c:pt>
                <c:pt idx="15985">
                  <c:v>9.4</c:v>
                </c:pt>
                <c:pt idx="15986">
                  <c:v>7.8</c:v>
                </c:pt>
                <c:pt idx="15987">
                  <c:v>7.5</c:v>
                </c:pt>
                <c:pt idx="15988">
                  <c:v>8.9</c:v>
                </c:pt>
                <c:pt idx="15989">
                  <c:v>8.9</c:v>
                </c:pt>
                <c:pt idx="15990">
                  <c:v>7.4</c:v>
                </c:pt>
                <c:pt idx="15991">
                  <c:v>6.5</c:v>
                </c:pt>
                <c:pt idx="15992">
                  <c:v>6.2</c:v>
                </c:pt>
                <c:pt idx="15993">
                  <c:v>4.5</c:v>
                </c:pt>
                <c:pt idx="15994">
                  <c:v>6.4</c:v>
                </c:pt>
                <c:pt idx="15995">
                  <c:v>6.4</c:v>
                </c:pt>
                <c:pt idx="15996">
                  <c:v>6.8</c:v>
                </c:pt>
                <c:pt idx="15997">
                  <c:v>7.9</c:v>
                </c:pt>
                <c:pt idx="15998">
                  <c:v>9.6999999999999993</c:v>
                </c:pt>
                <c:pt idx="15999">
                  <c:v>9.1999999999999993</c:v>
                </c:pt>
                <c:pt idx="16000">
                  <c:v>7.5</c:v>
                </c:pt>
                <c:pt idx="16001">
                  <c:v>4.3</c:v>
                </c:pt>
                <c:pt idx="16002">
                  <c:v>5.6</c:v>
                </c:pt>
                <c:pt idx="16003">
                  <c:v>5</c:v>
                </c:pt>
                <c:pt idx="16004">
                  <c:v>5.0999999999999996</c:v>
                </c:pt>
                <c:pt idx="16005">
                  <c:v>8.8000000000000007</c:v>
                </c:pt>
                <c:pt idx="16006">
                  <c:v>9.6</c:v>
                </c:pt>
                <c:pt idx="16007">
                  <c:v>6.5</c:v>
                </c:pt>
                <c:pt idx="16008">
                  <c:v>5.7</c:v>
                </c:pt>
                <c:pt idx="16009">
                  <c:v>5.8</c:v>
                </c:pt>
                <c:pt idx="16010">
                  <c:v>6.3</c:v>
                </c:pt>
                <c:pt idx="16011">
                  <c:v>6.4</c:v>
                </c:pt>
                <c:pt idx="16012">
                  <c:v>8.5</c:v>
                </c:pt>
                <c:pt idx="16013">
                  <c:v>8.1999999999999993</c:v>
                </c:pt>
                <c:pt idx="16014">
                  <c:v>7.7</c:v>
                </c:pt>
                <c:pt idx="16015">
                  <c:v>9.8000000000000007</c:v>
                </c:pt>
                <c:pt idx="16016">
                  <c:v>9.6</c:v>
                </c:pt>
                <c:pt idx="16017">
                  <c:v>8.6</c:v>
                </c:pt>
                <c:pt idx="16018">
                  <c:v>7.8</c:v>
                </c:pt>
                <c:pt idx="16019">
                  <c:v>5.6</c:v>
                </c:pt>
                <c:pt idx="16020">
                  <c:v>9.1</c:v>
                </c:pt>
                <c:pt idx="16021">
                  <c:v>8.1</c:v>
                </c:pt>
                <c:pt idx="16022">
                  <c:v>5</c:v>
                </c:pt>
                <c:pt idx="16023">
                  <c:v>5.8</c:v>
                </c:pt>
                <c:pt idx="16024">
                  <c:v>9.6</c:v>
                </c:pt>
                <c:pt idx="16025">
                  <c:v>8.8000000000000007</c:v>
                </c:pt>
                <c:pt idx="16026">
                  <c:v>9.9</c:v>
                </c:pt>
                <c:pt idx="16027">
                  <c:v>4.0999999999999996</c:v>
                </c:pt>
                <c:pt idx="16028">
                  <c:v>9</c:v>
                </c:pt>
                <c:pt idx="16029">
                  <c:v>5.3</c:v>
                </c:pt>
                <c:pt idx="16030">
                  <c:v>5.4</c:v>
                </c:pt>
                <c:pt idx="16031">
                  <c:v>7.8</c:v>
                </c:pt>
                <c:pt idx="16032">
                  <c:v>4.0999999999999996</c:v>
                </c:pt>
                <c:pt idx="16033">
                  <c:v>6.1</c:v>
                </c:pt>
                <c:pt idx="16034">
                  <c:v>7.3</c:v>
                </c:pt>
                <c:pt idx="16035">
                  <c:v>7.2</c:v>
                </c:pt>
                <c:pt idx="16036">
                  <c:v>8.4</c:v>
                </c:pt>
                <c:pt idx="16037">
                  <c:v>7.9</c:v>
                </c:pt>
                <c:pt idx="16038">
                  <c:v>5</c:v>
                </c:pt>
                <c:pt idx="16039">
                  <c:v>5.5</c:v>
                </c:pt>
                <c:pt idx="16040">
                  <c:v>9</c:v>
                </c:pt>
                <c:pt idx="16041">
                  <c:v>5.2</c:v>
                </c:pt>
                <c:pt idx="16042">
                  <c:v>5.4</c:v>
                </c:pt>
                <c:pt idx="16043">
                  <c:v>9.4</c:v>
                </c:pt>
                <c:pt idx="16044">
                  <c:v>7.9</c:v>
                </c:pt>
                <c:pt idx="16045">
                  <c:v>9.1999999999999993</c:v>
                </c:pt>
                <c:pt idx="16046">
                  <c:v>8.3000000000000007</c:v>
                </c:pt>
                <c:pt idx="16047">
                  <c:v>4.5999999999999996</c:v>
                </c:pt>
                <c:pt idx="16048">
                  <c:v>8</c:v>
                </c:pt>
                <c:pt idx="16049">
                  <c:v>8.9</c:v>
                </c:pt>
                <c:pt idx="16050">
                  <c:v>9</c:v>
                </c:pt>
                <c:pt idx="16051">
                  <c:v>8.9</c:v>
                </c:pt>
                <c:pt idx="16052">
                  <c:v>5.8</c:v>
                </c:pt>
                <c:pt idx="16053">
                  <c:v>4.5</c:v>
                </c:pt>
                <c:pt idx="16054">
                  <c:v>4.4000000000000004</c:v>
                </c:pt>
                <c:pt idx="16055">
                  <c:v>8.4</c:v>
                </c:pt>
                <c:pt idx="16056">
                  <c:v>6.6</c:v>
                </c:pt>
                <c:pt idx="16057">
                  <c:v>7.4</c:v>
                </c:pt>
                <c:pt idx="16058">
                  <c:v>4.7</c:v>
                </c:pt>
                <c:pt idx="16059">
                  <c:v>4.8</c:v>
                </c:pt>
                <c:pt idx="16060">
                  <c:v>9.1999999999999993</c:v>
                </c:pt>
                <c:pt idx="16061">
                  <c:v>6.8</c:v>
                </c:pt>
                <c:pt idx="16062">
                  <c:v>9.6</c:v>
                </c:pt>
                <c:pt idx="16063">
                  <c:v>10</c:v>
                </c:pt>
                <c:pt idx="16064">
                  <c:v>6.6</c:v>
                </c:pt>
                <c:pt idx="16065">
                  <c:v>6.2</c:v>
                </c:pt>
                <c:pt idx="16066">
                  <c:v>9.9</c:v>
                </c:pt>
                <c:pt idx="16067">
                  <c:v>5.3</c:v>
                </c:pt>
                <c:pt idx="16068">
                  <c:v>4.3</c:v>
                </c:pt>
                <c:pt idx="16069">
                  <c:v>5</c:v>
                </c:pt>
                <c:pt idx="16070">
                  <c:v>5.9</c:v>
                </c:pt>
                <c:pt idx="16071">
                  <c:v>4.9000000000000004</c:v>
                </c:pt>
                <c:pt idx="16072">
                  <c:v>9.8000000000000007</c:v>
                </c:pt>
                <c:pt idx="16073">
                  <c:v>9.1</c:v>
                </c:pt>
                <c:pt idx="16074">
                  <c:v>6.5</c:v>
                </c:pt>
                <c:pt idx="16075">
                  <c:v>5.7</c:v>
                </c:pt>
                <c:pt idx="16076">
                  <c:v>9</c:v>
                </c:pt>
                <c:pt idx="16077">
                  <c:v>7.6</c:v>
                </c:pt>
                <c:pt idx="16078">
                  <c:v>9.4</c:v>
                </c:pt>
                <c:pt idx="16079">
                  <c:v>5.5</c:v>
                </c:pt>
                <c:pt idx="16080">
                  <c:v>4.8</c:v>
                </c:pt>
                <c:pt idx="16081">
                  <c:v>6.3</c:v>
                </c:pt>
                <c:pt idx="16082">
                  <c:v>6.4</c:v>
                </c:pt>
                <c:pt idx="16083">
                  <c:v>4.4000000000000004</c:v>
                </c:pt>
                <c:pt idx="16084">
                  <c:v>10</c:v>
                </c:pt>
                <c:pt idx="16085">
                  <c:v>4.4000000000000004</c:v>
                </c:pt>
                <c:pt idx="16086">
                  <c:v>4.7</c:v>
                </c:pt>
                <c:pt idx="16087">
                  <c:v>4.2</c:v>
                </c:pt>
                <c:pt idx="16088">
                  <c:v>8.6</c:v>
                </c:pt>
                <c:pt idx="16089">
                  <c:v>6.3</c:v>
                </c:pt>
                <c:pt idx="16090">
                  <c:v>5.5</c:v>
                </c:pt>
                <c:pt idx="16091">
                  <c:v>9</c:v>
                </c:pt>
                <c:pt idx="16092">
                  <c:v>9</c:v>
                </c:pt>
                <c:pt idx="16093">
                  <c:v>6.4</c:v>
                </c:pt>
                <c:pt idx="16094">
                  <c:v>6.6</c:v>
                </c:pt>
                <c:pt idx="16095">
                  <c:v>8.1999999999999993</c:v>
                </c:pt>
                <c:pt idx="16096">
                  <c:v>8.6999999999999993</c:v>
                </c:pt>
                <c:pt idx="16097">
                  <c:v>6.2</c:v>
                </c:pt>
                <c:pt idx="16098">
                  <c:v>9</c:v>
                </c:pt>
                <c:pt idx="16099">
                  <c:v>6.8</c:v>
                </c:pt>
                <c:pt idx="16100">
                  <c:v>8.6999999999999993</c:v>
                </c:pt>
                <c:pt idx="16101">
                  <c:v>5.7</c:v>
                </c:pt>
                <c:pt idx="16102">
                  <c:v>7.5</c:v>
                </c:pt>
                <c:pt idx="16103">
                  <c:v>9.1999999999999993</c:v>
                </c:pt>
                <c:pt idx="16104">
                  <c:v>4.8</c:v>
                </c:pt>
                <c:pt idx="16105">
                  <c:v>7.1</c:v>
                </c:pt>
                <c:pt idx="16106">
                  <c:v>8.8000000000000007</c:v>
                </c:pt>
                <c:pt idx="16107">
                  <c:v>6.9</c:v>
                </c:pt>
                <c:pt idx="16108">
                  <c:v>6.6</c:v>
                </c:pt>
                <c:pt idx="16109">
                  <c:v>7.1</c:v>
                </c:pt>
                <c:pt idx="16110">
                  <c:v>5.6</c:v>
                </c:pt>
                <c:pt idx="16111">
                  <c:v>8.6999999999999993</c:v>
                </c:pt>
                <c:pt idx="16112">
                  <c:v>7.4</c:v>
                </c:pt>
                <c:pt idx="16113">
                  <c:v>7.2</c:v>
                </c:pt>
                <c:pt idx="16114">
                  <c:v>6.7</c:v>
                </c:pt>
                <c:pt idx="16115">
                  <c:v>4.5</c:v>
                </c:pt>
                <c:pt idx="16116">
                  <c:v>6.9</c:v>
                </c:pt>
                <c:pt idx="16117">
                  <c:v>6.4</c:v>
                </c:pt>
                <c:pt idx="16118">
                  <c:v>8.5</c:v>
                </c:pt>
                <c:pt idx="16119">
                  <c:v>4.0999999999999996</c:v>
                </c:pt>
                <c:pt idx="16120">
                  <c:v>4.2</c:v>
                </c:pt>
                <c:pt idx="16121">
                  <c:v>5.5</c:v>
                </c:pt>
                <c:pt idx="16122">
                  <c:v>7.5</c:v>
                </c:pt>
                <c:pt idx="16123">
                  <c:v>5.6</c:v>
                </c:pt>
                <c:pt idx="16124">
                  <c:v>4.8</c:v>
                </c:pt>
                <c:pt idx="16125">
                  <c:v>8.1999999999999993</c:v>
                </c:pt>
                <c:pt idx="16126">
                  <c:v>5.2</c:v>
                </c:pt>
                <c:pt idx="16127">
                  <c:v>9.6999999999999993</c:v>
                </c:pt>
                <c:pt idx="16128">
                  <c:v>4.4000000000000004</c:v>
                </c:pt>
                <c:pt idx="16129">
                  <c:v>7.6</c:v>
                </c:pt>
                <c:pt idx="16130">
                  <c:v>9.6</c:v>
                </c:pt>
                <c:pt idx="16131">
                  <c:v>4.7</c:v>
                </c:pt>
                <c:pt idx="16132">
                  <c:v>9.1999999999999993</c:v>
                </c:pt>
                <c:pt idx="16133">
                  <c:v>9.8000000000000007</c:v>
                </c:pt>
                <c:pt idx="16134">
                  <c:v>6.9</c:v>
                </c:pt>
                <c:pt idx="16135">
                  <c:v>6.5</c:v>
                </c:pt>
                <c:pt idx="16136">
                  <c:v>6.3</c:v>
                </c:pt>
                <c:pt idx="16137">
                  <c:v>8.1</c:v>
                </c:pt>
                <c:pt idx="16138">
                  <c:v>7.2</c:v>
                </c:pt>
                <c:pt idx="16139">
                  <c:v>4.0999999999999996</c:v>
                </c:pt>
                <c:pt idx="16140">
                  <c:v>6.4</c:v>
                </c:pt>
                <c:pt idx="16141">
                  <c:v>5.0999999999999996</c:v>
                </c:pt>
                <c:pt idx="16142">
                  <c:v>9.6</c:v>
                </c:pt>
                <c:pt idx="16143">
                  <c:v>9.6999999999999993</c:v>
                </c:pt>
                <c:pt idx="16144">
                  <c:v>5.6</c:v>
                </c:pt>
                <c:pt idx="16145">
                  <c:v>4.5999999999999996</c:v>
                </c:pt>
                <c:pt idx="16146">
                  <c:v>7.3</c:v>
                </c:pt>
                <c:pt idx="16147">
                  <c:v>7.2</c:v>
                </c:pt>
                <c:pt idx="16148">
                  <c:v>9</c:v>
                </c:pt>
                <c:pt idx="16149">
                  <c:v>4.4000000000000004</c:v>
                </c:pt>
                <c:pt idx="16150">
                  <c:v>8.4</c:v>
                </c:pt>
                <c:pt idx="16151">
                  <c:v>9.6999999999999993</c:v>
                </c:pt>
                <c:pt idx="16152">
                  <c:v>9.6</c:v>
                </c:pt>
                <c:pt idx="16153">
                  <c:v>4.8</c:v>
                </c:pt>
                <c:pt idx="16154">
                  <c:v>4.3</c:v>
                </c:pt>
                <c:pt idx="16155">
                  <c:v>7.9</c:v>
                </c:pt>
                <c:pt idx="16156">
                  <c:v>5.7</c:v>
                </c:pt>
                <c:pt idx="16157">
                  <c:v>5.4</c:v>
                </c:pt>
                <c:pt idx="16158">
                  <c:v>4.8</c:v>
                </c:pt>
                <c:pt idx="16159">
                  <c:v>6.1</c:v>
                </c:pt>
                <c:pt idx="16160">
                  <c:v>7.8</c:v>
                </c:pt>
                <c:pt idx="16161">
                  <c:v>4.9000000000000004</c:v>
                </c:pt>
                <c:pt idx="16162">
                  <c:v>7.4</c:v>
                </c:pt>
                <c:pt idx="16163">
                  <c:v>7.7</c:v>
                </c:pt>
                <c:pt idx="16164">
                  <c:v>7.1</c:v>
                </c:pt>
                <c:pt idx="16165">
                  <c:v>4.9000000000000004</c:v>
                </c:pt>
                <c:pt idx="16166">
                  <c:v>4.3</c:v>
                </c:pt>
                <c:pt idx="16167">
                  <c:v>9.4</c:v>
                </c:pt>
                <c:pt idx="16168">
                  <c:v>7.2</c:v>
                </c:pt>
                <c:pt idx="16169">
                  <c:v>4.0999999999999996</c:v>
                </c:pt>
                <c:pt idx="16170">
                  <c:v>8.8000000000000007</c:v>
                </c:pt>
                <c:pt idx="16171">
                  <c:v>6.5</c:v>
                </c:pt>
                <c:pt idx="16172">
                  <c:v>5.4</c:v>
                </c:pt>
                <c:pt idx="16173">
                  <c:v>4.2</c:v>
                </c:pt>
                <c:pt idx="16174">
                  <c:v>4.4000000000000004</c:v>
                </c:pt>
                <c:pt idx="16175">
                  <c:v>6.1</c:v>
                </c:pt>
                <c:pt idx="16176">
                  <c:v>6.5</c:v>
                </c:pt>
                <c:pt idx="16177">
                  <c:v>9</c:v>
                </c:pt>
                <c:pt idx="16178">
                  <c:v>6.8</c:v>
                </c:pt>
                <c:pt idx="16179">
                  <c:v>5</c:v>
                </c:pt>
                <c:pt idx="16180">
                  <c:v>5.8</c:v>
                </c:pt>
                <c:pt idx="16181">
                  <c:v>9.8000000000000007</c:v>
                </c:pt>
                <c:pt idx="16182">
                  <c:v>6.7</c:v>
                </c:pt>
                <c:pt idx="16183">
                  <c:v>6.9</c:v>
                </c:pt>
                <c:pt idx="16184">
                  <c:v>4.5</c:v>
                </c:pt>
                <c:pt idx="16185">
                  <c:v>6.6</c:v>
                </c:pt>
                <c:pt idx="16186">
                  <c:v>9.1</c:v>
                </c:pt>
                <c:pt idx="16187">
                  <c:v>6.3</c:v>
                </c:pt>
                <c:pt idx="16188">
                  <c:v>6.8</c:v>
                </c:pt>
                <c:pt idx="16189">
                  <c:v>4.5</c:v>
                </c:pt>
                <c:pt idx="16190">
                  <c:v>4.2</c:v>
                </c:pt>
                <c:pt idx="16191">
                  <c:v>5.5</c:v>
                </c:pt>
                <c:pt idx="16192">
                  <c:v>7.4</c:v>
                </c:pt>
                <c:pt idx="16193">
                  <c:v>5.5</c:v>
                </c:pt>
                <c:pt idx="16194">
                  <c:v>5.8</c:v>
                </c:pt>
                <c:pt idx="16195">
                  <c:v>4.4000000000000004</c:v>
                </c:pt>
                <c:pt idx="16196">
                  <c:v>9.8000000000000007</c:v>
                </c:pt>
                <c:pt idx="16197">
                  <c:v>4.5999999999999996</c:v>
                </c:pt>
                <c:pt idx="16198">
                  <c:v>7.6</c:v>
                </c:pt>
                <c:pt idx="16199">
                  <c:v>4</c:v>
                </c:pt>
                <c:pt idx="16200">
                  <c:v>6.2</c:v>
                </c:pt>
                <c:pt idx="16201">
                  <c:v>8.1999999999999993</c:v>
                </c:pt>
                <c:pt idx="16202">
                  <c:v>4.2</c:v>
                </c:pt>
                <c:pt idx="16203">
                  <c:v>8.6</c:v>
                </c:pt>
                <c:pt idx="16204">
                  <c:v>7.3</c:v>
                </c:pt>
                <c:pt idx="16205">
                  <c:v>5.3</c:v>
                </c:pt>
                <c:pt idx="16206">
                  <c:v>8.1999999999999993</c:v>
                </c:pt>
                <c:pt idx="16207">
                  <c:v>7.4</c:v>
                </c:pt>
                <c:pt idx="16208">
                  <c:v>6.8</c:v>
                </c:pt>
                <c:pt idx="16209">
                  <c:v>5</c:v>
                </c:pt>
                <c:pt idx="16210">
                  <c:v>5.0999999999999996</c:v>
                </c:pt>
                <c:pt idx="16211">
                  <c:v>7.6</c:v>
                </c:pt>
                <c:pt idx="16212">
                  <c:v>8.8000000000000007</c:v>
                </c:pt>
                <c:pt idx="16213">
                  <c:v>4.8</c:v>
                </c:pt>
                <c:pt idx="16214">
                  <c:v>5.8</c:v>
                </c:pt>
                <c:pt idx="16215">
                  <c:v>9.9</c:v>
                </c:pt>
                <c:pt idx="16216">
                  <c:v>9.5</c:v>
                </c:pt>
                <c:pt idx="16217">
                  <c:v>8</c:v>
                </c:pt>
                <c:pt idx="16218">
                  <c:v>8.1</c:v>
                </c:pt>
                <c:pt idx="16219">
                  <c:v>5.2</c:v>
                </c:pt>
                <c:pt idx="16220">
                  <c:v>5.2</c:v>
                </c:pt>
                <c:pt idx="16221">
                  <c:v>6.9</c:v>
                </c:pt>
                <c:pt idx="16222">
                  <c:v>8.1999999999999993</c:v>
                </c:pt>
                <c:pt idx="16223">
                  <c:v>8.5</c:v>
                </c:pt>
                <c:pt idx="16224">
                  <c:v>6.6</c:v>
                </c:pt>
                <c:pt idx="16225">
                  <c:v>7.3</c:v>
                </c:pt>
                <c:pt idx="16226">
                  <c:v>7.2</c:v>
                </c:pt>
                <c:pt idx="16227">
                  <c:v>7.2</c:v>
                </c:pt>
                <c:pt idx="16228">
                  <c:v>6.1</c:v>
                </c:pt>
                <c:pt idx="16229">
                  <c:v>6.3</c:v>
                </c:pt>
                <c:pt idx="16230">
                  <c:v>8</c:v>
                </c:pt>
                <c:pt idx="16231">
                  <c:v>6.5</c:v>
                </c:pt>
                <c:pt idx="16232">
                  <c:v>6.1</c:v>
                </c:pt>
                <c:pt idx="16233">
                  <c:v>7.9</c:v>
                </c:pt>
                <c:pt idx="16234">
                  <c:v>8.4</c:v>
                </c:pt>
                <c:pt idx="16235">
                  <c:v>7.4</c:v>
                </c:pt>
                <c:pt idx="16236">
                  <c:v>5.8</c:v>
                </c:pt>
                <c:pt idx="16237">
                  <c:v>6.4</c:v>
                </c:pt>
                <c:pt idx="16238">
                  <c:v>6.6</c:v>
                </c:pt>
                <c:pt idx="16239">
                  <c:v>8.3000000000000007</c:v>
                </c:pt>
                <c:pt idx="16240">
                  <c:v>4.8</c:v>
                </c:pt>
                <c:pt idx="16241">
                  <c:v>5.8</c:v>
                </c:pt>
                <c:pt idx="16242">
                  <c:v>6.1</c:v>
                </c:pt>
                <c:pt idx="16243">
                  <c:v>6.5</c:v>
                </c:pt>
                <c:pt idx="16244">
                  <c:v>9.6999999999999993</c:v>
                </c:pt>
                <c:pt idx="16245">
                  <c:v>7.2</c:v>
                </c:pt>
                <c:pt idx="16246">
                  <c:v>5</c:v>
                </c:pt>
                <c:pt idx="16247">
                  <c:v>4.4000000000000004</c:v>
                </c:pt>
                <c:pt idx="16248">
                  <c:v>5.8</c:v>
                </c:pt>
                <c:pt idx="16249">
                  <c:v>7.4</c:v>
                </c:pt>
                <c:pt idx="16250">
                  <c:v>4.3</c:v>
                </c:pt>
                <c:pt idx="16251">
                  <c:v>9.4</c:v>
                </c:pt>
                <c:pt idx="16252">
                  <c:v>6.3</c:v>
                </c:pt>
                <c:pt idx="16253">
                  <c:v>9.8000000000000007</c:v>
                </c:pt>
                <c:pt idx="16254">
                  <c:v>8.6</c:v>
                </c:pt>
                <c:pt idx="16255">
                  <c:v>8.6999999999999993</c:v>
                </c:pt>
                <c:pt idx="16256">
                  <c:v>9</c:v>
                </c:pt>
                <c:pt idx="16257">
                  <c:v>4.5</c:v>
                </c:pt>
                <c:pt idx="16258">
                  <c:v>6.8</c:v>
                </c:pt>
                <c:pt idx="16259">
                  <c:v>8</c:v>
                </c:pt>
                <c:pt idx="16260">
                  <c:v>9.6999999999999993</c:v>
                </c:pt>
                <c:pt idx="16261">
                  <c:v>4.7</c:v>
                </c:pt>
                <c:pt idx="16262">
                  <c:v>5.8</c:v>
                </c:pt>
                <c:pt idx="16263">
                  <c:v>4.0999999999999996</c:v>
                </c:pt>
                <c:pt idx="16264">
                  <c:v>4</c:v>
                </c:pt>
                <c:pt idx="16265">
                  <c:v>8.8000000000000007</c:v>
                </c:pt>
                <c:pt idx="16266">
                  <c:v>5.6</c:v>
                </c:pt>
                <c:pt idx="16267">
                  <c:v>8.8000000000000007</c:v>
                </c:pt>
                <c:pt idx="16268">
                  <c:v>7</c:v>
                </c:pt>
                <c:pt idx="16269">
                  <c:v>4.5</c:v>
                </c:pt>
                <c:pt idx="16270">
                  <c:v>8.9</c:v>
                </c:pt>
                <c:pt idx="16271">
                  <c:v>7.4</c:v>
                </c:pt>
                <c:pt idx="16272">
                  <c:v>4.7</c:v>
                </c:pt>
                <c:pt idx="16273">
                  <c:v>7.7</c:v>
                </c:pt>
                <c:pt idx="16274">
                  <c:v>8.8000000000000007</c:v>
                </c:pt>
                <c:pt idx="16275">
                  <c:v>7</c:v>
                </c:pt>
                <c:pt idx="16276">
                  <c:v>4.5999999999999996</c:v>
                </c:pt>
                <c:pt idx="16277">
                  <c:v>5.0999999999999996</c:v>
                </c:pt>
                <c:pt idx="16278">
                  <c:v>7.3</c:v>
                </c:pt>
                <c:pt idx="16279">
                  <c:v>4</c:v>
                </c:pt>
                <c:pt idx="16280">
                  <c:v>8.1999999999999993</c:v>
                </c:pt>
                <c:pt idx="16281">
                  <c:v>9.1</c:v>
                </c:pt>
                <c:pt idx="16282">
                  <c:v>5.3</c:v>
                </c:pt>
                <c:pt idx="16283">
                  <c:v>9.6999999999999993</c:v>
                </c:pt>
                <c:pt idx="16284">
                  <c:v>7.6</c:v>
                </c:pt>
                <c:pt idx="16285">
                  <c:v>8.4</c:v>
                </c:pt>
                <c:pt idx="16286">
                  <c:v>5.6</c:v>
                </c:pt>
                <c:pt idx="16287">
                  <c:v>8.1999999999999993</c:v>
                </c:pt>
                <c:pt idx="16288">
                  <c:v>6.6</c:v>
                </c:pt>
                <c:pt idx="16289">
                  <c:v>8.3000000000000007</c:v>
                </c:pt>
                <c:pt idx="16290">
                  <c:v>6.5</c:v>
                </c:pt>
                <c:pt idx="16291">
                  <c:v>9.5</c:v>
                </c:pt>
                <c:pt idx="16292">
                  <c:v>8.6999999999999993</c:v>
                </c:pt>
                <c:pt idx="16293">
                  <c:v>6.5</c:v>
                </c:pt>
                <c:pt idx="16294">
                  <c:v>4</c:v>
                </c:pt>
                <c:pt idx="16295">
                  <c:v>4.5</c:v>
                </c:pt>
                <c:pt idx="16296">
                  <c:v>9.1999999999999993</c:v>
                </c:pt>
                <c:pt idx="16297">
                  <c:v>4.5</c:v>
                </c:pt>
                <c:pt idx="16298">
                  <c:v>4.2</c:v>
                </c:pt>
                <c:pt idx="16299">
                  <c:v>6.1</c:v>
                </c:pt>
                <c:pt idx="16300">
                  <c:v>4.3</c:v>
                </c:pt>
                <c:pt idx="16301">
                  <c:v>7.6</c:v>
                </c:pt>
                <c:pt idx="16302">
                  <c:v>7.9</c:v>
                </c:pt>
                <c:pt idx="16303">
                  <c:v>5.7</c:v>
                </c:pt>
                <c:pt idx="16304">
                  <c:v>7.9</c:v>
                </c:pt>
                <c:pt idx="16305">
                  <c:v>8.6999999999999993</c:v>
                </c:pt>
                <c:pt idx="16306">
                  <c:v>7.5</c:v>
                </c:pt>
                <c:pt idx="16307">
                  <c:v>9.1</c:v>
                </c:pt>
                <c:pt idx="16308">
                  <c:v>8.4</c:v>
                </c:pt>
                <c:pt idx="16309">
                  <c:v>7</c:v>
                </c:pt>
                <c:pt idx="16310">
                  <c:v>5.7</c:v>
                </c:pt>
                <c:pt idx="16311">
                  <c:v>8.9</c:v>
                </c:pt>
                <c:pt idx="16312">
                  <c:v>7.3</c:v>
                </c:pt>
                <c:pt idx="16313">
                  <c:v>7.2</c:v>
                </c:pt>
                <c:pt idx="16314">
                  <c:v>8.4</c:v>
                </c:pt>
                <c:pt idx="16315">
                  <c:v>5.6</c:v>
                </c:pt>
                <c:pt idx="16316">
                  <c:v>9.1999999999999993</c:v>
                </c:pt>
                <c:pt idx="16317">
                  <c:v>7.1</c:v>
                </c:pt>
                <c:pt idx="16318">
                  <c:v>4.0999999999999996</c:v>
                </c:pt>
                <c:pt idx="16319">
                  <c:v>9.5</c:v>
                </c:pt>
                <c:pt idx="16320">
                  <c:v>4.2</c:v>
                </c:pt>
                <c:pt idx="16321">
                  <c:v>6.3</c:v>
                </c:pt>
                <c:pt idx="16322">
                  <c:v>10</c:v>
                </c:pt>
                <c:pt idx="16323">
                  <c:v>8.4</c:v>
                </c:pt>
                <c:pt idx="16324">
                  <c:v>6.8</c:v>
                </c:pt>
                <c:pt idx="16325">
                  <c:v>8.6999999999999993</c:v>
                </c:pt>
                <c:pt idx="16326">
                  <c:v>4.4000000000000004</c:v>
                </c:pt>
                <c:pt idx="16327">
                  <c:v>9</c:v>
                </c:pt>
                <c:pt idx="16328">
                  <c:v>9.4</c:v>
                </c:pt>
                <c:pt idx="16329">
                  <c:v>7.9</c:v>
                </c:pt>
                <c:pt idx="16330">
                  <c:v>7.9</c:v>
                </c:pt>
                <c:pt idx="16331">
                  <c:v>9</c:v>
                </c:pt>
                <c:pt idx="16332">
                  <c:v>7.3</c:v>
                </c:pt>
                <c:pt idx="16333">
                  <c:v>5.3</c:v>
                </c:pt>
                <c:pt idx="16334">
                  <c:v>5.7</c:v>
                </c:pt>
                <c:pt idx="16335">
                  <c:v>7.3</c:v>
                </c:pt>
                <c:pt idx="16336">
                  <c:v>9.6</c:v>
                </c:pt>
                <c:pt idx="16337">
                  <c:v>6.6</c:v>
                </c:pt>
                <c:pt idx="16338">
                  <c:v>4.5999999999999996</c:v>
                </c:pt>
                <c:pt idx="16339">
                  <c:v>5.5</c:v>
                </c:pt>
                <c:pt idx="16340">
                  <c:v>5.3</c:v>
                </c:pt>
                <c:pt idx="16341">
                  <c:v>8</c:v>
                </c:pt>
                <c:pt idx="16342">
                  <c:v>8.9</c:v>
                </c:pt>
                <c:pt idx="16343">
                  <c:v>8</c:v>
                </c:pt>
                <c:pt idx="16344">
                  <c:v>8.1999999999999993</c:v>
                </c:pt>
                <c:pt idx="16345">
                  <c:v>5</c:v>
                </c:pt>
                <c:pt idx="16346">
                  <c:v>9.1999999999999993</c:v>
                </c:pt>
                <c:pt idx="16347">
                  <c:v>6.4</c:v>
                </c:pt>
                <c:pt idx="16348">
                  <c:v>5.6</c:v>
                </c:pt>
                <c:pt idx="16349">
                  <c:v>6.9</c:v>
                </c:pt>
                <c:pt idx="16350">
                  <c:v>5.6</c:v>
                </c:pt>
                <c:pt idx="16351">
                  <c:v>9.4</c:v>
                </c:pt>
                <c:pt idx="16352">
                  <c:v>5.7</c:v>
                </c:pt>
                <c:pt idx="16353">
                  <c:v>8.6999999999999993</c:v>
                </c:pt>
                <c:pt idx="16354">
                  <c:v>6.7</c:v>
                </c:pt>
                <c:pt idx="16355">
                  <c:v>7.8</c:v>
                </c:pt>
                <c:pt idx="16356">
                  <c:v>8</c:v>
                </c:pt>
                <c:pt idx="16357">
                  <c:v>7.7</c:v>
                </c:pt>
                <c:pt idx="16358">
                  <c:v>9.4</c:v>
                </c:pt>
                <c:pt idx="16359">
                  <c:v>8.4</c:v>
                </c:pt>
                <c:pt idx="16360">
                  <c:v>7.7</c:v>
                </c:pt>
                <c:pt idx="16361">
                  <c:v>8.1</c:v>
                </c:pt>
                <c:pt idx="16362">
                  <c:v>4.7</c:v>
                </c:pt>
                <c:pt idx="16363">
                  <c:v>6.7</c:v>
                </c:pt>
                <c:pt idx="16364">
                  <c:v>9.3000000000000007</c:v>
                </c:pt>
                <c:pt idx="16365">
                  <c:v>6.5</c:v>
                </c:pt>
                <c:pt idx="16366">
                  <c:v>5</c:v>
                </c:pt>
                <c:pt idx="16367">
                  <c:v>6.5</c:v>
                </c:pt>
                <c:pt idx="16368">
                  <c:v>9.6999999999999993</c:v>
                </c:pt>
                <c:pt idx="16369">
                  <c:v>9.8000000000000007</c:v>
                </c:pt>
                <c:pt idx="16370">
                  <c:v>7</c:v>
                </c:pt>
                <c:pt idx="16371">
                  <c:v>7.2</c:v>
                </c:pt>
                <c:pt idx="16372">
                  <c:v>9.3000000000000007</c:v>
                </c:pt>
                <c:pt idx="16373">
                  <c:v>6.2</c:v>
                </c:pt>
                <c:pt idx="16374">
                  <c:v>9.5</c:v>
                </c:pt>
                <c:pt idx="16375">
                  <c:v>5.6</c:v>
                </c:pt>
                <c:pt idx="16376">
                  <c:v>9.5</c:v>
                </c:pt>
                <c:pt idx="16377">
                  <c:v>6.8</c:v>
                </c:pt>
                <c:pt idx="16378">
                  <c:v>7.7</c:v>
                </c:pt>
                <c:pt idx="16379">
                  <c:v>6.9</c:v>
                </c:pt>
                <c:pt idx="16380">
                  <c:v>4.7</c:v>
                </c:pt>
                <c:pt idx="16381">
                  <c:v>5.5</c:v>
                </c:pt>
                <c:pt idx="16382">
                  <c:v>8.6</c:v>
                </c:pt>
                <c:pt idx="16383">
                  <c:v>7.9</c:v>
                </c:pt>
                <c:pt idx="16384">
                  <c:v>8.6</c:v>
                </c:pt>
                <c:pt idx="16385">
                  <c:v>5.0999999999999996</c:v>
                </c:pt>
                <c:pt idx="16386">
                  <c:v>5.5</c:v>
                </c:pt>
                <c:pt idx="16387">
                  <c:v>9.9</c:v>
                </c:pt>
                <c:pt idx="16388">
                  <c:v>6.7</c:v>
                </c:pt>
                <c:pt idx="16389">
                  <c:v>9.1</c:v>
                </c:pt>
                <c:pt idx="16390">
                  <c:v>4.0999999999999996</c:v>
                </c:pt>
                <c:pt idx="16391">
                  <c:v>5.9</c:v>
                </c:pt>
                <c:pt idx="16392">
                  <c:v>8.1</c:v>
                </c:pt>
                <c:pt idx="16393">
                  <c:v>8.4</c:v>
                </c:pt>
                <c:pt idx="16394">
                  <c:v>10</c:v>
                </c:pt>
                <c:pt idx="16395">
                  <c:v>8.1999999999999993</c:v>
                </c:pt>
                <c:pt idx="16396">
                  <c:v>5.4</c:v>
                </c:pt>
                <c:pt idx="16397">
                  <c:v>7.6</c:v>
                </c:pt>
                <c:pt idx="16398">
                  <c:v>8.3000000000000007</c:v>
                </c:pt>
                <c:pt idx="16399">
                  <c:v>6.7</c:v>
                </c:pt>
                <c:pt idx="16400">
                  <c:v>7.3</c:v>
                </c:pt>
                <c:pt idx="16401">
                  <c:v>6.6</c:v>
                </c:pt>
                <c:pt idx="16402">
                  <c:v>6.6</c:v>
                </c:pt>
                <c:pt idx="16403">
                  <c:v>4.9000000000000004</c:v>
                </c:pt>
                <c:pt idx="16404">
                  <c:v>9.9</c:v>
                </c:pt>
                <c:pt idx="16405">
                  <c:v>6.7</c:v>
                </c:pt>
                <c:pt idx="16406">
                  <c:v>9.8000000000000007</c:v>
                </c:pt>
                <c:pt idx="16407">
                  <c:v>7.6</c:v>
                </c:pt>
                <c:pt idx="16408">
                  <c:v>9.8000000000000007</c:v>
                </c:pt>
                <c:pt idx="16409">
                  <c:v>5.8</c:v>
                </c:pt>
                <c:pt idx="16410">
                  <c:v>6.7</c:v>
                </c:pt>
                <c:pt idx="16411">
                  <c:v>9.3000000000000007</c:v>
                </c:pt>
                <c:pt idx="16412">
                  <c:v>6.7</c:v>
                </c:pt>
                <c:pt idx="16413">
                  <c:v>5.3</c:v>
                </c:pt>
                <c:pt idx="16414">
                  <c:v>4.5999999999999996</c:v>
                </c:pt>
                <c:pt idx="16415">
                  <c:v>4.4000000000000004</c:v>
                </c:pt>
                <c:pt idx="16416">
                  <c:v>4.2</c:v>
                </c:pt>
                <c:pt idx="16417">
                  <c:v>7.7</c:v>
                </c:pt>
                <c:pt idx="16418">
                  <c:v>8.8000000000000007</c:v>
                </c:pt>
                <c:pt idx="16419">
                  <c:v>5.7</c:v>
                </c:pt>
                <c:pt idx="16420">
                  <c:v>6.8</c:v>
                </c:pt>
                <c:pt idx="16421">
                  <c:v>4.4000000000000004</c:v>
                </c:pt>
                <c:pt idx="16422">
                  <c:v>5.4</c:v>
                </c:pt>
                <c:pt idx="16423">
                  <c:v>9.6999999999999993</c:v>
                </c:pt>
                <c:pt idx="16424">
                  <c:v>5.2</c:v>
                </c:pt>
                <c:pt idx="16425">
                  <c:v>9.6</c:v>
                </c:pt>
                <c:pt idx="16426">
                  <c:v>7.4</c:v>
                </c:pt>
                <c:pt idx="16427">
                  <c:v>5.4</c:v>
                </c:pt>
                <c:pt idx="16428">
                  <c:v>6.8</c:v>
                </c:pt>
                <c:pt idx="16429">
                  <c:v>8.8000000000000007</c:v>
                </c:pt>
                <c:pt idx="16430">
                  <c:v>9</c:v>
                </c:pt>
                <c:pt idx="16431">
                  <c:v>6.9</c:v>
                </c:pt>
                <c:pt idx="16432">
                  <c:v>6.7</c:v>
                </c:pt>
                <c:pt idx="16433">
                  <c:v>4.4000000000000004</c:v>
                </c:pt>
                <c:pt idx="16434">
                  <c:v>9.6999999999999993</c:v>
                </c:pt>
                <c:pt idx="16435">
                  <c:v>8.4</c:v>
                </c:pt>
                <c:pt idx="16436">
                  <c:v>8.4</c:v>
                </c:pt>
                <c:pt idx="16437">
                  <c:v>5.7</c:v>
                </c:pt>
                <c:pt idx="16438">
                  <c:v>4.3</c:v>
                </c:pt>
                <c:pt idx="16439">
                  <c:v>5.6</c:v>
                </c:pt>
                <c:pt idx="16440">
                  <c:v>7.9</c:v>
                </c:pt>
                <c:pt idx="16441">
                  <c:v>6.1</c:v>
                </c:pt>
                <c:pt idx="16442">
                  <c:v>8</c:v>
                </c:pt>
                <c:pt idx="16443">
                  <c:v>5</c:v>
                </c:pt>
                <c:pt idx="16444">
                  <c:v>7.6</c:v>
                </c:pt>
                <c:pt idx="16445">
                  <c:v>7.5</c:v>
                </c:pt>
                <c:pt idx="16446">
                  <c:v>7.2</c:v>
                </c:pt>
                <c:pt idx="16447">
                  <c:v>9.8000000000000007</c:v>
                </c:pt>
                <c:pt idx="16448">
                  <c:v>4.4000000000000004</c:v>
                </c:pt>
                <c:pt idx="16449">
                  <c:v>4.8</c:v>
                </c:pt>
                <c:pt idx="16450">
                  <c:v>8.1999999999999993</c:v>
                </c:pt>
                <c:pt idx="16451">
                  <c:v>5.0999999999999996</c:v>
                </c:pt>
                <c:pt idx="16452">
                  <c:v>4</c:v>
                </c:pt>
                <c:pt idx="16453">
                  <c:v>5.6</c:v>
                </c:pt>
                <c:pt idx="16454">
                  <c:v>5.4</c:v>
                </c:pt>
                <c:pt idx="16455">
                  <c:v>4.5</c:v>
                </c:pt>
                <c:pt idx="16456">
                  <c:v>9.6999999999999993</c:v>
                </c:pt>
                <c:pt idx="16457">
                  <c:v>8.1</c:v>
                </c:pt>
                <c:pt idx="16458">
                  <c:v>5</c:v>
                </c:pt>
                <c:pt idx="16459">
                  <c:v>9.6999999999999993</c:v>
                </c:pt>
                <c:pt idx="16460">
                  <c:v>5.9</c:v>
                </c:pt>
                <c:pt idx="16461">
                  <c:v>7.4</c:v>
                </c:pt>
                <c:pt idx="16462">
                  <c:v>6.8</c:v>
                </c:pt>
                <c:pt idx="16463">
                  <c:v>10</c:v>
                </c:pt>
                <c:pt idx="16464">
                  <c:v>7.8</c:v>
                </c:pt>
                <c:pt idx="16465">
                  <c:v>7.6</c:v>
                </c:pt>
                <c:pt idx="16466">
                  <c:v>9.6</c:v>
                </c:pt>
                <c:pt idx="16467">
                  <c:v>8.9</c:v>
                </c:pt>
                <c:pt idx="16468">
                  <c:v>6.5</c:v>
                </c:pt>
                <c:pt idx="16469">
                  <c:v>4.2</c:v>
                </c:pt>
                <c:pt idx="16470">
                  <c:v>9.9</c:v>
                </c:pt>
                <c:pt idx="16471">
                  <c:v>7.3</c:v>
                </c:pt>
                <c:pt idx="16472">
                  <c:v>7.3</c:v>
                </c:pt>
                <c:pt idx="16473">
                  <c:v>8</c:v>
                </c:pt>
                <c:pt idx="16474">
                  <c:v>9.1</c:v>
                </c:pt>
                <c:pt idx="16475">
                  <c:v>9</c:v>
                </c:pt>
                <c:pt idx="16476">
                  <c:v>4.4000000000000004</c:v>
                </c:pt>
                <c:pt idx="16477">
                  <c:v>4.3</c:v>
                </c:pt>
                <c:pt idx="16478">
                  <c:v>6.9</c:v>
                </c:pt>
                <c:pt idx="16479">
                  <c:v>8.9</c:v>
                </c:pt>
                <c:pt idx="16480">
                  <c:v>10</c:v>
                </c:pt>
                <c:pt idx="16481">
                  <c:v>9.1999999999999993</c:v>
                </c:pt>
                <c:pt idx="16482">
                  <c:v>4.9000000000000004</c:v>
                </c:pt>
                <c:pt idx="16483">
                  <c:v>9.9</c:v>
                </c:pt>
                <c:pt idx="16484">
                  <c:v>6.3</c:v>
                </c:pt>
                <c:pt idx="16485">
                  <c:v>4.4000000000000004</c:v>
                </c:pt>
                <c:pt idx="16486">
                  <c:v>4.0999999999999996</c:v>
                </c:pt>
                <c:pt idx="16487">
                  <c:v>9.1999999999999993</c:v>
                </c:pt>
                <c:pt idx="16488">
                  <c:v>9.9</c:v>
                </c:pt>
                <c:pt idx="16489">
                  <c:v>9.3000000000000007</c:v>
                </c:pt>
                <c:pt idx="16490">
                  <c:v>5.7</c:v>
                </c:pt>
                <c:pt idx="16491">
                  <c:v>6</c:v>
                </c:pt>
                <c:pt idx="16492">
                  <c:v>9.6</c:v>
                </c:pt>
                <c:pt idx="16493">
                  <c:v>4.2</c:v>
                </c:pt>
                <c:pt idx="16494">
                  <c:v>6.4</c:v>
                </c:pt>
                <c:pt idx="16495">
                  <c:v>6.3</c:v>
                </c:pt>
                <c:pt idx="16496">
                  <c:v>9.8000000000000007</c:v>
                </c:pt>
                <c:pt idx="16497">
                  <c:v>4.9000000000000004</c:v>
                </c:pt>
                <c:pt idx="16498">
                  <c:v>8.9</c:v>
                </c:pt>
                <c:pt idx="16499">
                  <c:v>5.3</c:v>
                </c:pt>
                <c:pt idx="16500">
                  <c:v>4.8</c:v>
                </c:pt>
                <c:pt idx="16501">
                  <c:v>9.8000000000000007</c:v>
                </c:pt>
                <c:pt idx="16502">
                  <c:v>5.7</c:v>
                </c:pt>
                <c:pt idx="16503">
                  <c:v>9.5</c:v>
                </c:pt>
                <c:pt idx="16504">
                  <c:v>6.3</c:v>
                </c:pt>
                <c:pt idx="16505">
                  <c:v>8.1999999999999993</c:v>
                </c:pt>
                <c:pt idx="16506">
                  <c:v>7.8</c:v>
                </c:pt>
                <c:pt idx="16507">
                  <c:v>8.1999999999999993</c:v>
                </c:pt>
                <c:pt idx="16508">
                  <c:v>8.3000000000000007</c:v>
                </c:pt>
                <c:pt idx="16509">
                  <c:v>9.3000000000000007</c:v>
                </c:pt>
                <c:pt idx="16510">
                  <c:v>8.4</c:v>
                </c:pt>
                <c:pt idx="16511">
                  <c:v>6.5</c:v>
                </c:pt>
                <c:pt idx="16512">
                  <c:v>5.6</c:v>
                </c:pt>
                <c:pt idx="16513">
                  <c:v>6.8</c:v>
                </c:pt>
                <c:pt idx="16514">
                  <c:v>6.6</c:v>
                </c:pt>
                <c:pt idx="16515">
                  <c:v>6.2</c:v>
                </c:pt>
                <c:pt idx="16516">
                  <c:v>5.8</c:v>
                </c:pt>
                <c:pt idx="16517">
                  <c:v>5.3</c:v>
                </c:pt>
                <c:pt idx="16518">
                  <c:v>5.5</c:v>
                </c:pt>
                <c:pt idx="16519">
                  <c:v>7.2</c:v>
                </c:pt>
                <c:pt idx="16520">
                  <c:v>9.6</c:v>
                </c:pt>
                <c:pt idx="16521">
                  <c:v>5.8</c:v>
                </c:pt>
                <c:pt idx="16522">
                  <c:v>7.3</c:v>
                </c:pt>
                <c:pt idx="16523">
                  <c:v>7.2</c:v>
                </c:pt>
                <c:pt idx="16524">
                  <c:v>4.9000000000000004</c:v>
                </c:pt>
                <c:pt idx="16525">
                  <c:v>7.8</c:v>
                </c:pt>
                <c:pt idx="16526">
                  <c:v>6.8</c:v>
                </c:pt>
                <c:pt idx="16527">
                  <c:v>8.5</c:v>
                </c:pt>
                <c:pt idx="16528">
                  <c:v>4.0999999999999996</c:v>
                </c:pt>
                <c:pt idx="16529">
                  <c:v>9.9</c:v>
                </c:pt>
                <c:pt idx="16530">
                  <c:v>9</c:v>
                </c:pt>
                <c:pt idx="16531">
                  <c:v>4.4000000000000004</c:v>
                </c:pt>
                <c:pt idx="16532">
                  <c:v>9.5</c:v>
                </c:pt>
                <c:pt idx="16533">
                  <c:v>6.5</c:v>
                </c:pt>
                <c:pt idx="16534">
                  <c:v>9.1</c:v>
                </c:pt>
                <c:pt idx="16535">
                  <c:v>7.9</c:v>
                </c:pt>
                <c:pt idx="16536">
                  <c:v>4.5</c:v>
                </c:pt>
                <c:pt idx="16537">
                  <c:v>5.0999999999999996</c:v>
                </c:pt>
                <c:pt idx="16538">
                  <c:v>9.9</c:v>
                </c:pt>
                <c:pt idx="16539">
                  <c:v>5.5</c:v>
                </c:pt>
                <c:pt idx="16540">
                  <c:v>9.9</c:v>
                </c:pt>
                <c:pt idx="16541">
                  <c:v>7.9</c:v>
                </c:pt>
                <c:pt idx="16542">
                  <c:v>7</c:v>
                </c:pt>
                <c:pt idx="16543">
                  <c:v>8.6</c:v>
                </c:pt>
                <c:pt idx="16544">
                  <c:v>6.2</c:v>
                </c:pt>
                <c:pt idx="16545">
                  <c:v>6.9</c:v>
                </c:pt>
                <c:pt idx="16546">
                  <c:v>7.2</c:v>
                </c:pt>
                <c:pt idx="16547">
                  <c:v>6</c:v>
                </c:pt>
                <c:pt idx="16548">
                  <c:v>7.4</c:v>
                </c:pt>
                <c:pt idx="16549">
                  <c:v>9.4</c:v>
                </c:pt>
                <c:pt idx="16550">
                  <c:v>5.5</c:v>
                </c:pt>
                <c:pt idx="16551">
                  <c:v>7.1</c:v>
                </c:pt>
                <c:pt idx="16552">
                  <c:v>4.7</c:v>
                </c:pt>
                <c:pt idx="16553">
                  <c:v>4.8</c:v>
                </c:pt>
                <c:pt idx="16554">
                  <c:v>7.6</c:v>
                </c:pt>
                <c:pt idx="16555">
                  <c:v>6.7</c:v>
                </c:pt>
                <c:pt idx="16556">
                  <c:v>5.0999999999999996</c:v>
                </c:pt>
                <c:pt idx="16557">
                  <c:v>4.9000000000000004</c:v>
                </c:pt>
                <c:pt idx="16558">
                  <c:v>9.5</c:v>
                </c:pt>
                <c:pt idx="16559">
                  <c:v>8.5</c:v>
                </c:pt>
                <c:pt idx="16560">
                  <c:v>8.6999999999999993</c:v>
                </c:pt>
                <c:pt idx="16561">
                  <c:v>6.9</c:v>
                </c:pt>
                <c:pt idx="16562">
                  <c:v>7.9</c:v>
                </c:pt>
                <c:pt idx="16563">
                  <c:v>7.2</c:v>
                </c:pt>
                <c:pt idx="16564">
                  <c:v>8.6</c:v>
                </c:pt>
                <c:pt idx="16565">
                  <c:v>9.1999999999999993</c:v>
                </c:pt>
                <c:pt idx="16566">
                  <c:v>5.6</c:v>
                </c:pt>
                <c:pt idx="16567">
                  <c:v>8.5</c:v>
                </c:pt>
                <c:pt idx="16568">
                  <c:v>4.7</c:v>
                </c:pt>
                <c:pt idx="16569">
                  <c:v>8.1</c:v>
                </c:pt>
                <c:pt idx="16570">
                  <c:v>4</c:v>
                </c:pt>
                <c:pt idx="16571">
                  <c:v>6.5</c:v>
                </c:pt>
                <c:pt idx="16572">
                  <c:v>6.8</c:v>
                </c:pt>
                <c:pt idx="16573">
                  <c:v>7.2</c:v>
                </c:pt>
                <c:pt idx="16574">
                  <c:v>7</c:v>
                </c:pt>
                <c:pt idx="16575">
                  <c:v>6.3</c:v>
                </c:pt>
                <c:pt idx="16576">
                  <c:v>5.7</c:v>
                </c:pt>
                <c:pt idx="16577">
                  <c:v>5.2</c:v>
                </c:pt>
                <c:pt idx="16578">
                  <c:v>9.5</c:v>
                </c:pt>
                <c:pt idx="16579">
                  <c:v>6.8</c:v>
                </c:pt>
                <c:pt idx="16580">
                  <c:v>7.9</c:v>
                </c:pt>
                <c:pt idx="16581">
                  <c:v>6.1</c:v>
                </c:pt>
                <c:pt idx="16582">
                  <c:v>9.1</c:v>
                </c:pt>
                <c:pt idx="16583">
                  <c:v>9</c:v>
                </c:pt>
                <c:pt idx="16584">
                  <c:v>6.3</c:v>
                </c:pt>
                <c:pt idx="16585">
                  <c:v>7.5</c:v>
                </c:pt>
                <c:pt idx="16586">
                  <c:v>6.7</c:v>
                </c:pt>
                <c:pt idx="16587">
                  <c:v>7.3</c:v>
                </c:pt>
                <c:pt idx="16588">
                  <c:v>7.9</c:v>
                </c:pt>
                <c:pt idx="16589">
                  <c:v>6.4</c:v>
                </c:pt>
                <c:pt idx="16590">
                  <c:v>9.5</c:v>
                </c:pt>
                <c:pt idx="16591">
                  <c:v>6.1</c:v>
                </c:pt>
                <c:pt idx="16592">
                  <c:v>6.8</c:v>
                </c:pt>
                <c:pt idx="16593">
                  <c:v>6.7</c:v>
                </c:pt>
                <c:pt idx="16594">
                  <c:v>6.2</c:v>
                </c:pt>
                <c:pt idx="16595">
                  <c:v>5.3</c:v>
                </c:pt>
                <c:pt idx="16596">
                  <c:v>4.5</c:v>
                </c:pt>
                <c:pt idx="16597">
                  <c:v>8.6999999999999993</c:v>
                </c:pt>
                <c:pt idx="16598">
                  <c:v>5.8</c:v>
                </c:pt>
                <c:pt idx="16599">
                  <c:v>10</c:v>
                </c:pt>
                <c:pt idx="16600">
                  <c:v>9.6</c:v>
                </c:pt>
                <c:pt idx="16601">
                  <c:v>5.5</c:v>
                </c:pt>
                <c:pt idx="16602">
                  <c:v>9.6999999999999993</c:v>
                </c:pt>
                <c:pt idx="16603">
                  <c:v>7.3</c:v>
                </c:pt>
                <c:pt idx="16604">
                  <c:v>6.6</c:v>
                </c:pt>
                <c:pt idx="16605">
                  <c:v>4.5</c:v>
                </c:pt>
                <c:pt idx="16606">
                  <c:v>7.9</c:v>
                </c:pt>
                <c:pt idx="16607">
                  <c:v>6.6</c:v>
                </c:pt>
                <c:pt idx="16608">
                  <c:v>8.1</c:v>
                </c:pt>
                <c:pt idx="16609">
                  <c:v>6.6</c:v>
                </c:pt>
                <c:pt idx="16610">
                  <c:v>8.6</c:v>
                </c:pt>
                <c:pt idx="16611">
                  <c:v>9.6</c:v>
                </c:pt>
                <c:pt idx="16612">
                  <c:v>5.5</c:v>
                </c:pt>
                <c:pt idx="16613">
                  <c:v>9.6999999999999993</c:v>
                </c:pt>
                <c:pt idx="16614">
                  <c:v>8.1999999999999993</c:v>
                </c:pt>
                <c:pt idx="16615">
                  <c:v>5</c:v>
                </c:pt>
                <c:pt idx="16616">
                  <c:v>6.2</c:v>
                </c:pt>
                <c:pt idx="16617">
                  <c:v>4.9000000000000004</c:v>
                </c:pt>
                <c:pt idx="16618">
                  <c:v>8.6</c:v>
                </c:pt>
                <c:pt idx="16619">
                  <c:v>6.8</c:v>
                </c:pt>
                <c:pt idx="16620">
                  <c:v>6</c:v>
                </c:pt>
                <c:pt idx="16621">
                  <c:v>8.3000000000000007</c:v>
                </c:pt>
                <c:pt idx="16622">
                  <c:v>5.0999999999999996</c:v>
                </c:pt>
                <c:pt idx="16623">
                  <c:v>8.6999999999999993</c:v>
                </c:pt>
                <c:pt idx="16624">
                  <c:v>6.2</c:v>
                </c:pt>
                <c:pt idx="16625">
                  <c:v>6.7</c:v>
                </c:pt>
                <c:pt idx="16626">
                  <c:v>6.4</c:v>
                </c:pt>
                <c:pt idx="16627">
                  <c:v>6.8</c:v>
                </c:pt>
                <c:pt idx="16628">
                  <c:v>5.5</c:v>
                </c:pt>
                <c:pt idx="16629">
                  <c:v>5.0999999999999996</c:v>
                </c:pt>
                <c:pt idx="16630">
                  <c:v>8.1</c:v>
                </c:pt>
                <c:pt idx="16631">
                  <c:v>6.4</c:v>
                </c:pt>
                <c:pt idx="16632">
                  <c:v>7.2</c:v>
                </c:pt>
                <c:pt idx="16633">
                  <c:v>5.2</c:v>
                </c:pt>
                <c:pt idx="16634">
                  <c:v>5</c:v>
                </c:pt>
                <c:pt idx="16635">
                  <c:v>9.8000000000000007</c:v>
                </c:pt>
                <c:pt idx="16636">
                  <c:v>6.9</c:v>
                </c:pt>
                <c:pt idx="16637">
                  <c:v>4.7</c:v>
                </c:pt>
                <c:pt idx="16638">
                  <c:v>5.7</c:v>
                </c:pt>
                <c:pt idx="16639">
                  <c:v>6.5</c:v>
                </c:pt>
                <c:pt idx="16640">
                  <c:v>8.5</c:v>
                </c:pt>
                <c:pt idx="16641">
                  <c:v>6.7</c:v>
                </c:pt>
                <c:pt idx="16642">
                  <c:v>4.2</c:v>
                </c:pt>
                <c:pt idx="16643">
                  <c:v>7.9</c:v>
                </c:pt>
                <c:pt idx="16644">
                  <c:v>9.8000000000000007</c:v>
                </c:pt>
                <c:pt idx="16645">
                  <c:v>5.2</c:v>
                </c:pt>
                <c:pt idx="16646">
                  <c:v>6.8</c:v>
                </c:pt>
                <c:pt idx="16647">
                  <c:v>4.8</c:v>
                </c:pt>
                <c:pt idx="16648">
                  <c:v>7.4</c:v>
                </c:pt>
                <c:pt idx="16649">
                  <c:v>9.6</c:v>
                </c:pt>
                <c:pt idx="16650">
                  <c:v>8.9</c:v>
                </c:pt>
                <c:pt idx="16651">
                  <c:v>9.5</c:v>
                </c:pt>
                <c:pt idx="16652">
                  <c:v>4.0999999999999996</c:v>
                </c:pt>
                <c:pt idx="16653">
                  <c:v>6.7</c:v>
                </c:pt>
                <c:pt idx="16654">
                  <c:v>4.8</c:v>
                </c:pt>
                <c:pt idx="16655">
                  <c:v>4.9000000000000004</c:v>
                </c:pt>
                <c:pt idx="16656">
                  <c:v>6.3</c:v>
                </c:pt>
                <c:pt idx="16657">
                  <c:v>8.1</c:v>
                </c:pt>
                <c:pt idx="16658">
                  <c:v>4.5</c:v>
                </c:pt>
                <c:pt idx="16659">
                  <c:v>6.5</c:v>
                </c:pt>
                <c:pt idx="16660">
                  <c:v>8.6</c:v>
                </c:pt>
                <c:pt idx="16661">
                  <c:v>8.1999999999999993</c:v>
                </c:pt>
                <c:pt idx="16662">
                  <c:v>8</c:v>
                </c:pt>
                <c:pt idx="16663">
                  <c:v>6.6</c:v>
                </c:pt>
                <c:pt idx="16664">
                  <c:v>9.1</c:v>
                </c:pt>
                <c:pt idx="16665">
                  <c:v>7.7</c:v>
                </c:pt>
                <c:pt idx="16666">
                  <c:v>5.0999999999999996</c:v>
                </c:pt>
                <c:pt idx="16667">
                  <c:v>8.1</c:v>
                </c:pt>
                <c:pt idx="16668">
                  <c:v>9</c:v>
                </c:pt>
                <c:pt idx="16669">
                  <c:v>6.2</c:v>
                </c:pt>
                <c:pt idx="16670">
                  <c:v>6.2</c:v>
                </c:pt>
                <c:pt idx="16671">
                  <c:v>6.9</c:v>
                </c:pt>
                <c:pt idx="16672">
                  <c:v>7.5</c:v>
                </c:pt>
                <c:pt idx="16673">
                  <c:v>9</c:v>
                </c:pt>
                <c:pt idx="16674">
                  <c:v>5.8</c:v>
                </c:pt>
                <c:pt idx="16675">
                  <c:v>8.6</c:v>
                </c:pt>
                <c:pt idx="16676">
                  <c:v>7.8</c:v>
                </c:pt>
                <c:pt idx="16677">
                  <c:v>9.6</c:v>
                </c:pt>
                <c:pt idx="16678">
                  <c:v>9.1</c:v>
                </c:pt>
                <c:pt idx="16679">
                  <c:v>10</c:v>
                </c:pt>
                <c:pt idx="16680">
                  <c:v>6.2</c:v>
                </c:pt>
                <c:pt idx="16681">
                  <c:v>9.6999999999999993</c:v>
                </c:pt>
                <c:pt idx="16682">
                  <c:v>5.8</c:v>
                </c:pt>
                <c:pt idx="16683">
                  <c:v>6.7</c:v>
                </c:pt>
                <c:pt idx="16684">
                  <c:v>5.3</c:v>
                </c:pt>
                <c:pt idx="16685">
                  <c:v>7.3</c:v>
                </c:pt>
                <c:pt idx="16686">
                  <c:v>5.7</c:v>
                </c:pt>
                <c:pt idx="16687">
                  <c:v>6.4</c:v>
                </c:pt>
                <c:pt idx="16688">
                  <c:v>7.3</c:v>
                </c:pt>
                <c:pt idx="16689">
                  <c:v>8.1</c:v>
                </c:pt>
                <c:pt idx="16690">
                  <c:v>6.5</c:v>
                </c:pt>
                <c:pt idx="16691">
                  <c:v>6.1</c:v>
                </c:pt>
                <c:pt idx="16692">
                  <c:v>9.4</c:v>
                </c:pt>
                <c:pt idx="16693">
                  <c:v>4.5</c:v>
                </c:pt>
                <c:pt idx="16694">
                  <c:v>6.5</c:v>
                </c:pt>
                <c:pt idx="16695">
                  <c:v>9.1999999999999993</c:v>
                </c:pt>
                <c:pt idx="16696">
                  <c:v>9.3000000000000007</c:v>
                </c:pt>
                <c:pt idx="16697">
                  <c:v>8.3000000000000007</c:v>
                </c:pt>
                <c:pt idx="16698">
                  <c:v>9.1999999999999993</c:v>
                </c:pt>
                <c:pt idx="16699">
                  <c:v>4.2</c:v>
                </c:pt>
                <c:pt idx="16700">
                  <c:v>9.1999999999999993</c:v>
                </c:pt>
                <c:pt idx="16701">
                  <c:v>6.8</c:v>
                </c:pt>
                <c:pt idx="16702">
                  <c:v>9.5</c:v>
                </c:pt>
                <c:pt idx="16703">
                  <c:v>5.8</c:v>
                </c:pt>
                <c:pt idx="16704">
                  <c:v>8.4</c:v>
                </c:pt>
                <c:pt idx="16705">
                  <c:v>8.1</c:v>
                </c:pt>
                <c:pt idx="16706">
                  <c:v>6.6</c:v>
                </c:pt>
                <c:pt idx="16707">
                  <c:v>4.5</c:v>
                </c:pt>
                <c:pt idx="16708">
                  <c:v>4.5999999999999996</c:v>
                </c:pt>
                <c:pt idx="16709">
                  <c:v>5</c:v>
                </c:pt>
                <c:pt idx="16710">
                  <c:v>5.2</c:v>
                </c:pt>
                <c:pt idx="16711">
                  <c:v>8.4</c:v>
                </c:pt>
                <c:pt idx="16712">
                  <c:v>7.5</c:v>
                </c:pt>
                <c:pt idx="16713">
                  <c:v>5.4</c:v>
                </c:pt>
                <c:pt idx="16714">
                  <c:v>5</c:v>
                </c:pt>
                <c:pt idx="16715">
                  <c:v>4</c:v>
                </c:pt>
                <c:pt idx="16716">
                  <c:v>4.5999999999999996</c:v>
                </c:pt>
                <c:pt idx="16717">
                  <c:v>8</c:v>
                </c:pt>
                <c:pt idx="16718">
                  <c:v>9.3000000000000007</c:v>
                </c:pt>
                <c:pt idx="16719">
                  <c:v>4.5</c:v>
                </c:pt>
                <c:pt idx="16720">
                  <c:v>7.1</c:v>
                </c:pt>
                <c:pt idx="16721">
                  <c:v>5.5</c:v>
                </c:pt>
                <c:pt idx="16722">
                  <c:v>7.9</c:v>
                </c:pt>
                <c:pt idx="16723">
                  <c:v>9.6999999999999993</c:v>
                </c:pt>
                <c:pt idx="16724">
                  <c:v>7.8</c:v>
                </c:pt>
                <c:pt idx="16725">
                  <c:v>8.9</c:v>
                </c:pt>
                <c:pt idx="16726">
                  <c:v>7.1</c:v>
                </c:pt>
                <c:pt idx="16727">
                  <c:v>4.7</c:v>
                </c:pt>
                <c:pt idx="16728">
                  <c:v>5.9</c:v>
                </c:pt>
                <c:pt idx="16729">
                  <c:v>4.5</c:v>
                </c:pt>
                <c:pt idx="16730">
                  <c:v>8.5</c:v>
                </c:pt>
                <c:pt idx="16731">
                  <c:v>6.5</c:v>
                </c:pt>
                <c:pt idx="16732">
                  <c:v>5.7</c:v>
                </c:pt>
                <c:pt idx="16733">
                  <c:v>9.1999999999999993</c:v>
                </c:pt>
                <c:pt idx="16734">
                  <c:v>5.8</c:v>
                </c:pt>
                <c:pt idx="16735">
                  <c:v>7.3</c:v>
                </c:pt>
                <c:pt idx="16736">
                  <c:v>5</c:v>
                </c:pt>
                <c:pt idx="16737">
                  <c:v>7.9</c:v>
                </c:pt>
                <c:pt idx="16738">
                  <c:v>7</c:v>
                </c:pt>
                <c:pt idx="16739">
                  <c:v>9.9</c:v>
                </c:pt>
                <c:pt idx="16740">
                  <c:v>8.1999999999999993</c:v>
                </c:pt>
                <c:pt idx="16741">
                  <c:v>7.1</c:v>
                </c:pt>
                <c:pt idx="16742">
                  <c:v>5.5</c:v>
                </c:pt>
                <c:pt idx="16743">
                  <c:v>5.8</c:v>
                </c:pt>
                <c:pt idx="16744">
                  <c:v>6.2</c:v>
                </c:pt>
                <c:pt idx="16745">
                  <c:v>5.7</c:v>
                </c:pt>
                <c:pt idx="16746">
                  <c:v>4.4000000000000004</c:v>
                </c:pt>
                <c:pt idx="16747">
                  <c:v>9.3000000000000007</c:v>
                </c:pt>
                <c:pt idx="16748">
                  <c:v>5.0999999999999996</c:v>
                </c:pt>
                <c:pt idx="16749">
                  <c:v>8.6999999999999993</c:v>
                </c:pt>
                <c:pt idx="16750">
                  <c:v>7.6</c:v>
                </c:pt>
                <c:pt idx="16751">
                  <c:v>6.4</c:v>
                </c:pt>
                <c:pt idx="16752">
                  <c:v>9.6999999999999993</c:v>
                </c:pt>
                <c:pt idx="16753">
                  <c:v>8.5</c:v>
                </c:pt>
                <c:pt idx="16754">
                  <c:v>5.6</c:v>
                </c:pt>
                <c:pt idx="16755">
                  <c:v>8</c:v>
                </c:pt>
                <c:pt idx="16756">
                  <c:v>4.4000000000000004</c:v>
                </c:pt>
                <c:pt idx="16757">
                  <c:v>7</c:v>
                </c:pt>
                <c:pt idx="16758">
                  <c:v>4.0999999999999996</c:v>
                </c:pt>
                <c:pt idx="16759">
                  <c:v>5.6</c:v>
                </c:pt>
                <c:pt idx="16760">
                  <c:v>9.1</c:v>
                </c:pt>
                <c:pt idx="16761">
                  <c:v>7.4</c:v>
                </c:pt>
                <c:pt idx="16762">
                  <c:v>8.4</c:v>
                </c:pt>
                <c:pt idx="16763">
                  <c:v>5.8</c:v>
                </c:pt>
                <c:pt idx="16764">
                  <c:v>4.8</c:v>
                </c:pt>
                <c:pt idx="16765">
                  <c:v>8.4</c:v>
                </c:pt>
                <c:pt idx="16766">
                  <c:v>9.6999999999999993</c:v>
                </c:pt>
                <c:pt idx="16767">
                  <c:v>7.7</c:v>
                </c:pt>
                <c:pt idx="16768">
                  <c:v>7.7</c:v>
                </c:pt>
                <c:pt idx="16769">
                  <c:v>7.2</c:v>
                </c:pt>
                <c:pt idx="16770">
                  <c:v>8</c:v>
                </c:pt>
                <c:pt idx="16771">
                  <c:v>5.0999999999999996</c:v>
                </c:pt>
                <c:pt idx="16772">
                  <c:v>9.3000000000000007</c:v>
                </c:pt>
                <c:pt idx="16773">
                  <c:v>5</c:v>
                </c:pt>
                <c:pt idx="16774">
                  <c:v>5.2</c:v>
                </c:pt>
                <c:pt idx="16775">
                  <c:v>8.4</c:v>
                </c:pt>
                <c:pt idx="16776">
                  <c:v>7.6</c:v>
                </c:pt>
                <c:pt idx="16777">
                  <c:v>5.5</c:v>
                </c:pt>
                <c:pt idx="16778">
                  <c:v>9.6999999999999993</c:v>
                </c:pt>
                <c:pt idx="16779">
                  <c:v>9.1</c:v>
                </c:pt>
                <c:pt idx="16780">
                  <c:v>9.4</c:v>
                </c:pt>
                <c:pt idx="16781">
                  <c:v>7.9</c:v>
                </c:pt>
                <c:pt idx="16782">
                  <c:v>6.4</c:v>
                </c:pt>
                <c:pt idx="16783">
                  <c:v>7.3</c:v>
                </c:pt>
                <c:pt idx="16784">
                  <c:v>7.2</c:v>
                </c:pt>
                <c:pt idx="16785">
                  <c:v>6.5</c:v>
                </c:pt>
                <c:pt idx="16786">
                  <c:v>7.2</c:v>
                </c:pt>
                <c:pt idx="16787">
                  <c:v>8.8000000000000007</c:v>
                </c:pt>
                <c:pt idx="16788">
                  <c:v>9.6999999999999993</c:v>
                </c:pt>
                <c:pt idx="16789">
                  <c:v>9.4</c:v>
                </c:pt>
                <c:pt idx="16790">
                  <c:v>8.1999999999999993</c:v>
                </c:pt>
                <c:pt idx="16791">
                  <c:v>6.2</c:v>
                </c:pt>
                <c:pt idx="16792">
                  <c:v>8.6999999999999993</c:v>
                </c:pt>
                <c:pt idx="16793">
                  <c:v>4.8</c:v>
                </c:pt>
                <c:pt idx="16794">
                  <c:v>7.2</c:v>
                </c:pt>
                <c:pt idx="16795">
                  <c:v>8.9</c:v>
                </c:pt>
                <c:pt idx="16796">
                  <c:v>4.9000000000000004</c:v>
                </c:pt>
                <c:pt idx="16797">
                  <c:v>4.7</c:v>
                </c:pt>
                <c:pt idx="16798">
                  <c:v>4.8</c:v>
                </c:pt>
                <c:pt idx="16799">
                  <c:v>6.3</c:v>
                </c:pt>
                <c:pt idx="16800">
                  <c:v>9.1</c:v>
                </c:pt>
                <c:pt idx="16801">
                  <c:v>6.9</c:v>
                </c:pt>
                <c:pt idx="16802">
                  <c:v>4.0999999999999996</c:v>
                </c:pt>
                <c:pt idx="16803">
                  <c:v>5.6</c:v>
                </c:pt>
                <c:pt idx="16804">
                  <c:v>9.3000000000000007</c:v>
                </c:pt>
                <c:pt idx="16805">
                  <c:v>4.7</c:v>
                </c:pt>
                <c:pt idx="16806">
                  <c:v>7.9</c:v>
                </c:pt>
                <c:pt idx="16807">
                  <c:v>6</c:v>
                </c:pt>
                <c:pt idx="16808">
                  <c:v>8.5</c:v>
                </c:pt>
                <c:pt idx="16809">
                  <c:v>7.5</c:v>
                </c:pt>
                <c:pt idx="16810">
                  <c:v>7</c:v>
                </c:pt>
                <c:pt idx="16811">
                  <c:v>9.9</c:v>
                </c:pt>
                <c:pt idx="16812">
                  <c:v>8.6999999999999993</c:v>
                </c:pt>
                <c:pt idx="16813">
                  <c:v>9.1999999999999993</c:v>
                </c:pt>
                <c:pt idx="16814">
                  <c:v>7.1</c:v>
                </c:pt>
                <c:pt idx="16815">
                  <c:v>6.6</c:v>
                </c:pt>
                <c:pt idx="16816">
                  <c:v>5.4</c:v>
                </c:pt>
                <c:pt idx="16817">
                  <c:v>6.1</c:v>
                </c:pt>
                <c:pt idx="16818">
                  <c:v>8.8000000000000007</c:v>
                </c:pt>
                <c:pt idx="16819">
                  <c:v>10</c:v>
                </c:pt>
                <c:pt idx="16820">
                  <c:v>4.9000000000000004</c:v>
                </c:pt>
                <c:pt idx="16821">
                  <c:v>6.2</c:v>
                </c:pt>
                <c:pt idx="16822">
                  <c:v>8.4</c:v>
                </c:pt>
                <c:pt idx="16823">
                  <c:v>9.3000000000000007</c:v>
                </c:pt>
                <c:pt idx="16824">
                  <c:v>5.4</c:v>
                </c:pt>
                <c:pt idx="16825">
                  <c:v>9</c:v>
                </c:pt>
                <c:pt idx="16826">
                  <c:v>7.4</c:v>
                </c:pt>
                <c:pt idx="16827">
                  <c:v>9</c:v>
                </c:pt>
                <c:pt idx="16828">
                  <c:v>6.1</c:v>
                </c:pt>
                <c:pt idx="16829">
                  <c:v>9.6999999999999993</c:v>
                </c:pt>
                <c:pt idx="16830">
                  <c:v>9.5</c:v>
                </c:pt>
                <c:pt idx="16831">
                  <c:v>4.0999999999999996</c:v>
                </c:pt>
                <c:pt idx="16832">
                  <c:v>5.2</c:v>
                </c:pt>
                <c:pt idx="16833">
                  <c:v>5.5</c:v>
                </c:pt>
                <c:pt idx="16834">
                  <c:v>6.7</c:v>
                </c:pt>
                <c:pt idx="16835">
                  <c:v>7.8</c:v>
                </c:pt>
                <c:pt idx="16836">
                  <c:v>4.0999999999999996</c:v>
                </c:pt>
                <c:pt idx="16837">
                  <c:v>4.2</c:v>
                </c:pt>
                <c:pt idx="16838">
                  <c:v>5.9</c:v>
                </c:pt>
                <c:pt idx="16839">
                  <c:v>8.3000000000000007</c:v>
                </c:pt>
                <c:pt idx="16840">
                  <c:v>7.5</c:v>
                </c:pt>
                <c:pt idx="16841">
                  <c:v>8</c:v>
                </c:pt>
                <c:pt idx="16842">
                  <c:v>5</c:v>
                </c:pt>
                <c:pt idx="16843">
                  <c:v>6.1</c:v>
                </c:pt>
                <c:pt idx="16844">
                  <c:v>8.3000000000000007</c:v>
                </c:pt>
                <c:pt idx="16845">
                  <c:v>8.3000000000000007</c:v>
                </c:pt>
                <c:pt idx="16846">
                  <c:v>6.6</c:v>
                </c:pt>
                <c:pt idx="16847">
                  <c:v>6.1</c:v>
                </c:pt>
                <c:pt idx="16848">
                  <c:v>7.4</c:v>
                </c:pt>
                <c:pt idx="16849">
                  <c:v>4.5999999999999996</c:v>
                </c:pt>
                <c:pt idx="16850">
                  <c:v>6.1</c:v>
                </c:pt>
                <c:pt idx="16851">
                  <c:v>8.6</c:v>
                </c:pt>
                <c:pt idx="16852">
                  <c:v>5.5</c:v>
                </c:pt>
                <c:pt idx="16853">
                  <c:v>6.2</c:v>
                </c:pt>
                <c:pt idx="16854">
                  <c:v>7.7</c:v>
                </c:pt>
                <c:pt idx="16855">
                  <c:v>9.9</c:v>
                </c:pt>
                <c:pt idx="16856">
                  <c:v>4.8</c:v>
                </c:pt>
                <c:pt idx="16857">
                  <c:v>7.4</c:v>
                </c:pt>
                <c:pt idx="16858">
                  <c:v>5.5</c:v>
                </c:pt>
                <c:pt idx="16859">
                  <c:v>9.4</c:v>
                </c:pt>
                <c:pt idx="16860">
                  <c:v>8.6999999999999993</c:v>
                </c:pt>
                <c:pt idx="16861">
                  <c:v>6.3</c:v>
                </c:pt>
                <c:pt idx="16862">
                  <c:v>9</c:v>
                </c:pt>
                <c:pt idx="16863">
                  <c:v>4.9000000000000004</c:v>
                </c:pt>
                <c:pt idx="16864">
                  <c:v>4.0999999999999996</c:v>
                </c:pt>
                <c:pt idx="16865">
                  <c:v>6.3</c:v>
                </c:pt>
                <c:pt idx="16866">
                  <c:v>8.3000000000000007</c:v>
                </c:pt>
                <c:pt idx="16867">
                  <c:v>4.2</c:v>
                </c:pt>
                <c:pt idx="16868">
                  <c:v>6.1</c:v>
                </c:pt>
                <c:pt idx="16869">
                  <c:v>4.2</c:v>
                </c:pt>
                <c:pt idx="16870">
                  <c:v>9.6</c:v>
                </c:pt>
                <c:pt idx="16871">
                  <c:v>7.3</c:v>
                </c:pt>
                <c:pt idx="16872">
                  <c:v>6.3</c:v>
                </c:pt>
                <c:pt idx="16873">
                  <c:v>9.1999999999999993</c:v>
                </c:pt>
                <c:pt idx="16874">
                  <c:v>9.8000000000000007</c:v>
                </c:pt>
                <c:pt idx="16875">
                  <c:v>4.0999999999999996</c:v>
                </c:pt>
                <c:pt idx="16876">
                  <c:v>4.0999999999999996</c:v>
                </c:pt>
                <c:pt idx="16877">
                  <c:v>8.1</c:v>
                </c:pt>
                <c:pt idx="16878">
                  <c:v>7</c:v>
                </c:pt>
                <c:pt idx="16879">
                  <c:v>4.0999999999999996</c:v>
                </c:pt>
                <c:pt idx="16880">
                  <c:v>4.4000000000000004</c:v>
                </c:pt>
                <c:pt idx="16881">
                  <c:v>9.4</c:v>
                </c:pt>
                <c:pt idx="16882">
                  <c:v>9.3000000000000007</c:v>
                </c:pt>
                <c:pt idx="16883">
                  <c:v>8.4</c:v>
                </c:pt>
                <c:pt idx="16884">
                  <c:v>4.4000000000000004</c:v>
                </c:pt>
                <c:pt idx="16885">
                  <c:v>6.5</c:v>
                </c:pt>
                <c:pt idx="16886">
                  <c:v>5.4</c:v>
                </c:pt>
                <c:pt idx="16887">
                  <c:v>5.7</c:v>
                </c:pt>
                <c:pt idx="16888">
                  <c:v>7.6</c:v>
                </c:pt>
                <c:pt idx="16889">
                  <c:v>8.4</c:v>
                </c:pt>
                <c:pt idx="16890">
                  <c:v>4.8</c:v>
                </c:pt>
                <c:pt idx="16891">
                  <c:v>5.8</c:v>
                </c:pt>
                <c:pt idx="16892">
                  <c:v>9.1999999999999993</c:v>
                </c:pt>
                <c:pt idx="16893">
                  <c:v>4.5</c:v>
                </c:pt>
                <c:pt idx="16894">
                  <c:v>8.9</c:v>
                </c:pt>
                <c:pt idx="16895">
                  <c:v>4.5999999999999996</c:v>
                </c:pt>
                <c:pt idx="16896">
                  <c:v>5.0999999999999996</c:v>
                </c:pt>
                <c:pt idx="16897">
                  <c:v>5.2</c:v>
                </c:pt>
                <c:pt idx="16898">
                  <c:v>4.8</c:v>
                </c:pt>
                <c:pt idx="16899">
                  <c:v>7.1</c:v>
                </c:pt>
                <c:pt idx="16900">
                  <c:v>4.8</c:v>
                </c:pt>
                <c:pt idx="16901">
                  <c:v>4.2</c:v>
                </c:pt>
                <c:pt idx="16902">
                  <c:v>9.5</c:v>
                </c:pt>
                <c:pt idx="16903">
                  <c:v>9</c:v>
                </c:pt>
                <c:pt idx="16904">
                  <c:v>9.3000000000000007</c:v>
                </c:pt>
                <c:pt idx="16905">
                  <c:v>5.8</c:v>
                </c:pt>
                <c:pt idx="16906">
                  <c:v>7.7</c:v>
                </c:pt>
                <c:pt idx="16907">
                  <c:v>9.6</c:v>
                </c:pt>
                <c:pt idx="16908">
                  <c:v>4.7</c:v>
                </c:pt>
                <c:pt idx="16909">
                  <c:v>5.9</c:v>
                </c:pt>
                <c:pt idx="16910">
                  <c:v>7.2</c:v>
                </c:pt>
                <c:pt idx="16911">
                  <c:v>4.7</c:v>
                </c:pt>
                <c:pt idx="16912">
                  <c:v>9.9</c:v>
                </c:pt>
                <c:pt idx="16913">
                  <c:v>6.7</c:v>
                </c:pt>
                <c:pt idx="16914">
                  <c:v>5</c:v>
                </c:pt>
                <c:pt idx="16915">
                  <c:v>4.0999999999999996</c:v>
                </c:pt>
                <c:pt idx="16916">
                  <c:v>4.9000000000000004</c:v>
                </c:pt>
                <c:pt idx="16917">
                  <c:v>7.9</c:v>
                </c:pt>
                <c:pt idx="16918">
                  <c:v>4.5</c:v>
                </c:pt>
                <c:pt idx="16919">
                  <c:v>7</c:v>
                </c:pt>
                <c:pt idx="16920">
                  <c:v>8.3000000000000007</c:v>
                </c:pt>
                <c:pt idx="16921">
                  <c:v>8.3000000000000007</c:v>
                </c:pt>
                <c:pt idx="16922">
                  <c:v>9.4</c:v>
                </c:pt>
                <c:pt idx="16923">
                  <c:v>5.5</c:v>
                </c:pt>
                <c:pt idx="16924">
                  <c:v>7.9</c:v>
                </c:pt>
                <c:pt idx="16925">
                  <c:v>5.5</c:v>
                </c:pt>
                <c:pt idx="16926">
                  <c:v>10</c:v>
                </c:pt>
                <c:pt idx="16927">
                  <c:v>10</c:v>
                </c:pt>
                <c:pt idx="16928">
                  <c:v>7.3</c:v>
                </c:pt>
                <c:pt idx="16929">
                  <c:v>5.0999999999999996</c:v>
                </c:pt>
                <c:pt idx="16930">
                  <c:v>4.2</c:v>
                </c:pt>
                <c:pt idx="16931">
                  <c:v>7.5</c:v>
                </c:pt>
                <c:pt idx="16932">
                  <c:v>4.5</c:v>
                </c:pt>
                <c:pt idx="16933">
                  <c:v>9.8000000000000007</c:v>
                </c:pt>
                <c:pt idx="16934">
                  <c:v>7.4</c:v>
                </c:pt>
                <c:pt idx="16935">
                  <c:v>7.6</c:v>
                </c:pt>
                <c:pt idx="16936">
                  <c:v>4.4000000000000004</c:v>
                </c:pt>
                <c:pt idx="16937">
                  <c:v>9.6999999999999993</c:v>
                </c:pt>
                <c:pt idx="16938">
                  <c:v>7.2</c:v>
                </c:pt>
                <c:pt idx="16939">
                  <c:v>7.7</c:v>
                </c:pt>
                <c:pt idx="16940">
                  <c:v>8.8000000000000007</c:v>
                </c:pt>
                <c:pt idx="16941">
                  <c:v>4.5</c:v>
                </c:pt>
                <c:pt idx="16942">
                  <c:v>6.3</c:v>
                </c:pt>
                <c:pt idx="16943">
                  <c:v>4.3</c:v>
                </c:pt>
                <c:pt idx="16944">
                  <c:v>9.1</c:v>
                </c:pt>
                <c:pt idx="16945">
                  <c:v>4.3</c:v>
                </c:pt>
                <c:pt idx="16946">
                  <c:v>9.9</c:v>
                </c:pt>
                <c:pt idx="16947">
                  <c:v>5.9</c:v>
                </c:pt>
                <c:pt idx="16948">
                  <c:v>10</c:v>
                </c:pt>
                <c:pt idx="16949">
                  <c:v>5.7</c:v>
                </c:pt>
                <c:pt idx="16950">
                  <c:v>8.6999999999999993</c:v>
                </c:pt>
                <c:pt idx="16951">
                  <c:v>7.9</c:v>
                </c:pt>
                <c:pt idx="16952">
                  <c:v>9.8000000000000007</c:v>
                </c:pt>
                <c:pt idx="16953">
                  <c:v>4.5</c:v>
                </c:pt>
                <c:pt idx="16954">
                  <c:v>9.5</c:v>
                </c:pt>
                <c:pt idx="16955">
                  <c:v>7.9</c:v>
                </c:pt>
                <c:pt idx="16956">
                  <c:v>5.5</c:v>
                </c:pt>
                <c:pt idx="16957">
                  <c:v>5.3</c:v>
                </c:pt>
                <c:pt idx="16958">
                  <c:v>9.1</c:v>
                </c:pt>
                <c:pt idx="16959">
                  <c:v>9.6</c:v>
                </c:pt>
                <c:pt idx="16960">
                  <c:v>8.6</c:v>
                </c:pt>
                <c:pt idx="16961">
                  <c:v>6.1</c:v>
                </c:pt>
                <c:pt idx="16962">
                  <c:v>9.4</c:v>
                </c:pt>
                <c:pt idx="16963">
                  <c:v>9.3000000000000007</c:v>
                </c:pt>
                <c:pt idx="16964">
                  <c:v>6.6</c:v>
                </c:pt>
                <c:pt idx="16965">
                  <c:v>9.6999999999999993</c:v>
                </c:pt>
                <c:pt idx="16966">
                  <c:v>8.9</c:v>
                </c:pt>
                <c:pt idx="16967">
                  <c:v>5.7</c:v>
                </c:pt>
                <c:pt idx="16968">
                  <c:v>7.3</c:v>
                </c:pt>
                <c:pt idx="16969">
                  <c:v>6.1</c:v>
                </c:pt>
                <c:pt idx="16970">
                  <c:v>4.9000000000000004</c:v>
                </c:pt>
                <c:pt idx="16971">
                  <c:v>9.6999999999999993</c:v>
                </c:pt>
                <c:pt idx="16972">
                  <c:v>4.8</c:v>
                </c:pt>
                <c:pt idx="16973">
                  <c:v>5.6</c:v>
                </c:pt>
                <c:pt idx="16974">
                  <c:v>9.9</c:v>
                </c:pt>
                <c:pt idx="16975">
                  <c:v>7.9</c:v>
                </c:pt>
                <c:pt idx="16976">
                  <c:v>9.4</c:v>
                </c:pt>
                <c:pt idx="16977">
                  <c:v>4.0999999999999996</c:v>
                </c:pt>
                <c:pt idx="16978">
                  <c:v>7.5</c:v>
                </c:pt>
                <c:pt idx="16979">
                  <c:v>7</c:v>
                </c:pt>
                <c:pt idx="16980">
                  <c:v>6.3</c:v>
                </c:pt>
                <c:pt idx="16981">
                  <c:v>7.2</c:v>
                </c:pt>
                <c:pt idx="16982">
                  <c:v>5.3</c:v>
                </c:pt>
                <c:pt idx="16983">
                  <c:v>7.5</c:v>
                </c:pt>
                <c:pt idx="16984">
                  <c:v>7.7</c:v>
                </c:pt>
                <c:pt idx="16985">
                  <c:v>4.7</c:v>
                </c:pt>
                <c:pt idx="16986">
                  <c:v>9</c:v>
                </c:pt>
                <c:pt idx="16987">
                  <c:v>7.5</c:v>
                </c:pt>
                <c:pt idx="16988">
                  <c:v>9.6999999999999993</c:v>
                </c:pt>
                <c:pt idx="16989">
                  <c:v>5</c:v>
                </c:pt>
                <c:pt idx="16990">
                  <c:v>8.5</c:v>
                </c:pt>
                <c:pt idx="16991">
                  <c:v>7.2</c:v>
                </c:pt>
                <c:pt idx="16992">
                  <c:v>4.8</c:v>
                </c:pt>
                <c:pt idx="16993">
                  <c:v>9.8000000000000007</c:v>
                </c:pt>
                <c:pt idx="16994">
                  <c:v>9.1</c:v>
                </c:pt>
                <c:pt idx="16995">
                  <c:v>5.2</c:v>
                </c:pt>
                <c:pt idx="16996">
                  <c:v>4.4000000000000004</c:v>
                </c:pt>
                <c:pt idx="16997">
                  <c:v>9.3000000000000007</c:v>
                </c:pt>
                <c:pt idx="16998">
                  <c:v>8.1</c:v>
                </c:pt>
                <c:pt idx="16999">
                  <c:v>9.1999999999999993</c:v>
                </c:pt>
                <c:pt idx="17000">
                  <c:v>10</c:v>
                </c:pt>
                <c:pt idx="17001">
                  <c:v>6.7</c:v>
                </c:pt>
                <c:pt idx="17002">
                  <c:v>9.1999999999999993</c:v>
                </c:pt>
                <c:pt idx="17003">
                  <c:v>5.2</c:v>
                </c:pt>
                <c:pt idx="17004">
                  <c:v>9.8000000000000007</c:v>
                </c:pt>
                <c:pt idx="17005">
                  <c:v>5.2</c:v>
                </c:pt>
                <c:pt idx="17006">
                  <c:v>8</c:v>
                </c:pt>
                <c:pt idx="17007">
                  <c:v>4.5999999999999996</c:v>
                </c:pt>
                <c:pt idx="17008">
                  <c:v>9</c:v>
                </c:pt>
                <c:pt idx="17009">
                  <c:v>5.5</c:v>
                </c:pt>
                <c:pt idx="17010">
                  <c:v>7.9</c:v>
                </c:pt>
                <c:pt idx="17011">
                  <c:v>4.7</c:v>
                </c:pt>
                <c:pt idx="17012">
                  <c:v>9.1999999999999993</c:v>
                </c:pt>
                <c:pt idx="17013">
                  <c:v>8</c:v>
                </c:pt>
                <c:pt idx="17014">
                  <c:v>4.7</c:v>
                </c:pt>
                <c:pt idx="17015">
                  <c:v>8.9</c:v>
                </c:pt>
                <c:pt idx="17016">
                  <c:v>5.9</c:v>
                </c:pt>
                <c:pt idx="17017">
                  <c:v>7.9</c:v>
                </c:pt>
                <c:pt idx="17018">
                  <c:v>6.3</c:v>
                </c:pt>
                <c:pt idx="17019">
                  <c:v>8</c:v>
                </c:pt>
                <c:pt idx="17020">
                  <c:v>6.9</c:v>
                </c:pt>
                <c:pt idx="17021">
                  <c:v>6.8</c:v>
                </c:pt>
                <c:pt idx="17022">
                  <c:v>6.2</c:v>
                </c:pt>
                <c:pt idx="17023">
                  <c:v>4.3</c:v>
                </c:pt>
                <c:pt idx="17024">
                  <c:v>7.1</c:v>
                </c:pt>
                <c:pt idx="17025">
                  <c:v>4.3</c:v>
                </c:pt>
                <c:pt idx="17026">
                  <c:v>6.3</c:v>
                </c:pt>
                <c:pt idx="17027">
                  <c:v>5.9</c:v>
                </c:pt>
                <c:pt idx="17028">
                  <c:v>7.1</c:v>
                </c:pt>
                <c:pt idx="17029">
                  <c:v>9.1999999999999993</c:v>
                </c:pt>
                <c:pt idx="17030">
                  <c:v>9.4</c:v>
                </c:pt>
                <c:pt idx="17031">
                  <c:v>6.6</c:v>
                </c:pt>
                <c:pt idx="17032">
                  <c:v>7.7</c:v>
                </c:pt>
                <c:pt idx="17033">
                  <c:v>6.1</c:v>
                </c:pt>
                <c:pt idx="17034">
                  <c:v>5.5</c:v>
                </c:pt>
                <c:pt idx="17035">
                  <c:v>4.4000000000000004</c:v>
                </c:pt>
                <c:pt idx="17036">
                  <c:v>5.0999999999999996</c:v>
                </c:pt>
                <c:pt idx="17037">
                  <c:v>4.0999999999999996</c:v>
                </c:pt>
                <c:pt idx="17038">
                  <c:v>7.8</c:v>
                </c:pt>
                <c:pt idx="17039">
                  <c:v>7.4</c:v>
                </c:pt>
                <c:pt idx="17040">
                  <c:v>8.9</c:v>
                </c:pt>
                <c:pt idx="17041">
                  <c:v>7.7</c:v>
                </c:pt>
                <c:pt idx="17042">
                  <c:v>7.6</c:v>
                </c:pt>
                <c:pt idx="17043">
                  <c:v>8.1</c:v>
                </c:pt>
                <c:pt idx="17044">
                  <c:v>9.6999999999999993</c:v>
                </c:pt>
                <c:pt idx="17045">
                  <c:v>9.3000000000000007</c:v>
                </c:pt>
                <c:pt idx="17046">
                  <c:v>8</c:v>
                </c:pt>
                <c:pt idx="17047">
                  <c:v>8.1</c:v>
                </c:pt>
                <c:pt idx="17048">
                  <c:v>8.8000000000000007</c:v>
                </c:pt>
                <c:pt idx="17049">
                  <c:v>7.3</c:v>
                </c:pt>
                <c:pt idx="17050">
                  <c:v>5.9</c:v>
                </c:pt>
                <c:pt idx="17051">
                  <c:v>5.3</c:v>
                </c:pt>
                <c:pt idx="17052">
                  <c:v>5.4</c:v>
                </c:pt>
                <c:pt idx="17053">
                  <c:v>7.4</c:v>
                </c:pt>
                <c:pt idx="17054">
                  <c:v>5.0999999999999996</c:v>
                </c:pt>
                <c:pt idx="17055">
                  <c:v>4.2</c:v>
                </c:pt>
                <c:pt idx="17056">
                  <c:v>6.9</c:v>
                </c:pt>
                <c:pt idx="17057">
                  <c:v>9.6</c:v>
                </c:pt>
                <c:pt idx="17058">
                  <c:v>8.1999999999999993</c:v>
                </c:pt>
                <c:pt idx="17059">
                  <c:v>7.4</c:v>
                </c:pt>
                <c:pt idx="17060">
                  <c:v>6.1</c:v>
                </c:pt>
                <c:pt idx="17061">
                  <c:v>4.3</c:v>
                </c:pt>
                <c:pt idx="17062">
                  <c:v>4.5999999999999996</c:v>
                </c:pt>
                <c:pt idx="17063">
                  <c:v>4.8</c:v>
                </c:pt>
                <c:pt idx="17064">
                  <c:v>4.9000000000000004</c:v>
                </c:pt>
                <c:pt idx="17065">
                  <c:v>4.9000000000000004</c:v>
                </c:pt>
                <c:pt idx="17066">
                  <c:v>4.0999999999999996</c:v>
                </c:pt>
                <c:pt idx="17067">
                  <c:v>5.5</c:v>
                </c:pt>
                <c:pt idx="17068">
                  <c:v>8.1</c:v>
                </c:pt>
                <c:pt idx="17069">
                  <c:v>4.8</c:v>
                </c:pt>
                <c:pt idx="17070">
                  <c:v>6.1</c:v>
                </c:pt>
                <c:pt idx="17071">
                  <c:v>7.1</c:v>
                </c:pt>
                <c:pt idx="17072">
                  <c:v>6</c:v>
                </c:pt>
                <c:pt idx="17073">
                  <c:v>8.3000000000000007</c:v>
                </c:pt>
                <c:pt idx="17074">
                  <c:v>8.6</c:v>
                </c:pt>
                <c:pt idx="17075">
                  <c:v>8.9</c:v>
                </c:pt>
                <c:pt idx="17076">
                  <c:v>7.2</c:v>
                </c:pt>
                <c:pt idx="17077">
                  <c:v>8.8000000000000007</c:v>
                </c:pt>
                <c:pt idx="17078">
                  <c:v>8.6999999999999993</c:v>
                </c:pt>
                <c:pt idx="17079">
                  <c:v>7.1</c:v>
                </c:pt>
                <c:pt idx="17080">
                  <c:v>8.3000000000000007</c:v>
                </c:pt>
                <c:pt idx="17081">
                  <c:v>5.6</c:v>
                </c:pt>
                <c:pt idx="17082">
                  <c:v>8.1</c:v>
                </c:pt>
                <c:pt idx="17083">
                  <c:v>4.8</c:v>
                </c:pt>
                <c:pt idx="17084">
                  <c:v>5.5</c:v>
                </c:pt>
                <c:pt idx="17085">
                  <c:v>5.3</c:v>
                </c:pt>
                <c:pt idx="17086">
                  <c:v>9.1999999999999993</c:v>
                </c:pt>
                <c:pt idx="17087">
                  <c:v>4.3</c:v>
                </c:pt>
                <c:pt idx="17088">
                  <c:v>6.9</c:v>
                </c:pt>
                <c:pt idx="17089">
                  <c:v>7.5</c:v>
                </c:pt>
                <c:pt idx="17090">
                  <c:v>6</c:v>
                </c:pt>
                <c:pt idx="17091">
                  <c:v>5.3</c:v>
                </c:pt>
                <c:pt idx="17092">
                  <c:v>6.5</c:v>
                </c:pt>
                <c:pt idx="17093">
                  <c:v>5.3</c:v>
                </c:pt>
                <c:pt idx="17094">
                  <c:v>7.5</c:v>
                </c:pt>
                <c:pt idx="17095">
                  <c:v>6</c:v>
                </c:pt>
                <c:pt idx="17096">
                  <c:v>6.3</c:v>
                </c:pt>
                <c:pt idx="17097">
                  <c:v>8.1999999999999993</c:v>
                </c:pt>
                <c:pt idx="17098">
                  <c:v>7.7</c:v>
                </c:pt>
                <c:pt idx="17099">
                  <c:v>8.1999999999999993</c:v>
                </c:pt>
                <c:pt idx="17100">
                  <c:v>7.5</c:v>
                </c:pt>
                <c:pt idx="17101">
                  <c:v>7.4</c:v>
                </c:pt>
                <c:pt idx="17102">
                  <c:v>4.5999999999999996</c:v>
                </c:pt>
                <c:pt idx="17103">
                  <c:v>4</c:v>
                </c:pt>
                <c:pt idx="17104">
                  <c:v>6.7</c:v>
                </c:pt>
                <c:pt idx="17105">
                  <c:v>9.6</c:v>
                </c:pt>
                <c:pt idx="17106">
                  <c:v>5.4</c:v>
                </c:pt>
                <c:pt idx="17107">
                  <c:v>9.9</c:v>
                </c:pt>
                <c:pt idx="17108">
                  <c:v>9.4</c:v>
                </c:pt>
                <c:pt idx="17109">
                  <c:v>9.9</c:v>
                </c:pt>
                <c:pt idx="17110">
                  <c:v>7.2</c:v>
                </c:pt>
                <c:pt idx="17111">
                  <c:v>6.7</c:v>
                </c:pt>
                <c:pt idx="17112">
                  <c:v>5.5</c:v>
                </c:pt>
                <c:pt idx="17113">
                  <c:v>7.6</c:v>
                </c:pt>
                <c:pt idx="17114">
                  <c:v>8.5</c:v>
                </c:pt>
                <c:pt idx="17115">
                  <c:v>4.0999999999999996</c:v>
                </c:pt>
                <c:pt idx="17116">
                  <c:v>7.5</c:v>
                </c:pt>
                <c:pt idx="17117">
                  <c:v>8.1</c:v>
                </c:pt>
                <c:pt idx="17118">
                  <c:v>4.8</c:v>
                </c:pt>
                <c:pt idx="17119">
                  <c:v>6.6</c:v>
                </c:pt>
                <c:pt idx="17120">
                  <c:v>7.3</c:v>
                </c:pt>
                <c:pt idx="17121">
                  <c:v>5.6</c:v>
                </c:pt>
                <c:pt idx="17122">
                  <c:v>4</c:v>
                </c:pt>
                <c:pt idx="17123">
                  <c:v>4.4000000000000004</c:v>
                </c:pt>
                <c:pt idx="17124">
                  <c:v>7.2</c:v>
                </c:pt>
                <c:pt idx="17125">
                  <c:v>4.5999999999999996</c:v>
                </c:pt>
                <c:pt idx="17126">
                  <c:v>7.3</c:v>
                </c:pt>
                <c:pt idx="17127">
                  <c:v>9.6</c:v>
                </c:pt>
                <c:pt idx="17128">
                  <c:v>6.8</c:v>
                </c:pt>
                <c:pt idx="17129">
                  <c:v>9.1999999999999993</c:v>
                </c:pt>
                <c:pt idx="17130">
                  <c:v>7.5</c:v>
                </c:pt>
                <c:pt idx="17131">
                  <c:v>5.9</c:v>
                </c:pt>
                <c:pt idx="17132">
                  <c:v>8.8000000000000007</c:v>
                </c:pt>
                <c:pt idx="17133">
                  <c:v>8.9</c:v>
                </c:pt>
                <c:pt idx="17134">
                  <c:v>5.4</c:v>
                </c:pt>
                <c:pt idx="17135">
                  <c:v>6.3</c:v>
                </c:pt>
                <c:pt idx="17136">
                  <c:v>9.9</c:v>
                </c:pt>
                <c:pt idx="17137">
                  <c:v>6</c:v>
                </c:pt>
                <c:pt idx="17138">
                  <c:v>10</c:v>
                </c:pt>
                <c:pt idx="17139">
                  <c:v>5.6</c:v>
                </c:pt>
                <c:pt idx="17140">
                  <c:v>6.5</c:v>
                </c:pt>
                <c:pt idx="17141">
                  <c:v>7</c:v>
                </c:pt>
                <c:pt idx="17142">
                  <c:v>9.9</c:v>
                </c:pt>
                <c:pt idx="17143">
                  <c:v>5.9</c:v>
                </c:pt>
                <c:pt idx="17144">
                  <c:v>8.4</c:v>
                </c:pt>
                <c:pt idx="17145">
                  <c:v>8.4</c:v>
                </c:pt>
                <c:pt idx="17146">
                  <c:v>7.6</c:v>
                </c:pt>
                <c:pt idx="17147">
                  <c:v>9</c:v>
                </c:pt>
                <c:pt idx="17148">
                  <c:v>9.3000000000000007</c:v>
                </c:pt>
                <c:pt idx="17149">
                  <c:v>4.9000000000000004</c:v>
                </c:pt>
                <c:pt idx="17150">
                  <c:v>9.3000000000000007</c:v>
                </c:pt>
                <c:pt idx="17151">
                  <c:v>6.1</c:v>
                </c:pt>
                <c:pt idx="17152">
                  <c:v>4.9000000000000004</c:v>
                </c:pt>
                <c:pt idx="17153">
                  <c:v>9.1999999999999993</c:v>
                </c:pt>
                <c:pt idx="17154">
                  <c:v>5.2</c:v>
                </c:pt>
                <c:pt idx="17155">
                  <c:v>5.6</c:v>
                </c:pt>
                <c:pt idx="17156">
                  <c:v>9.4</c:v>
                </c:pt>
                <c:pt idx="17157">
                  <c:v>9.6</c:v>
                </c:pt>
                <c:pt idx="17158">
                  <c:v>6</c:v>
                </c:pt>
                <c:pt idx="17159">
                  <c:v>9.8000000000000007</c:v>
                </c:pt>
                <c:pt idx="17160">
                  <c:v>7.8</c:v>
                </c:pt>
                <c:pt idx="17161">
                  <c:v>5.3</c:v>
                </c:pt>
                <c:pt idx="17162">
                  <c:v>9.6</c:v>
                </c:pt>
                <c:pt idx="17163">
                  <c:v>4.5</c:v>
                </c:pt>
                <c:pt idx="17164">
                  <c:v>4.9000000000000004</c:v>
                </c:pt>
                <c:pt idx="17165">
                  <c:v>7.3</c:v>
                </c:pt>
                <c:pt idx="17166">
                  <c:v>7.9</c:v>
                </c:pt>
                <c:pt idx="17167">
                  <c:v>7.5</c:v>
                </c:pt>
                <c:pt idx="17168">
                  <c:v>6.8</c:v>
                </c:pt>
                <c:pt idx="17169">
                  <c:v>8.1999999999999993</c:v>
                </c:pt>
                <c:pt idx="17170">
                  <c:v>6.6</c:v>
                </c:pt>
                <c:pt idx="17171">
                  <c:v>7.3</c:v>
                </c:pt>
                <c:pt idx="17172">
                  <c:v>8.8000000000000007</c:v>
                </c:pt>
                <c:pt idx="17173">
                  <c:v>7.5</c:v>
                </c:pt>
                <c:pt idx="17174">
                  <c:v>9.1999999999999993</c:v>
                </c:pt>
                <c:pt idx="17175">
                  <c:v>8.5</c:v>
                </c:pt>
                <c:pt idx="17176">
                  <c:v>5.9</c:v>
                </c:pt>
                <c:pt idx="17177">
                  <c:v>7.9</c:v>
                </c:pt>
                <c:pt idx="17178">
                  <c:v>5.8</c:v>
                </c:pt>
                <c:pt idx="17179">
                  <c:v>4.2</c:v>
                </c:pt>
                <c:pt idx="17180">
                  <c:v>6.8</c:v>
                </c:pt>
                <c:pt idx="17181">
                  <c:v>9.8000000000000007</c:v>
                </c:pt>
                <c:pt idx="17182">
                  <c:v>4.0999999999999996</c:v>
                </c:pt>
                <c:pt idx="17183">
                  <c:v>7.8</c:v>
                </c:pt>
                <c:pt idx="17184">
                  <c:v>8.8000000000000007</c:v>
                </c:pt>
                <c:pt idx="17185">
                  <c:v>6</c:v>
                </c:pt>
                <c:pt idx="17186">
                  <c:v>5.8</c:v>
                </c:pt>
                <c:pt idx="17187">
                  <c:v>6.1</c:v>
                </c:pt>
                <c:pt idx="17188">
                  <c:v>5.4</c:v>
                </c:pt>
                <c:pt idx="17189">
                  <c:v>5.4</c:v>
                </c:pt>
                <c:pt idx="17190">
                  <c:v>6.2</c:v>
                </c:pt>
                <c:pt idx="17191">
                  <c:v>9.9</c:v>
                </c:pt>
                <c:pt idx="17192">
                  <c:v>5.2</c:v>
                </c:pt>
                <c:pt idx="17193">
                  <c:v>8.1999999999999993</c:v>
                </c:pt>
                <c:pt idx="17194">
                  <c:v>8.8000000000000007</c:v>
                </c:pt>
                <c:pt idx="17195">
                  <c:v>6.6</c:v>
                </c:pt>
                <c:pt idx="17196">
                  <c:v>8</c:v>
                </c:pt>
                <c:pt idx="17197">
                  <c:v>9.1999999999999993</c:v>
                </c:pt>
                <c:pt idx="17198">
                  <c:v>9</c:v>
                </c:pt>
                <c:pt idx="17199">
                  <c:v>6.3</c:v>
                </c:pt>
                <c:pt idx="17200">
                  <c:v>9.4</c:v>
                </c:pt>
                <c:pt idx="17201">
                  <c:v>8.8000000000000007</c:v>
                </c:pt>
                <c:pt idx="17202">
                  <c:v>8.5</c:v>
                </c:pt>
                <c:pt idx="17203">
                  <c:v>9.8000000000000007</c:v>
                </c:pt>
                <c:pt idx="17204">
                  <c:v>6.3</c:v>
                </c:pt>
                <c:pt idx="17205">
                  <c:v>6.5</c:v>
                </c:pt>
                <c:pt idx="17206">
                  <c:v>4.4000000000000004</c:v>
                </c:pt>
                <c:pt idx="17207">
                  <c:v>8.1</c:v>
                </c:pt>
                <c:pt idx="17208">
                  <c:v>6.3</c:v>
                </c:pt>
                <c:pt idx="17209">
                  <c:v>8.5</c:v>
                </c:pt>
                <c:pt idx="17210">
                  <c:v>5.9</c:v>
                </c:pt>
                <c:pt idx="17211">
                  <c:v>8.8000000000000007</c:v>
                </c:pt>
                <c:pt idx="17212">
                  <c:v>9.1999999999999993</c:v>
                </c:pt>
                <c:pt idx="17213">
                  <c:v>8.5</c:v>
                </c:pt>
                <c:pt idx="17214">
                  <c:v>4.5</c:v>
                </c:pt>
                <c:pt idx="17215">
                  <c:v>9.5</c:v>
                </c:pt>
                <c:pt idx="17216">
                  <c:v>6.5</c:v>
                </c:pt>
                <c:pt idx="17217">
                  <c:v>5.3</c:v>
                </c:pt>
                <c:pt idx="17218">
                  <c:v>8</c:v>
                </c:pt>
                <c:pt idx="17219">
                  <c:v>5.8</c:v>
                </c:pt>
                <c:pt idx="17220">
                  <c:v>8.3000000000000007</c:v>
                </c:pt>
                <c:pt idx="17221">
                  <c:v>8.6</c:v>
                </c:pt>
                <c:pt idx="17222">
                  <c:v>7</c:v>
                </c:pt>
                <c:pt idx="17223">
                  <c:v>4.3</c:v>
                </c:pt>
                <c:pt idx="17224">
                  <c:v>4.4000000000000004</c:v>
                </c:pt>
                <c:pt idx="17225">
                  <c:v>6.5</c:v>
                </c:pt>
                <c:pt idx="17226">
                  <c:v>6.7</c:v>
                </c:pt>
                <c:pt idx="17227">
                  <c:v>6.4</c:v>
                </c:pt>
                <c:pt idx="17228">
                  <c:v>4.3</c:v>
                </c:pt>
                <c:pt idx="17229">
                  <c:v>6</c:v>
                </c:pt>
                <c:pt idx="17230">
                  <c:v>6.8</c:v>
                </c:pt>
                <c:pt idx="17231">
                  <c:v>8</c:v>
                </c:pt>
                <c:pt idx="17232">
                  <c:v>5.4</c:v>
                </c:pt>
                <c:pt idx="17233">
                  <c:v>5</c:v>
                </c:pt>
                <c:pt idx="17234">
                  <c:v>8.9</c:v>
                </c:pt>
                <c:pt idx="17235">
                  <c:v>5.6</c:v>
                </c:pt>
                <c:pt idx="17236">
                  <c:v>4.5</c:v>
                </c:pt>
                <c:pt idx="17237">
                  <c:v>4.5</c:v>
                </c:pt>
                <c:pt idx="17238">
                  <c:v>8.3000000000000007</c:v>
                </c:pt>
                <c:pt idx="17239">
                  <c:v>8.9</c:v>
                </c:pt>
                <c:pt idx="17240">
                  <c:v>7.2</c:v>
                </c:pt>
                <c:pt idx="17241">
                  <c:v>6</c:v>
                </c:pt>
                <c:pt idx="17242">
                  <c:v>9.1999999999999993</c:v>
                </c:pt>
                <c:pt idx="17243">
                  <c:v>7.3</c:v>
                </c:pt>
                <c:pt idx="17244">
                  <c:v>9.3000000000000007</c:v>
                </c:pt>
                <c:pt idx="17245">
                  <c:v>4.5</c:v>
                </c:pt>
                <c:pt idx="17246">
                  <c:v>6.7</c:v>
                </c:pt>
                <c:pt idx="17247">
                  <c:v>6.2</c:v>
                </c:pt>
                <c:pt idx="17248">
                  <c:v>8.1</c:v>
                </c:pt>
                <c:pt idx="17249">
                  <c:v>7.3</c:v>
                </c:pt>
                <c:pt idx="17250">
                  <c:v>4.2</c:v>
                </c:pt>
                <c:pt idx="17251">
                  <c:v>4.5999999999999996</c:v>
                </c:pt>
                <c:pt idx="17252">
                  <c:v>5</c:v>
                </c:pt>
                <c:pt idx="17253">
                  <c:v>9.9</c:v>
                </c:pt>
                <c:pt idx="17254">
                  <c:v>5.3</c:v>
                </c:pt>
                <c:pt idx="17255">
                  <c:v>7</c:v>
                </c:pt>
                <c:pt idx="17256">
                  <c:v>7.1</c:v>
                </c:pt>
                <c:pt idx="17257">
                  <c:v>8.3000000000000007</c:v>
                </c:pt>
                <c:pt idx="17258">
                  <c:v>9.5</c:v>
                </c:pt>
                <c:pt idx="17259">
                  <c:v>7.4</c:v>
                </c:pt>
                <c:pt idx="17260">
                  <c:v>9.3000000000000007</c:v>
                </c:pt>
                <c:pt idx="17261">
                  <c:v>6.2</c:v>
                </c:pt>
                <c:pt idx="17262">
                  <c:v>5.3</c:v>
                </c:pt>
                <c:pt idx="17263">
                  <c:v>9.5</c:v>
                </c:pt>
                <c:pt idx="17264">
                  <c:v>4.9000000000000004</c:v>
                </c:pt>
                <c:pt idx="17265">
                  <c:v>9.6999999999999993</c:v>
                </c:pt>
                <c:pt idx="17266">
                  <c:v>5.0999999999999996</c:v>
                </c:pt>
                <c:pt idx="17267">
                  <c:v>4.2</c:v>
                </c:pt>
                <c:pt idx="17268">
                  <c:v>9.1</c:v>
                </c:pt>
                <c:pt idx="17269">
                  <c:v>4.7</c:v>
                </c:pt>
                <c:pt idx="17270">
                  <c:v>9.5</c:v>
                </c:pt>
                <c:pt idx="17271">
                  <c:v>9.1999999999999993</c:v>
                </c:pt>
                <c:pt idx="17272">
                  <c:v>9.5</c:v>
                </c:pt>
                <c:pt idx="17273">
                  <c:v>7.3</c:v>
                </c:pt>
                <c:pt idx="17274">
                  <c:v>4</c:v>
                </c:pt>
                <c:pt idx="17275">
                  <c:v>6.9</c:v>
                </c:pt>
                <c:pt idx="17276">
                  <c:v>6.2</c:v>
                </c:pt>
                <c:pt idx="17277">
                  <c:v>8.1</c:v>
                </c:pt>
                <c:pt idx="17278">
                  <c:v>4.5999999999999996</c:v>
                </c:pt>
                <c:pt idx="17279">
                  <c:v>4.0999999999999996</c:v>
                </c:pt>
                <c:pt idx="17280">
                  <c:v>8.1999999999999993</c:v>
                </c:pt>
                <c:pt idx="17281">
                  <c:v>6.2</c:v>
                </c:pt>
                <c:pt idx="17282">
                  <c:v>5.7</c:v>
                </c:pt>
                <c:pt idx="17283">
                  <c:v>6.8</c:v>
                </c:pt>
                <c:pt idx="17284">
                  <c:v>5.0999999999999996</c:v>
                </c:pt>
                <c:pt idx="17285">
                  <c:v>6.9</c:v>
                </c:pt>
                <c:pt idx="17286">
                  <c:v>4.5999999999999996</c:v>
                </c:pt>
                <c:pt idx="17287">
                  <c:v>8</c:v>
                </c:pt>
                <c:pt idx="17288">
                  <c:v>8.6999999999999993</c:v>
                </c:pt>
                <c:pt idx="17289">
                  <c:v>10</c:v>
                </c:pt>
                <c:pt idx="17290">
                  <c:v>5.2</c:v>
                </c:pt>
                <c:pt idx="17291">
                  <c:v>5</c:v>
                </c:pt>
                <c:pt idx="17292">
                  <c:v>6.9</c:v>
                </c:pt>
                <c:pt idx="17293">
                  <c:v>9</c:v>
                </c:pt>
                <c:pt idx="17294">
                  <c:v>5.3</c:v>
                </c:pt>
                <c:pt idx="17295">
                  <c:v>9.3000000000000007</c:v>
                </c:pt>
                <c:pt idx="17296">
                  <c:v>8.1999999999999993</c:v>
                </c:pt>
                <c:pt idx="17297">
                  <c:v>9.3000000000000007</c:v>
                </c:pt>
                <c:pt idx="17298">
                  <c:v>5</c:v>
                </c:pt>
                <c:pt idx="17299">
                  <c:v>4.4000000000000004</c:v>
                </c:pt>
                <c:pt idx="17300">
                  <c:v>7.6</c:v>
                </c:pt>
                <c:pt idx="17301">
                  <c:v>8.3000000000000007</c:v>
                </c:pt>
                <c:pt idx="17302">
                  <c:v>9</c:v>
                </c:pt>
                <c:pt idx="17303">
                  <c:v>9</c:v>
                </c:pt>
                <c:pt idx="17304">
                  <c:v>7.6</c:v>
                </c:pt>
                <c:pt idx="17305">
                  <c:v>5.7</c:v>
                </c:pt>
                <c:pt idx="17306">
                  <c:v>9</c:v>
                </c:pt>
                <c:pt idx="17307">
                  <c:v>9.5</c:v>
                </c:pt>
                <c:pt idx="17308">
                  <c:v>9.3000000000000007</c:v>
                </c:pt>
                <c:pt idx="17309">
                  <c:v>8.6999999999999993</c:v>
                </c:pt>
                <c:pt idx="17310">
                  <c:v>7.5</c:v>
                </c:pt>
                <c:pt idx="17311">
                  <c:v>4</c:v>
                </c:pt>
                <c:pt idx="17312">
                  <c:v>7.1</c:v>
                </c:pt>
                <c:pt idx="17313">
                  <c:v>5.2</c:v>
                </c:pt>
                <c:pt idx="17314">
                  <c:v>7.9</c:v>
                </c:pt>
                <c:pt idx="17315">
                  <c:v>8</c:v>
                </c:pt>
                <c:pt idx="17316">
                  <c:v>5.4</c:v>
                </c:pt>
                <c:pt idx="17317">
                  <c:v>7.3</c:v>
                </c:pt>
                <c:pt idx="17318">
                  <c:v>6.1</c:v>
                </c:pt>
                <c:pt idx="17319">
                  <c:v>4.4000000000000004</c:v>
                </c:pt>
                <c:pt idx="17320">
                  <c:v>8.1</c:v>
                </c:pt>
                <c:pt idx="17321">
                  <c:v>4.3</c:v>
                </c:pt>
                <c:pt idx="17322">
                  <c:v>5.9</c:v>
                </c:pt>
                <c:pt idx="17323">
                  <c:v>9</c:v>
                </c:pt>
                <c:pt idx="17324">
                  <c:v>5.5</c:v>
                </c:pt>
                <c:pt idx="17325">
                  <c:v>8</c:v>
                </c:pt>
                <c:pt idx="17326">
                  <c:v>6</c:v>
                </c:pt>
                <c:pt idx="17327">
                  <c:v>8.1999999999999993</c:v>
                </c:pt>
                <c:pt idx="17328">
                  <c:v>9.8000000000000007</c:v>
                </c:pt>
                <c:pt idx="17329">
                  <c:v>6.4</c:v>
                </c:pt>
                <c:pt idx="17330">
                  <c:v>9.1999999999999993</c:v>
                </c:pt>
                <c:pt idx="17331">
                  <c:v>9.1</c:v>
                </c:pt>
                <c:pt idx="17332">
                  <c:v>8.6</c:v>
                </c:pt>
                <c:pt idx="17333">
                  <c:v>8.3000000000000007</c:v>
                </c:pt>
                <c:pt idx="17334">
                  <c:v>7.1</c:v>
                </c:pt>
                <c:pt idx="17335">
                  <c:v>4.4000000000000004</c:v>
                </c:pt>
                <c:pt idx="17336">
                  <c:v>4.2</c:v>
                </c:pt>
                <c:pt idx="17337">
                  <c:v>7</c:v>
                </c:pt>
                <c:pt idx="17338">
                  <c:v>9.6</c:v>
                </c:pt>
                <c:pt idx="17339">
                  <c:v>7.3</c:v>
                </c:pt>
                <c:pt idx="17340">
                  <c:v>7.7</c:v>
                </c:pt>
                <c:pt idx="17341">
                  <c:v>7.8</c:v>
                </c:pt>
                <c:pt idx="17342">
                  <c:v>4.5</c:v>
                </c:pt>
                <c:pt idx="17343">
                  <c:v>8.1</c:v>
                </c:pt>
                <c:pt idx="17344">
                  <c:v>8</c:v>
                </c:pt>
                <c:pt idx="17345">
                  <c:v>9.8000000000000007</c:v>
                </c:pt>
                <c:pt idx="17346">
                  <c:v>9.9</c:v>
                </c:pt>
                <c:pt idx="17347">
                  <c:v>9.3000000000000007</c:v>
                </c:pt>
                <c:pt idx="17348">
                  <c:v>5</c:v>
                </c:pt>
                <c:pt idx="17349">
                  <c:v>5.8</c:v>
                </c:pt>
                <c:pt idx="17350">
                  <c:v>7.4</c:v>
                </c:pt>
                <c:pt idx="17351">
                  <c:v>8.8000000000000007</c:v>
                </c:pt>
                <c:pt idx="17352">
                  <c:v>6.2</c:v>
                </c:pt>
                <c:pt idx="17353">
                  <c:v>4.0999999999999996</c:v>
                </c:pt>
                <c:pt idx="17354">
                  <c:v>7.1</c:v>
                </c:pt>
                <c:pt idx="17355">
                  <c:v>9.9</c:v>
                </c:pt>
                <c:pt idx="17356">
                  <c:v>6.2</c:v>
                </c:pt>
                <c:pt idx="17357">
                  <c:v>6.7</c:v>
                </c:pt>
                <c:pt idx="17358">
                  <c:v>9.6999999999999993</c:v>
                </c:pt>
                <c:pt idx="17359">
                  <c:v>9.1</c:v>
                </c:pt>
                <c:pt idx="17360">
                  <c:v>7</c:v>
                </c:pt>
                <c:pt idx="17361">
                  <c:v>5.0999999999999996</c:v>
                </c:pt>
                <c:pt idx="17362">
                  <c:v>5.7</c:v>
                </c:pt>
                <c:pt idx="17363">
                  <c:v>5.2</c:v>
                </c:pt>
                <c:pt idx="17364">
                  <c:v>9.1999999999999993</c:v>
                </c:pt>
                <c:pt idx="17365">
                  <c:v>6.8</c:v>
                </c:pt>
                <c:pt idx="17366">
                  <c:v>7</c:v>
                </c:pt>
                <c:pt idx="17367">
                  <c:v>7.5</c:v>
                </c:pt>
                <c:pt idx="17368">
                  <c:v>4.5</c:v>
                </c:pt>
                <c:pt idx="17369">
                  <c:v>7</c:v>
                </c:pt>
                <c:pt idx="17370">
                  <c:v>8.6999999999999993</c:v>
                </c:pt>
                <c:pt idx="17371">
                  <c:v>8.1999999999999993</c:v>
                </c:pt>
                <c:pt idx="17372">
                  <c:v>7.2</c:v>
                </c:pt>
                <c:pt idx="17373">
                  <c:v>4.8</c:v>
                </c:pt>
                <c:pt idx="17374">
                  <c:v>5</c:v>
                </c:pt>
                <c:pt idx="17375">
                  <c:v>9.1</c:v>
                </c:pt>
                <c:pt idx="17376">
                  <c:v>7.4</c:v>
                </c:pt>
                <c:pt idx="17377">
                  <c:v>5.8</c:v>
                </c:pt>
                <c:pt idx="17378">
                  <c:v>7</c:v>
                </c:pt>
                <c:pt idx="17379">
                  <c:v>4.9000000000000004</c:v>
                </c:pt>
                <c:pt idx="17380">
                  <c:v>4.9000000000000004</c:v>
                </c:pt>
                <c:pt idx="17381">
                  <c:v>7.3</c:v>
                </c:pt>
                <c:pt idx="17382">
                  <c:v>5.9</c:v>
                </c:pt>
                <c:pt idx="17383">
                  <c:v>9.8000000000000007</c:v>
                </c:pt>
                <c:pt idx="17384">
                  <c:v>8</c:v>
                </c:pt>
                <c:pt idx="17385">
                  <c:v>7.2</c:v>
                </c:pt>
                <c:pt idx="17386">
                  <c:v>9.6</c:v>
                </c:pt>
                <c:pt idx="17387">
                  <c:v>7.1</c:v>
                </c:pt>
                <c:pt idx="17388">
                  <c:v>6.2</c:v>
                </c:pt>
                <c:pt idx="17389">
                  <c:v>5.9</c:v>
                </c:pt>
                <c:pt idx="17390">
                  <c:v>9.1999999999999993</c:v>
                </c:pt>
                <c:pt idx="17391">
                  <c:v>4.4000000000000004</c:v>
                </c:pt>
                <c:pt idx="17392">
                  <c:v>9</c:v>
                </c:pt>
                <c:pt idx="17393">
                  <c:v>4.0999999999999996</c:v>
                </c:pt>
                <c:pt idx="17394">
                  <c:v>5</c:v>
                </c:pt>
                <c:pt idx="17395">
                  <c:v>8.6999999999999993</c:v>
                </c:pt>
                <c:pt idx="17396">
                  <c:v>8.5</c:v>
                </c:pt>
                <c:pt idx="17397">
                  <c:v>7.8</c:v>
                </c:pt>
                <c:pt idx="17398">
                  <c:v>6.4</c:v>
                </c:pt>
                <c:pt idx="17399">
                  <c:v>6.8</c:v>
                </c:pt>
                <c:pt idx="17400">
                  <c:v>6.4</c:v>
                </c:pt>
                <c:pt idx="17401">
                  <c:v>4.5</c:v>
                </c:pt>
                <c:pt idx="17402">
                  <c:v>7</c:v>
                </c:pt>
                <c:pt idx="17403">
                  <c:v>7.7</c:v>
                </c:pt>
                <c:pt idx="17404">
                  <c:v>8.9</c:v>
                </c:pt>
                <c:pt idx="17405">
                  <c:v>8.8000000000000007</c:v>
                </c:pt>
                <c:pt idx="17406">
                  <c:v>7.1</c:v>
                </c:pt>
                <c:pt idx="17407">
                  <c:v>5.4</c:v>
                </c:pt>
                <c:pt idx="17408">
                  <c:v>7.3</c:v>
                </c:pt>
                <c:pt idx="17409">
                  <c:v>9.9</c:v>
                </c:pt>
                <c:pt idx="17410">
                  <c:v>8.6</c:v>
                </c:pt>
                <c:pt idx="17411">
                  <c:v>6.2</c:v>
                </c:pt>
                <c:pt idx="17412">
                  <c:v>7.7</c:v>
                </c:pt>
                <c:pt idx="17413">
                  <c:v>10</c:v>
                </c:pt>
                <c:pt idx="17414">
                  <c:v>9.5</c:v>
                </c:pt>
                <c:pt idx="17415">
                  <c:v>8.8000000000000007</c:v>
                </c:pt>
                <c:pt idx="17416">
                  <c:v>9.6999999999999993</c:v>
                </c:pt>
                <c:pt idx="17417">
                  <c:v>9.1</c:v>
                </c:pt>
                <c:pt idx="17418">
                  <c:v>9.3000000000000007</c:v>
                </c:pt>
                <c:pt idx="17419">
                  <c:v>5.5</c:v>
                </c:pt>
                <c:pt idx="17420">
                  <c:v>7.5</c:v>
                </c:pt>
                <c:pt idx="17421">
                  <c:v>4.2</c:v>
                </c:pt>
                <c:pt idx="17422">
                  <c:v>7.3</c:v>
                </c:pt>
                <c:pt idx="17423">
                  <c:v>5.6</c:v>
                </c:pt>
                <c:pt idx="17424">
                  <c:v>5.4</c:v>
                </c:pt>
                <c:pt idx="17425">
                  <c:v>8.5</c:v>
                </c:pt>
                <c:pt idx="17426">
                  <c:v>9.9</c:v>
                </c:pt>
                <c:pt idx="17427">
                  <c:v>8.4</c:v>
                </c:pt>
                <c:pt idx="17428">
                  <c:v>9.4</c:v>
                </c:pt>
                <c:pt idx="17429">
                  <c:v>9.6999999999999993</c:v>
                </c:pt>
                <c:pt idx="17430">
                  <c:v>9.3000000000000007</c:v>
                </c:pt>
                <c:pt idx="17431">
                  <c:v>4.9000000000000004</c:v>
                </c:pt>
                <c:pt idx="17432">
                  <c:v>6.9</c:v>
                </c:pt>
                <c:pt idx="17433">
                  <c:v>5</c:v>
                </c:pt>
                <c:pt idx="17434">
                  <c:v>7.7</c:v>
                </c:pt>
                <c:pt idx="17435">
                  <c:v>4.7</c:v>
                </c:pt>
                <c:pt idx="17436">
                  <c:v>4.9000000000000004</c:v>
                </c:pt>
                <c:pt idx="17437">
                  <c:v>6.7</c:v>
                </c:pt>
                <c:pt idx="17438">
                  <c:v>5.5</c:v>
                </c:pt>
                <c:pt idx="17439">
                  <c:v>9.8000000000000007</c:v>
                </c:pt>
                <c:pt idx="17440">
                  <c:v>7.1</c:v>
                </c:pt>
                <c:pt idx="17441">
                  <c:v>9.6</c:v>
                </c:pt>
                <c:pt idx="17442">
                  <c:v>8.6</c:v>
                </c:pt>
                <c:pt idx="17443">
                  <c:v>5.2</c:v>
                </c:pt>
                <c:pt idx="17444">
                  <c:v>5.7</c:v>
                </c:pt>
                <c:pt idx="17445">
                  <c:v>5.8</c:v>
                </c:pt>
                <c:pt idx="17446">
                  <c:v>8.4</c:v>
                </c:pt>
                <c:pt idx="17447">
                  <c:v>6.8</c:v>
                </c:pt>
                <c:pt idx="17448">
                  <c:v>9.9</c:v>
                </c:pt>
                <c:pt idx="17449">
                  <c:v>5.6</c:v>
                </c:pt>
                <c:pt idx="17450">
                  <c:v>5.9</c:v>
                </c:pt>
                <c:pt idx="17451">
                  <c:v>5.0999999999999996</c:v>
                </c:pt>
                <c:pt idx="17452">
                  <c:v>8</c:v>
                </c:pt>
                <c:pt idx="17453">
                  <c:v>9.1</c:v>
                </c:pt>
                <c:pt idx="17454">
                  <c:v>9.6999999999999993</c:v>
                </c:pt>
                <c:pt idx="17455">
                  <c:v>6.9</c:v>
                </c:pt>
                <c:pt idx="17456">
                  <c:v>6.7</c:v>
                </c:pt>
                <c:pt idx="17457">
                  <c:v>6.4</c:v>
                </c:pt>
                <c:pt idx="17458">
                  <c:v>4.0999999999999996</c:v>
                </c:pt>
                <c:pt idx="17459">
                  <c:v>4.5</c:v>
                </c:pt>
                <c:pt idx="17460">
                  <c:v>7.9</c:v>
                </c:pt>
                <c:pt idx="17461">
                  <c:v>7.3</c:v>
                </c:pt>
                <c:pt idx="17462">
                  <c:v>5.6</c:v>
                </c:pt>
                <c:pt idx="17463">
                  <c:v>8.6</c:v>
                </c:pt>
                <c:pt idx="17464">
                  <c:v>9</c:v>
                </c:pt>
                <c:pt idx="17465">
                  <c:v>5.0999999999999996</c:v>
                </c:pt>
                <c:pt idx="17466">
                  <c:v>5</c:v>
                </c:pt>
                <c:pt idx="17467">
                  <c:v>6.6</c:v>
                </c:pt>
                <c:pt idx="17468">
                  <c:v>7.3</c:v>
                </c:pt>
                <c:pt idx="17469">
                  <c:v>5.8</c:v>
                </c:pt>
                <c:pt idx="17470">
                  <c:v>4.3</c:v>
                </c:pt>
                <c:pt idx="17471">
                  <c:v>7.4</c:v>
                </c:pt>
                <c:pt idx="17472">
                  <c:v>6.1</c:v>
                </c:pt>
                <c:pt idx="17473">
                  <c:v>8.1</c:v>
                </c:pt>
                <c:pt idx="17474">
                  <c:v>9.9</c:v>
                </c:pt>
                <c:pt idx="17475">
                  <c:v>7.5</c:v>
                </c:pt>
                <c:pt idx="17476">
                  <c:v>4.2</c:v>
                </c:pt>
                <c:pt idx="17477">
                  <c:v>9.1</c:v>
                </c:pt>
                <c:pt idx="17478">
                  <c:v>7.7</c:v>
                </c:pt>
                <c:pt idx="17479">
                  <c:v>4.0999999999999996</c:v>
                </c:pt>
                <c:pt idx="17480">
                  <c:v>7.5</c:v>
                </c:pt>
                <c:pt idx="17481">
                  <c:v>7.4</c:v>
                </c:pt>
                <c:pt idx="17482">
                  <c:v>4.5999999999999996</c:v>
                </c:pt>
                <c:pt idx="17483">
                  <c:v>8.1999999999999993</c:v>
                </c:pt>
                <c:pt idx="17484">
                  <c:v>4.9000000000000004</c:v>
                </c:pt>
                <c:pt idx="17485">
                  <c:v>5.8</c:v>
                </c:pt>
                <c:pt idx="17486">
                  <c:v>8.6999999999999993</c:v>
                </c:pt>
                <c:pt idx="17487">
                  <c:v>7.2</c:v>
                </c:pt>
                <c:pt idx="17488">
                  <c:v>7.1</c:v>
                </c:pt>
                <c:pt idx="17489">
                  <c:v>7.2</c:v>
                </c:pt>
                <c:pt idx="17490">
                  <c:v>6.8</c:v>
                </c:pt>
                <c:pt idx="17491">
                  <c:v>4.3</c:v>
                </c:pt>
                <c:pt idx="17492">
                  <c:v>7.6</c:v>
                </c:pt>
                <c:pt idx="17493">
                  <c:v>8</c:v>
                </c:pt>
                <c:pt idx="17494">
                  <c:v>7.7</c:v>
                </c:pt>
                <c:pt idx="17495">
                  <c:v>4.4000000000000004</c:v>
                </c:pt>
                <c:pt idx="17496">
                  <c:v>4</c:v>
                </c:pt>
                <c:pt idx="17497">
                  <c:v>10</c:v>
                </c:pt>
                <c:pt idx="17498">
                  <c:v>8.6999999999999993</c:v>
                </c:pt>
                <c:pt idx="17499">
                  <c:v>6.6</c:v>
                </c:pt>
                <c:pt idx="17500">
                  <c:v>8.5</c:v>
                </c:pt>
                <c:pt idx="17501">
                  <c:v>7.9</c:v>
                </c:pt>
                <c:pt idx="17502">
                  <c:v>9</c:v>
                </c:pt>
                <c:pt idx="17503">
                  <c:v>4.0999999999999996</c:v>
                </c:pt>
                <c:pt idx="17504">
                  <c:v>9.3000000000000007</c:v>
                </c:pt>
                <c:pt idx="17505">
                  <c:v>6.3</c:v>
                </c:pt>
                <c:pt idx="17506">
                  <c:v>6.9</c:v>
                </c:pt>
                <c:pt idx="17507">
                  <c:v>5.9</c:v>
                </c:pt>
                <c:pt idx="17508">
                  <c:v>8.6</c:v>
                </c:pt>
                <c:pt idx="17509">
                  <c:v>6.3</c:v>
                </c:pt>
                <c:pt idx="17510">
                  <c:v>8.8000000000000007</c:v>
                </c:pt>
                <c:pt idx="17511">
                  <c:v>6.7</c:v>
                </c:pt>
                <c:pt idx="17512">
                  <c:v>4.3</c:v>
                </c:pt>
                <c:pt idx="17513">
                  <c:v>4.5999999999999996</c:v>
                </c:pt>
                <c:pt idx="17514">
                  <c:v>7.2</c:v>
                </c:pt>
                <c:pt idx="17515">
                  <c:v>8.5</c:v>
                </c:pt>
                <c:pt idx="17516">
                  <c:v>8.5</c:v>
                </c:pt>
                <c:pt idx="17517">
                  <c:v>7.6</c:v>
                </c:pt>
                <c:pt idx="17518">
                  <c:v>5.5</c:v>
                </c:pt>
                <c:pt idx="17519">
                  <c:v>8.1</c:v>
                </c:pt>
                <c:pt idx="17520">
                  <c:v>5.2</c:v>
                </c:pt>
                <c:pt idx="17521">
                  <c:v>9</c:v>
                </c:pt>
                <c:pt idx="17522">
                  <c:v>9.8000000000000007</c:v>
                </c:pt>
                <c:pt idx="17523">
                  <c:v>4.5999999999999996</c:v>
                </c:pt>
                <c:pt idx="17524">
                  <c:v>7.8</c:v>
                </c:pt>
                <c:pt idx="17525">
                  <c:v>4.9000000000000004</c:v>
                </c:pt>
                <c:pt idx="17526">
                  <c:v>4.8</c:v>
                </c:pt>
                <c:pt idx="17527">
                  <c:v>5.9</c:v>
                </c:pt>
                <c:pt idx="17528">
                  <c:v>5.4</c:v>
                </c:pt>
                <c:pt idx="17529">
                  <c:v>5.0999999999999996</c:v>
                </c:pt>
                <c:pt idx="17530">
                  <c:v>8.6999999999999993</c:v>
                </c:pt>
                <c:pt idx="17531">
                  <c:v>4.5</c:v>
                </c:pt>
                <c:pt idx="17532">
                  <c:v>4.4000000000000004</c:v>
                </c:pt>
                <c:pt idx="17533">
                  <c:v>5.9</c:v>
                </c:pt>
                <c:pt idx="17534">
                  <c:v>9.6999999999999993</c:v>
                </c:pt>
                <c:pt idx="17535">
                  <c:v>7.5</c:v>
                </c:pt>
                <c:pt idx="17536">
                  <c:v>6</c:v>
                </c:pt>
                <c:pt idx="17537">
                  <c:v>7.3</c:v>
                </c:pt>
                <c:pt idx="17538">
                  <c:v>4</c:v>
                </c:pt>
                <c:pt idx="17539">
                  <c:v>5.3</c:v>
                </c:pt>
                <c:pt idx="17540">
                  <c:v>8.8000000000000007</c:v>
                </c:pt>
                <c:pt idx="17541">
                  <c:v>7.5</c:v>
                </c:pt>
                <c:pt idx="17542">
                  <c:v>5.4</c:v>
                </c:pt>
                <c:pt idx="17543">
                  <c:v>4.9000000000000004</c:v>
                </c:pt>
                <c:pt idx="17544">
                  <c:v>8.9</c:v>
                </c:pt>
                <c:pt idx="17545">
                  <c:v>5.7</c:v>
                </c:pt>
                <c:pt idx="17546">
                  <c:v>5.8</c:v>
                </c:pt>
                <c:pt idx="17547">
                  <c:v>6.2</c:v>
                </c:pt>
                <c:pt idx="17548">
                  <c:v>5.2</c:v>
                </c:pt>
                <c:pt idx="17549">
                  <c:v>7.6</c:v>
                </c:pt>
                <c:pt idx="17550">
                  <c:v>7</c:v>
                </c:pt>
                <c:pt idx="17551">
                  <c:v>8.6999999999999993</c:v>
                </c:pt>
                <c:pt idx="17552">
                  <c:v>5</c:v>
                </c:pt>
                <c:pt idx="17553">
                  <c:v>5.8</c:v>
                </c:pt>
                <c:pt idx="17554">
                  <c:v>4.3</c:v>
                </c:pt>
                <c:pt idx="17555">
                  <c:v>8.8000000000000007</c:v>
                </c:pt>
                <c:pt idx="17556">
                  <c:v>8.1</c:v>
                </c:pt>
                <c:pt idx="17557">
                  <c:v>8.6999999999999993</c:v>
                </c:pt>
                <c:pt idx="17558">
                  <c:v>7.8</c:v>
                </c:pt>
                <c:pt idx="17559">
                  <c:v>5.0999999999999996</c:v>
                </c:pt>
                <c:pt idx="17560">
                  <c:v>6.5</c:v>
                </c:pt>
                <c:pt idx="17561">
                  <c:v>8.3000000000000007</c:v>
                </c:pt>
                <c:pt idx="17562">
                  <c:v>8.4</c:v>
                </c:pt>
                <c:pt idx="17563">
                  <c:v>5.7</c:v>
                </c:pt>
                <c:pt idx="17564">
                  <c:v>8.9</c:v>
                </c:pt>
                <c:pt idx="17565">
                  <c:v>6.6</c:v>
                </c:pt>
                <c:pt idx="17566">
                  <c:v>5.0999999999999996</c:v>
                </c:pt>
                <c:pt idx="17567">
                  <c:v>5.5</c:v>
                </c:pt>
                <c:pt idx="17568">
                  <c:v>6.3</c:v>
                </c:pt>
                <c:pt idx="17569">
                  <c:v>8.1</c:v>
                </c:pt>
                <c:pt idx="17570">
                  <c:v>4.9000000000000004</c:v>
                </c:pt>
                <c:pt idx="17571">
                  <c:v>4.8</c:v>
                </c:pt>
                <c:pt idx="17572">
                  <c:v>4.0999999999999996</c:v>
                </c:pt>
                <c:pt idx="17573">
                  <c:v>5.0999999999999996</c:v>
                </c:pt>
                <c:pt idx="17574">
                  <c:v>4.5999999999999996</c:v>
                </c:pt>
                <c:pt idx="17575">
                  <c:v>5.2</c:v>
                </c:pt>
                <c:pt idx="17576">
                  <c:v>9.6</c:v>
                </c:pt>
                <c:pt idx="17577">
                  <c:v>8.4</c:v>
                </c:pt>
                <c:pt idx="17578">
                  <c:v>9.1</c:v>
                </c:pt>
                <c:pt idx="17579">
                  <c:v>6.9</c:v>
                </c:pt>
                <c:pt idx="17580">
                  <c:v>9.9</c:v>
                </c:pt>
                <c:pt idx="17581">
                  <c:v>6.2</c:v>
                </c:pt>
                <c:pt idx="17582">
                  <c:v>9.6</c:v>
                </c:pt>
                <c:pt idx="17583">
                  <c:v>6.9</c:v>
                </c:pt>
                <c:pt idx="17584">
                  <c:v>8.3000000000000007</c:v>
                </c:pt>
                <c:pt idx="17585">
                  <c:v>9.8000000000000007</c:v>
                </c:pt>
                <c:pt idx="17586">
                  <c:v>9.1999999999999993</c:v>
                </c:pt>
                <c:pt idx="17587">
                  <c:v>8.8000000000000007</c:v>
                </c:pt>
                <c:pt idx="17588">
                  <c:v>4.5999999999999996</c:v>
                </c:pt>
                <c:pt idx="17589">
                  <c:v>5.8</c:v>
                </c:pt>
                <c:pt idx="17590">
                  <c:v>9.6</c:v>
                </c:pt>
                <c:pt idx="17591">
                  <c:v>7.7</c:v>
                </c:pt>
                <c:pt idx="17592">
                  <c:v>4.5999999999999996</c:v>
                </c:pt>
                <c:pt idx="17593">
                  <c:v>4.7</c:v>
                </c:pt>
                <c:pt idx="17594">
                  <c:v>9.1999999999999993</c:v>
                </c:pt>
                <c:pt idx="17595">
                  <c:v>4.5999999999999996</c:v>
                </c:pt>
                <c:pt idx="17596">
                  <c:v>9.1</c:v>
                </c:pt>
                <c:pt idx="17597">
                  <c:v>4.0999999999999996</c:v>
                </c:pt>
                <c:pt idx="17598">
                  <c:v>5.7</c:v>
                </c:pt>
                <c:pt idx="17599">
                  <c:v>4</c:v>
                </c:pt>
                <c:pt idx="17600">
                  <c:v>9.6999999999999993</c:v>
                </c:pt>
                <c:pt idx="17601">
                  <c:v>6.9</c:v>
                </c:pt>
                <c:pt idx="17602">
                  <c:v>7.9</c:v>
                </c:pt>
                <c:pt idx="17603">
                  <c:v>4.9000000000000004</c:v>
                </c:pt>
                <c:pt idx="17604">
                  <c:v>7</c:v>
                </c:pt>
                <c:pt idx="17605">
                  <c:v>4.4000000000000004</c:v>
                </c:pt>
                <c:pt idx="17606">
                  <c:v>4.8</c:v>
                </c:pt>
                <c:pt idx="17607">
                  <c:v>6.5</c:v>
                </c:pt>
                <c:pt idx="17608">
                  <c:v>7.7</c:v>
                </c:pt>
                <c:pt idx="17609">
                  <c:v>5.3</c:v>
                </c:pt>
                <c:pt idx="17610">
                  <c:v>4</c:v>
                </c:pt>
                <c:pt idx="17611">
                  <c:v>9.1999999999999993</c:v>
                </c:pt>
                <c:pt idx="17612">
                  <c:v>6.4</c:v>
                </c:pt>
                <c:pt idx="17613">
                  <c:v>8.5</c:v>
                </c:pt>
                <c:pt idx="17614">
                  <c:v>9.3000000000000007</c:v>
                </c:pt>
                <c:pt idx="17615">
                  <c:v>4.9000000000000004</c:v>
                </c:pt>
                <c:pt idx="17616">
                  <c:v>6</c:v>
                </c:pt>
                <c:pt idx="17617">
                  <c:v>4.2</c:v>
                </c:pt>
                <c:pt idx="17618">
                  <c:v>8.1</c:v>
                </c:pt>
                <c:pt idx="17619">
                  <c:v>10</c:v>
                </c:pt>
                <c:pt idx="17620">
                  <c:v>9.6</c:v>
                </c:pt>
                <c:pt idx="17621">
                  <c:v>6.2</c:v>
                </c:pt>
                <c:pt idx="17622">
                  <c:v>9</c:v>
                </c:pt>
                <c:pt idx="17623">
                  <c:v>5.4</c:v>
                </c:pt>
                <c:pt idx="17624">
                  <c:v>9.9</c:v>
                </c:pt>
                <c:pt idx="17625">
                  <c:v>7.4</c:v>
                </c:pt>
                <c:pt idx="17626">
                  <c:v>4.8</c:v>
                </c:pt>
                <c:pt idx="17627">
                  <c:v>4.0999999999999996</c:v>
                </c:pt>
                <c:pt idx="17628">
                  <c:v>8.8000000000000007</c:v>
                </c:pt>
                <c:pt idx="17629">
                  <c:v>5</c:v>
                </c:pt>
                <c:pt idx="17630">
                  <c:v>5.4</c:v>
                </c:pt>
                <c:pt idx="17631">
                  <c:v>7.4</c:v>
                </c:pt>
                <c:pt idx="17632">
                  <c:v>4.3</c:v>
                </c:pt>
                <c:pt idx="17633">
                  <c:v>6.7</c:v>
                </c:pt>
                <c:pt idx="17634">
                  <c:v>4.5</c:v>
                </c:pt>
                <c:pt idx="17635">
                  <c:v>9.5</c:v>
                </c:pt>
                <c:pt idx="17636">
                  <c:v>9.5</c:v>
                </c:pt>
                <c:pt idx="17637">
                  <c:v>7.2</c:v>
                </c:pt>
                <c:pt idx="17638">
                  <c:v>6.8</c:v>
                </c:pt>
                <c:pt idx="17639">
                  <c:v>4.8</c:v>
                </c:pt>
                <c:pt idx="17640">
                  <c:v>5.5</c:v>
                </c:pt>
                <c:pt idx="17641">
                  <c:v>4</c:v>
                </c:pt>
                <c:pt idx="17642">
                  <c:v>8.3000000000000007</c:v>
                </c:pt>
                <c:pt idx="17643">
                  <c:v>7.3</c:v>
                </c:pt>
                <c:pt idx="17644">
                  <c:v>9.6999999999999993</c:v>
                </c:pt>
                <c:pt idx="17645">
                  <c:v>8.3000000000000007</c:v>
                </c:pt>
                <c:pt idx="17646">
                  <c:v>5.6</c:v>
                </c:pt>
                <c:pt idx="17647">
                  <c:v>8</c:v>
                </c:pt>
                <c:pt idx="17648">
                  <c:v>9.1</c:v>
                </c:pt>
                <c:pt idx="17649">
                  <c:v>5.5</c:v>
                </c:pt>
                <c:pt idx="17650">
                  <c:v>7.5</c:v>
                </c:pt>
                <c:pt idx="17651">
                  <c:v>8.3000000000000007</c:v>
                </c:pt>
                <c:pt idx="17652">
                  <c:v>8.3000000000000007</c:v>
                </c:pt>
                <c:pt idx="17653">
                  <c:v>8.8000000000000007</c:v>
                </c:pt>
                <c:pt idx="17654">
                  <c:v>4.5</c:v>
                </c:pt>
                <c:pt idx="17655">
                  <c:v>9.8000000000000007</c:v>
                </c:pt>
                <c:pt idx="17656">
                  <c:v>4.5</c:v>
                </c:pt>
                <c:pt idx="17657">
                  <c:v>9.4</c:v>
                </c:pt>
                <c:pt idx="17658">
                  <c:v>8.4</c:v>
                </c:pt>
                <c:pt idx="17659">
                  <c:v>4.0999999999999996</c:v>
                </c:pt>
                <c:pt idx="17660">
                  <c:v>8.5</c:v>
                </c:pt>
                <c:pt idx="17661">
                  <c:v>4.7</c:v>
                </c:pt>
                <c:pt idx="17662">
                  <c:v>8.1</c:v>
                </c:pt>
                <c:pt idx="17663">
                  <c:v>8.6</c:v>
                </c:pt>
                <c:pt idx="17664">
                  <c:v>7.1</c:v>
                </c:pt>
                <c:pt idx="17665">
                  <c:v>6.7</c:v>
                </c:pt>
                <c:pt idx="17666">
                  <c:v>8.6</c:v>
                </c:pt>
                <c:pt idx="17667">
                  <c:v>5.7</c:v>
                </c:pt>
                <c:pt idx="17668">
                  <c:v>7.2</c:v>
                </c:pt>
                <c:pt idx="17669">
                  <c:v>4.0999999999999996</c:v>
                </c:pt>
                <c:pt idx="17670">
                  <c:v>4.2</c:v>
                </c:pt>
                <c:pt idx="17671">
                  <c:v>6.6</c:v>
                </c:pt>
                <c:pt idx="17672">
                  <c:v>6.7</c:v>
                </c:pt>
                <c:pt idx="17673">
                  <c:v>8.4</c:v>
                </c:pt>
                <c:pt idx="17674">
                  <c:v>6</c:v>
                </c:pt>
                <c:pt idx="17675">
                  <c:v>7</c:v>
                </c:pt>
                <c:pt idx="17676">
                  <c:v>6</c:v>
                </c:pt>
                <c:pt idx="17677">
                  <c:v>4.9000000000000004</c:v>
                </c:pt>
                <c:pt idx="17678">
                  <c:v>6.5</c:v>
                </c:pt>
                <c:pt idx="17679">
                  <c:v>6.6</c:v>
                </c:pt>
                <c:pt idx="17680">
                  <c:v>7.6</c:v>
                </c:pt>
                <c:pt idx="17681">
                  <c:v>9.8000000000000007</c:v>
                </c:pt>
                <c:pt idx="17682">
                  <c:v>5.2</c:v>
                </c:pt>
                <c:pt idx="17683">
                  <c:v>6.2</c:v>
                </c:pt>
                <c:pt idx="17684">
                  <c:v>4.4000000000000004</c:v>
                </c:pt>
                <c:pt idx="17685">
                  <c:v>9</c:v>
                </c:pt>
                <c:pt idx="17686">
                  <c:v>5.0999999999999996</c:v>
                </c:pt>
                <c:pt idx="17687">
                  <c:v>5.4</c:v>
                </c:pt>
                <c:pt idx="17688">
                  <c:v>6.7</c:v>
                </c:pt>
                <c:pt idx="17689">
                  <c:v>6</c:v>
                </c:pt>
                <c:pt idx="17690">
                  <c:v>9.4</c:v>
                </c:pt>
                <c:pt idx="17691">
                  <c:v>4.2</c:v>
                </c:pt>
                <c:pt idx="17692">
                  <c:v>8.1999999999999993</c:v>
                </c:pt>
                <c:pt idx="17693">
                  <c:v>8.5</c:v>
                </c:pt>
                <c:pt idx="17694">
                  <c:v>5.8</c:v>
                </c:pt>
                <c:pt idx="17695">
                  <c:v>4.2</c:v>
                </c:pt>
                <c:pt idx="17696">
                  <c:v>8</c:v>
                </c:pt>
                <c:pt idx="17697">
                  <c:v>5.8</c:v>
                </c:pt>
                <c:pt idx="17698">
                  <c:v>6.5</c:v>
                </c:pt>
                <c:pt idx="17699">
                  <c:v>6.1</c:v>
                </c:pt>
                <c:pt idx="17700">
                  <c:v>6.5</c:v>
                </c:pt>
                <c:pt idx="17701">
                  <c:v>8.4</c:v>
                </c:pt>
                <c:pt idx="17702">
                  <c:v>5.6</c:v>
                </c:pt>
                <c:pt idx="17703">
                  <c:v>4.8</c:v>
                </c:pt>
                <c:pt idx="17704">
                  <c:v>4.0999999999999996</c:v>
                </c:pt>
                <c:pt idx="17705">
                  <c:v>5.3</c:v>
                </c:pt>
                <c:pt idx="17706">
                  <c:v>4.4000000000000004</c:v>
                </c:pt>
                <c:pt idx="17707">
                  <c:v>4.0999999999999996</c:v>
                </c:pt>
                <c:pt idx="17708">
                  <c:v>5.9</c:v>
                </c:pt>
                <c:pt idx="17709">
                  <c:v>7.1</c:v>
                </c:pt>
                <c:pt idx="17710">
                  <c:v>5</c:v>
                </c:pt>
                <c:pt idx="17711">
                  <c:v>7.4</c:v>
                </c:pt>
                <c:pt idx="17712">
                  <c:v>4.2</c:v>
                </c:pt>
                <c:pt idx="17713">
                  <c:v>4.2</c:v>
                </c:pt>
                <c:pt idx="17714">
                  <c:v>6.4</c:v>
                </c:pt>
                <c:pt idx="17715">
                  <c:v>5.7</c:v>
                </c:pt>
                <c:pt idx="17716">
                  <c:v>6.8</c:v>
                </c:pt>
                <c:pt idx="17717">
                  <c:v>7.6</c:v>
                </c:pt>
                <c:pt idx="17718">
                  <c:v>9.4</c:v>
                </c:pt>
                <c:pt idx="17719">
                  <c:v>5.0999999999999996</c:v>
                </c:pt>
                <c:pt idx="17720">
                  <c:v>6.7</c:v>
                </c:pt>
                <c:pt idx="17721">
                  <c:v>6.7</c:v>
                </c:pt>
                <c:pt idx="17722">
                  <c:v>7.6</c:v>
                </c:pt>
                <c:pt idx="17723">
                  <c:v>5.8</c:v>
                </c:pt>
                <c:pt idx="17724">
                  <c:v>4.0999999999999996</c:v>
                </c:pt>
                <c:pt idx="17725">
                  <c:v>6.5</c:v>
                </c:pt>
                <c:pt idx="17726">
                  <c:v>8.9</c:v>
                </c:pt>
                <c:pt idx="17727">
                  <c:v>6.2</c:v>
                </c:pt>
                <c:pt idx="17728">
                  <c:v>8.1</c:v>
                </c:pt>
                <c:pt idx="17729">
                  <c:v>6.6</c:v>
                </c:pt>
                <c:pt idx="17730">
                  <c:v>7.4</c:v>
                </c:pt>
                <c:pt idx="17731">
                  <c:v>4.8</c:v>
                </c:pt>
                <c:pt idx="17732">
                  <c:v>4.5</c:v>
                </c:pt>
                <c:pt idx="17733">
                  <c:v>8.6999999999999993</c:v>
                </c:pt>
                <c:pt idx="17734">
                  <c:v>4.5</c:v>
                </c:pt>
                <c:pt idx="17735">
                  <c:v>7.9</c:v>
                </c:pt>
                <c:pt idx="17736">
                  <c:v>7</c:v>
                </c:pt>
                <c:pt idx="17737">
                  <c:v>8.9</c:v>
                </c:pt>
                <c:pt idx="17738">
                  <c:v>8.1999999999999993</c:v>
                </c:pt>
                <c:pt idx="17739">
                  <c:v>8.9</c:v>
                </c:pt>
                <c:pt idx="17740">
                  <c:v>4.4000000000000004</c:v>
                </c:pt>
                <c:pt idx="17741">
                  <c:v>9.1</c:v>
                </c:pt>
                <c:pt idx="17742">
                  <c:v>9.5</c:v>
                </c:pt>
                <c:pt idx="17743">
                  <c:v>8.1</c:v>
                </c:pt>
                <c:pt idx="17744">
                  <c:v>4.7</c:v>
                </c:pt>
                <c:pt idx="17745">
                  <c:v>6.4</c:v>
                </c:pt>
                <c:pt idx="17746">
                  <c:v>6.7</c:v>
                </c:pt>
                <c:pt idx="17747">
                  <c:v>9.1999999999999993</c:v>
                </c:pt>
                <c:pt idx="17748">
                  <c:v>7.6</c:v>
                </c:pt>
                <c:pt idx="17749">
                  <c:v>6.5</c:v>
                </c:pt>
                <c:pt idx="17750">
                  <c:v>6.7</c:v>
                </c:pt>
                <c:pt idx="17751">
                  <c:v>5.7</c:v>
                </c:pt>
                <c:pt idx="17752">
                  <c:v>7.2</c:v>
                </c:pt>
                <c:pt idx="17753">
                  <c:v>5</c:v>
                </c:pt>
                <c:pt idx="17754">
                  <c:v>7.5</c:v>
                </c:pt>
                <c:pt idx="17755">
                  <c:v>9.9</c:v>
                </c:pt>
                <c:pt idx="17756">
                  <c:v>8.8000000000000007</c:v>
                </c:pt>
                <c:pt idx="17757">
                  <c:v>7.2</c:v>
                </c:pt>
                <c:pt idx="17758">
                  <c:v>4.3</c:v>
                </c:pt>
                <c:pt idx="17759">
                  <c:v>9.6</c:v>
                </c:pt>
                <c:pt idx="17760">
                  <c:v>8.6999999999999993</c:v>
                </c:pt>
                <c:pt idx="17761">
                  <c:v>6.9</c:v>
                </c:pt>
                <c:pt idx="17762">
                  <c:v>7.9</c:v>
                </c:pt>
                <c:pt idx="17763">
                  <c:v>8.3000000000000007</c:v>
                </c:pt>
                <c:pt idx="17764">
                  <c:v>8.4</c:v>
                </c:pt>
                <c:pt idx="17765">
                  <c:v>6.2</c:v>
                </c:pt>
                <c:pt idx="17766">
                  <c:v>6.3</c:v>
                </c:pt>
                <c:pt idx="17767">
                  <c:v>5.2</c:v>
                </c:pt>
                <c:pt idx="17768">
                  <c:v>7.9</c:v>
                </c:pt>
                <c:pt idx="17769">
                  <c:v>7.6</c:v>
                </c:pt>
                <c:pt idx="17770">
                  <c:v>9.6999999999999993</c:v>
                </c:pt>
                <c:pt idx="17771">
                  <c:v>9.6999999999999993</c:v>
                </c:pt>
                <c:pt idx="17772">
                  <c:v>4.2</c:v>
                </c:pt>
                <c:pt idx="17773">
                  <c:v>5.6</c:v>
                </c:pt>
                <c:pt idx="17774">
                  <c:v>8.9</c:v>
                </c:pt>
                <c:pt idx="17775">
                  <c:v>9.4</c:v>
                </c:pt>
                <c:pt idx="17776">
                  <c:v>6.3</c:v>
                </c:pt>
                <c:pt idx="17777">
                  <c:v>5.8</c:v>
                </c:pt>
                <c:pt idx="17778">
                  <c:v>8.6</c:v>
                </c:pt>
                <c:pt idx="17779">
                  <c:v>7.2</c:v>
                </c:pt>
                <c:pt idx="17780">
                  <c:v>6.7</c:v>
                </c:pt>
                <c:pt idx="17781">
                  <c:v>7.9</c:v>
                </c:pt>
                <c:pt idx="17782">
                  <c:v>6.8</c:v>
                </c:pt>
                <c:pt idx="17783">
                  <c:v>4.9000000000000004</c:v>
                </c:pt>
                <c:pt idx="17784">
                  <c:v>9.3000000000000007</c:v>
                </c:pt>
                <c:pt idx="17785">
                  <c:v>8.6</c:v>
                </c:pt>
                <c:pt idx="17786">
                  <c:v>8.1999999999999993</c:v>
                </c:pt>
                <c:pt idx="17787">
                  <c:v>8</c:v>
                </c:pt>
                <c:pt idx="17788">
                  <c:v>6.6</c:v>
                </c:pt>
                <c:pt idx="17789">
                  <c:v>9.4</c:v>
                </c:pt>
                <c:pt idx="17790">
                  <c:v>7.1</c:v>
                </c:pt>
                <c:pt idx="17791">
                  <c:v>5.6</c:v>
                </c:pt>
                <c:pt idx="17792">
                  <c:v>5</c:v>
                </c:pt>
                <c:pt idx="17793">
                  <c:v>6</c:v>
                </c:pt>
                <c:pt idx="17794">
                  <c:v>7.6</c:v>
                </c:pt>
                <c:pt idx="17795">
                  <c:v>9.5</c:v>
                </c:pt>
                <c:pt idx="17796">
                  <c:v>9.3000000000000007</c:v>
                </c:pt>
                <c:pt idx="17797">
                  <c:v>6.9</c:v>
                </c:pt>
                <c:pt idx="17798">
                  <c:v>4</c:v>
                </c:pt>
                <c:pt idx="17799">
                  <c:v>6</c:v>
                </c:pt>
                <c:pt idx="17800">
                  <c:v>9.6</c:v>
                </c:pt>
                <c:pt idx="17801">
                  <c:v>7.4</c:v>
                </c:pt>
                <c:pt idx="17802">
                  <c:v>7.4</c:v>
                </c:pt>
                <c:pt idx="17803">
                  <c:v>9.3000000000000007</c:v>
                </c:pt>
                <c:pt idx="17804">
                  <c:v>5.2</c:v>
                </c:pt>
                <c:pt idx="17805">
                  <c:v>6.1</c:v>
                </c:pt>
                <c:pt idx="17806">
                  <c:v>6.4</c:v>
                </c:pt>
                <c:pt idx="17807">
                  <c:v>8.9</c:v>
                </c:pt>
                <c:pt idx="17808">
                  <c:v>7.5</c:v>
                </c:pt>
                <c:pt idx="17809">
                  <c:v>9.5</c:v>
                </c:pt>
                <c:pt idx="17810">
                  <c:v>5.8</c:v>
                </c:pt>
                <c:pt idx="17811">
                  <c:v>10</c:v>
                </c:pt>
                <c:pt idx="17812">
                  <c:v>6.5</c:v>
                </c:pt>
                <c:pt idx="17813">
                  <c:v>6.8</c:v>
                </c:pt>
                <c:pt idx="17814">
                  <c:v>7</c:v>
                </c:pt>
                <c:pt idx="17815">
                  <c:v>6.7</c:v>
                </c:pt>
                <c:pt idx="17816">
                  <c:v>6.9</c:v>
                </c:pt>
                <c:pt idx="17817">
                  <c:v>4.3</c:v>
                </c:pt>
                <c:pt idx="17818">
                  <c:v>5.6</c:v>
                </c:pt>
                <c:pt idx="17819">
                  <c:v>9.6</c:v>
                </c:pt>
                <c:pt idx="17820">
                  <c:v>9.8000000000000007</c:v>
                </c:pt>
                <c:pt idx="17821">
                  <c:v>9</c:v>
                </c:pt>
                <c:pt idx="17822">
                  <c:v>5</c:v>
                </c:pt>
                <c:pt idx="17823">
                  <c:v>5.0999999999999996</c:v>
                </c:pt>
                <c:pt idx="17824">
                  <c:v>9</c:v>
                </c:pt>
                <c:pt idx="17825">
                  <c:v>9.4</c:v>
                </c:pt>
                <c:pt idx="17826">
                  <c:v>5.7</c:v>
                </c:pt>
                <c:pt idx="17827">
                  <c:v>6.3</c:v>
                </c:pt>
                <c:pt idx="17828">
                  <c:v>9.1999999999999993</c:v>
                </c:pt>
                <c:pt idx="17829">
                  <c:v>6.5</c:v>
                </c:pt>
                <c:pt idx="17830">
                  <c:v>6.5</c:v>
                </c:pt>
                <c:pt idx="17831">
                  <c:v>6.6</c:v>
                </c:pt>
                <c:pt idx="17832">
                  <c:v>6.4</c:v>
                </c:pt>
                <c:pt idx="17833">
                  <c:v>5.5</c:v>
                </c:pt>
                <c:pt idx="17834">
                  <c:v>4.7</c:v>
                </c:pt>
                <c:pt idx="17835">
                  <c:v>9.1</c:v>
                </c:pt>
                <c:pt idx="17836">
                  <c:v>9.6999999999999993</c:v>
                </c:pt>
                <c:pt idx="17837">
                  <c:v>7.2</c:v>
                </c:pt>
                <c:pt idx="17838">
                  <c:v>5.9</c:v>
                </c:pt>
                <c:pt idx="17839">
                  <c:v>9.5</c:v>
                </c:pt>
                <c:pt idx="17840">
                  <c:v>7.4</c:v>
                </c:pt>
                <c:pt idx="17841">
                  <c:v>8</c:v>
                </c:pt>
                <c:pt idx="17842">
                  <c:v>7</c:v>
                </c:pt>
                <c:pt idx="17843">
                  <c:v>8.8000000000000007</c:v>
                </c:pt>
                <c:pt idx="17844">
                  <c:v>6.5</c:v>
                </c:pt>
                <c:pt idx="17845">
                  <c:v>8.9</c:v>
                </c:pt>
                <c:pt idx="17846">
                  <c:v>8.3000000000000007</c:v>
                </c:pt>
                <c:pt idx="17847">
                  <c:v>6.6</c:v>
                </c:pt>
                <c:pt idx="17848">
                  <c:v>6.3</c:v>
                </c:pt>
                <c:pt idx="17849">
                  <c:v>9.1999999999999993</c:v>
                </c:pt>
                <c:pt idx="17850">
                  <c:v>6.6</c:v>
                </c:pt>
                <c:pt idx="17851">
                  <c:v>6.9</c:v>
                </c:pt>
                <c:pt idx="17852">
                  <c:v>8.6999999999999993</c:v>
                </c:pt>
                <c:pt idx="17853">
                  <c:v>7.9</c:v>
                </c:pt>
                <c:pt idx="17854">
                  <c:v>9.6999999999999993</c:v>
                </c:pt>
                <c:pt idx="17855">
                  <c:v>4.9000000000000004</c:v>
                </c:pt>
                <c:pt idx="17856">
                  <c:v>4.0999999999999996</c:v>
                </c:pt>
                <c:pt idx="17857">
                  <c:v>6.6</c:v>
                </c:pt>
                <c:pt idx="17858">
                  <c:v>9.8000000000000007</c:v>
                </c:pt>
                <c:pt idx="17859">
                  <c:v>6.2</c:v>
                </c:pt>
                <c:pt idx="17860">
                  <c:v>8.6</c:v>
                </c:pt>
                <c:pt idx="17861">
                  <c:v>6</c:v>
                </c:pt>
                <c:pt idx="17862">
                  <c:v>4.5999999999999996</c:v>
                </c:pt>
                <c:pt idx="17863">
                  <c:v>9</c:v>
                </c:pt>
                <c:pt idx="17864">
                  <c:v>5.9</c:v>
                </c:pt>
                <c:pt idx="17865">
                  <c:v>7</c:v>
                </c:pt>
                <c:pt idx="17866">
                  <c:v>7.8</c:v>
                </c:pt>
                <c:pt idx="17867">
                  <c:v>6.3</c:v>
                </c:pt>
                <c:pt idx="17868">
                  <c:v>6.1</c:v>
                </c:pt>
                <c:pt idx="17869">
                  <c:v>6.2</c:v>
                </c:pt>
                <c:pt idx="17870">
                  <c:v>8.6999999999999993</c:v>
                </c:pt>
                <c:pt idx="17871">
                  <c:v>8.8000000000000007</c:v>
                </c:pt>
                <c:pt idx="17872">
                  <c:v>4.2</c:v>
                </c:pt>
                <c:pt idx="17873">
                  <c:v>6.6</c:v>
                </c:pt>
                <c:pt idx="17874">
                  <c:v>6.7</c:v>
                </c:pt>
                <c:pt idx="17875">
                  <c:v>8</c:v>
                </c:pt>
                <c:pt idx="17876">
                  <c:v>8.4</c:v>
                </c:pt>
                <c:pt idx="17877">
                  <c:v>7.5</c:v>
                </c:pt>
                <c:pt idx="17878">
                  <c:v>4.5</c:v>
                </c:pt>
                <c:pt idx="17879">
                  <c:v>5.8</c:v>
                </c:pt>
                <c:pt idx="17880">
                  <c:v>7.1</c:v>
                </c:pt>
                <c:pt idx="17881">
                  <c:v>5</c:v>
                </c:pt>
                <c:pt idx="17882">
                  <c:v>4.2</c:v>
                </c:pt>
                <c:pt idx="17883">
                  <c:v>9.4</c:v>
                </c:pt>
                <c:pt idx="17884">
                  <c:v>4.5</c:v>
                </c:pt>
                <c:pt idx="17885">
                  <c:v>5.8</c:v>
                </c:pt>
                <c:pt idx="17886">
                  <c:v>8.4</c:v>
                </c:pt>
                <c:pt idx="17887">
                  <c:v>5.6</c:v>
                </c:pt>
                <c:pt idx="17888">
                  <c:v>4.5</c:v>
                </c:pt>
                <c:pt idx="17889">
                  <c:v>9.6999999999999993</c:v>
                </c:pt>
                <c:pt idx="17890">
                  <c:v>8.6999999999999993</c:v>
                </c:pt>
                <c:pt idx="17891">
                  <c:v>9</c:v>
                </c:pt>
                <c:pt idx="17892">
                  <c:v>5.7</c:v>
                </c:pt>
                <c:pt idx="17893">
                  <c:v>9.1999999999999993</c:v>
                </c:pt>
                <c:pt idx="17894">
                  <c:v>8</c:v>
                </c:pt>
                <c:pt idx="17895">
                  <c:v>8.6999999999999993</c:v>
                </c:pt>
                <c:pt idx="17896">
                  <c:v>7.2</c:v>
                </c:pt>
                <c:pt idx="17897">
                  <c:v>9.4</c:v>
                </c:pt>
                <c:pt idx="17898">
                  <c:v>7.1</c:v>
                </c:pt>
                <c:pt idx="17899">
                  <c:v>7</c:v>
                </c:pt>
                <c:pt idx="17900">
                  <c:v>4</c:v>
                </c:pt>
                <c:pt idx="17901">
                  <c:v>5.3</c:v>
                </c:pt>
                <c:pt idx="17902">
                  <c:v>4.2</c:v>
                </c:pt>
                <c:pt idx="17903">
                  <c:v>9.6999999999999993</c:v>
                </c:pt>
                <c:pt idx="17904">
                  <c:v>5.0999999999999996</c:v>
                </c:pt>
                <c:pt idx="17905">
                  <c:v>8.6999999999999993</c:v>
                </c:pt>
                <c:pt idx="17906">
                  <c:v>5.0999999999999996</c:v>
                </c:pt>
                <c:pt idx="17907">
                  <c:v>8.6999999999999993</c:v>
                </c:pt>
                <c:pt idx="17908">
                  <c:v>8.8000000000000007</c:v>
                </c:pt>
                <c:pt idx="17909">
                  <c:v>9.1999999999999993</c:v>
                </c:pt>
                <c:pt idx="17910">
                  <c:v>7.2</c:v>
                </c:pt>
                <c:pt idx="17911">
                  <c:v>6.9</c:v>
                </c:pt>
                <c:pt idx="17912">
                  <c:v>6</c:v>
                </c:pt>
                <c:pt idx="17913">
                  <c:v>7.5</c:v>
                </c:pt>
                <c:pt idx="17914">
                  <c:v>5.7</c:v>
                </c:pt>
                <c:pt idx="17915">
                  <c:v>7</c:v>
                </c:pt>
                <c:pt idx="17916">
                  <c:v>8.3000000000000007</c:v>
                </c:pt>
                <c:pt idx="17917">
                  <c:v>6.5</c:v>
                </c:pt>
                <c:pt idx="17918">
                  <c:v>7.3</c:v>
                </c:pt>
                <c:pt idx="17919">
                  <c:v>5.3</c:v>
                </c:pt>
                <c:pt idx="17920">
                  <c:v>4.5</c:v>
                </c:pt>
                <c:pt idx="17921">
                  <c:v>7.8</c:v>
                </c:pt>
                <c:pt idx="17922">
                  <c:v>8.6999999999999993</c:v>
                </c:pt>
                <c:pt idx="17923">
                  <c:v>4.2</c:v>
                </c:pt>
                <c:pt idx="17924">
                  <c:v>5.8</c:v>
                </c:pt>
                <c:pt idx="17925">
                  <c:v>9.1999999999999993</c:v>
                </c:pt>
                <c:pt idx="17926">
                  <c:v>6</c:v>
                </c:pt>
                <c:pt idx="17927">
                  <c:v>6.4</c:v>
                </c:pt>
                <c:pt idx="17928">
                  <c:v>5.8</c:v>
                </c:pt>
                <c:pt idx="17929">
                  <c:v>6.8</c:v>
                </c:pt>
                <c:pt idx="17930">
                  <c:v>9.5</c:v>
                </c:pt>
                <c:pt idx="17931">
                  <c:v>6.5</c:v>
                </c:pt>
                <c:pt idx="17932">
                  <c:v>9</c:v>
                </c:pt>
                <c:pt idx="17933">
                  <c:v>8.5</c:v>
                </c:pt>
                <c:pt idx="17934">
                  <c:v>9.1999999999999993</c:v>
                </c:pt>
                <c:pt idx="17935">
                  <c:v>5.2</c:v>
                </c:pt>
                <c:pt idx="17936">
                  <c:v>5.0999999999999996</c:v>
                </c:pt>
                <c:pt idx="17937">
                  <c:v>8.6999999999999993</c:v>
                </c:pt>
                <c:pt idx="17938">
                  <c:v>8.3000000000000007</c:v>
                </c:pt>
                <c:pt idx="17939">
                  <c:v>6.2</c:v>
                </c:pt>
                <c:pt idx="17940">
                  <c:v>7.5</c:v>
                </c:pt>
                <c:pt idx="17941">
                  <c:v>5.6</c:v>
                </c:pt>
                <c:pt idx="17942">
                  <c:v>4.9000000000000004</c:v>
                </c:pt>
                <c:pt idx="17943">
                  <c:v>6.3</c:v>
                </c:pt>
                <c:pt idx="17944">
                  <c:v>6.8</c:v>
                </c:pt>
                <c:pt idx="17945">
                  <c:v>5</c:v>
                </c:pt>
                <c:pt idx="17946">
                  <c:v>4.5</c:v>
                </c:pt>
                <c:pt idx="17947">
                  <c:v>5.7</c:v>
                </c:pt>
                <c:pt idx="17948">
                  <c:v>6.3</c:v>
                </c:pt>
                <c:pt idx="17949">
                  <c:v>6.9</c:v>
                </c:pt>
                <c:pt idx="17950">
                  <c:v>7.2</c:v>
                </c:pt>
                <c:pt idx="17951">
                  <c:v>8.6999999999999993</c:v>
                </c:pt>
                <c:pt idx="17952">
                  <c:v>8.9</c:v>
                </c:pt>
                <c:pt idx="17953">
                  <c:v>9.3000000000000007</c:v>
                </c:pt>
                <c:pt idx="17954">
                  <c:v>7.2</c:v>
                </c:pt>
                <c:pt idx="17955">
                  <c:v>7.8</c:v>
                </c:pt>
                <c:pt idx="17956">
                  <c:v>4.0999999999999996</c:v>
                </c:pt>
                <c:pt idx="17957">
                  <c:v>8</c:v>
                </c:pt>
                <c:pt idx="17958">
                  <c:v>4.0999999999999996</c:v>
                </c:pt>
                <c:pt idx="17959">
                  <c:v>5.5</c:v>
                </c:pt>
                <c:pt idx="17960">
                  <c:v>4</c:v>
                </c:pt>
                <c:pt idx="17961">
                  <c:v>7.7</c:v>
                </c:pt>
                <c:pt idx="17962">
                  <c:v>10</c:v>
                </c:pt>
                <c:pt idx="17963">
                  <c:v>8.6</c:v>
                </c:pt>
                <c:pt idx="17964">
                  <c:v>8.1999999999999993</c:v>
                </c:pt>
                <c:pt idx="17965">
                  <c:v>4</c:v>
                </c:pt>
                <c:pt idx="17966">
                  <c:v>7.9</c:v>
                </c:pt>
                <c:pt idx="17967">
                  <c:v>7.5</c:v>
                </c:pt>
                <c:pt idx="17968">
                  <c:v>6.4</c:v>
                </c:pt>
                <c:pt idx="17969">
                  <c:v>5.6</c:v>
                </c:pt>
                <c:pt idx="17970">
                  <c:v>4.2</c:v>
                </c:pt>
                <c:pt idx="17971">
                  <c:v>4.3</c:v>
                </c:pt>
                <c:pt idx="17972">
                  <c:v>4.2</c:v>
                </c:pt>
                <c:pt idx="17973">
                  <c:v>7</c:v>
                </c:pt>
                <c:pt idx="17974">
                  <c:v>8.6</c:v>
                </c:pt>
                <c:pt idx="17975">
                  <c:v>4.2</c:v>
                </c:pt>
                <c:pt idx="17976">
                  <c:v>6.4</c:v>
                </c:pt>
                <c:pt idx="17977">
                  <c:v>8.8000000000000007</c:v>
                </c:pt>
                <c:pt idx="17978">
                  <c:v>5.3</c:v>
                </c:pt>
                <c:pt idx="17979">
                  <c:v>5</c:v>
                </c:pt>
                <c:pt idx="17980">
                  <c:v>6.9</c:v>
                </c:pt>
                <c:pt idx="17981">
                  <c:v>8.4</c:v>
                </c:pt>
                <c:pt idx="17982">
                  <c:v>4.0999999999999996</c:v>
                </c:pt>
                <c:pt idx="17983">
                  <c:v>8.1</c:v>
                </c:pt>
                <c:pt idx="17984">
                  <c:v>9.5</c:v>
                </c:pt>
                <c:pt idx="17985">
                  <c:v>9.4</c:v>
                </c:pt>
                <c:pt idx="17986">
                  <c:v>8.5</c:v>
                </c:pt>
                <c:pt idx="17987">
                  <c:v>6.8</c:v>
                </c:pt>
                <c:pt idx="17988">
                  <c:v>6.8</c:v>
                </c:pt>
                <c:pt idx="17989">
                  <c:v>5.7</c:v>
                </c:pt>
                <c:pt idx="17990">
                  <c:v>6.1</c:v>
                </c:pt>
                <c:pt idx="17991">
                  <c:v>9.3000000000000007</c:v>
                </c:pt>
                <c:pt idx="17992">
                  <c:v>5.5</c:v>
                </c:pt>
                <c:pt idx="17993">
                  <c:v>4.2</c:v>
                </c:pt>
                <c:pt idx="17994">
                  <c:v>8.5</c:v>
                </c:pt>
                <c:pt idx="17995">
                  <c:v>5.6</c:v>
                </c:pt>
                <c:pt idx="17996">
                  <c:v>6.3</c:v>
                </c:pt>
                <c:pt idx="17997">
                  <c:v>4.5</c:v>
                </c:pt>
                <c:pt idx="17998">
                  <c:v>5.4</c:v>
                </c:pt>
                <c:pt idx="17999">
                  <c:v>8.1</c:v>
                </c:pt>
                <c:pt idx="18000">
                  <c:v>9.3000000000000007</c:v>
                </c:pt>
                <c:pt idx="18001">
                  <c:v>8.8000000000000007</c:v>
                </c:pt>
                <c:pt idx="18002">
                  <c:v>5</c:v>
                </c:pt>
                <c:pt idx="18003">
                  <c:v>6.2</c:v>
                </c:pt>
                <c:pt idx="18004">
                  <c:v>7.4</c:v>
                </c:pt>
                <c:pt idx="18005">
                  <c:v>8.1999999999999993</c:v>
                </c:pt>
                <c:pt idx="18006">
                  <c:v>5.8</c:v>
                </c:pt>
                <c:pt idx="18007">
                  <c:v>8.6999999999999993</c:v>
                </c:pt>
                <c:pt idx="18008">
                  <c:v>8.8000000000000007</c:v>
                </c:pt>
                <c:pt idx="18009">
                  <c:v>5.3</c:v>
                </c:pt>
                <c:pt idx="18010">
                  <c:v>5.3</c:v>
                </c:pt>
                <c:pt idx="18011">
                  <c:v>8</c:v>
                </c:pt>
                <c:pt idx="18012">
                  <c:v>9.1999999999999993</c:v>
                </c:pt>
                <c:pt idx="18013">
                  <c:v>5.9</c:v>
                </c:pt>
                <c:pt idx="18014">
                  <c:v>6.7</c:v>
                </c:pt>
                <c:pt idx="18015">
                  <c:v>4.5</c:v>
                </c:pt>
                <c:pt idx="18016">
                  <c:v>6.2</c:v>
                </c:pt>
                <c:pt idx="18017">
                  <c:v>9.6</c:v>
                </c:pt>
                <c:pt idx="18018">
                  <c:v>5.8</c:v>
                </c:pt>
                <c:pt idx="18019">
                  <c:v>9.1</c:v>
                </c:pt>
                <c:pt idx="18020">
                  <c:v>5.9</c:v>
                </c:pt>
                <c:pt idx="18021">
                  <c:v>8.1999999999999993</c:v>
                </c:pt>
                <c:pt idx="18022">
                  <c:v>9.6</c:v>
                </c:pt>
                <c:pt idx="18023">
                  <c:v>9</c:v>
                </c:pt>
                <c:pt idx="18024">
                  <c:v>9.4</c:v>
                </c:pt>
                <c:pt idx="18025">
                  <c:v>4.5</c:v>
                </c:pt>
                <c:pt idx="18026">
                  <c:v>7.3</c:v>
                </c:pt>
                <c:pt idx="18027">
                  <c:v>8.6999999999999993</c:v>
                </c:pt>
                <c:pt idx="18028">
                  <c:v>5.8</c:v>
                </c:pt>
                <c:pt idx="18029">
                  <c:v>9</c:v>
                </c:pt>
                <c:pt idx="18030">
                  <c:v>4.5999999999999996</c:v>
                </c:pt>
                <c:pt idx="18031">
                  <c:v>8.9</c:v>
                </c:pt>
                <c:pt idx="18032">
                  <c:v>4.8</c:v>
                </c:pt>
                <c:pt idx="18033">
                  <c:v>7.9</c:v>
                </c:pt>
                <c:pt idx="18034">
                  <c:v>9.6999999999999993</c:v>
                </c:pt>
                <c:pt idx="18035">
                  <c:v>7.7</c:v>
                </c:pt>
                <c:pt idx="18036">
                  <c:v>6.3</c:v>
                </c:pt>
                <c:pt idx="18037">
                  <c:v>8.6999999999999993</c:v>
                </c:pt>
                <c:pt idx="18038">
                  <c:v>9.9</c:v>
                </c:pt>
                <c:pt idx="18039">
                  <c:v>4</c:v>
                </c:pt>
                <c:pt idx="18040">
                  <c:v>9.5</c:v>
                </c:pt>
                <c:pt idx="18041">
                  <c:v>7.2</c:v>
                </c:pt>
                <c:pt idx="18042">
                  <c:v>9.1999999999999993</c:v>
                </c:pt>
                <c:pt idx="18043">
                  <c:v>8.6</c:v>
                </c:pt>
                <c:pt idx="18044">
                  <c:v>6.1</c:v>
                </c:pt>
                <c:pt idx="18045">
                  <c:v>7.7</c:v>
                </c:pt>
                <c:pt idx="18046">
                  <c:v>5.9</c:v>
                </c:pt>
                <c:pt idx="18047">
                  <c:v>7.8</c:v>
                </c:pt>
                <c:pt idx="18048">
                  <c:v>4.3</c:v>
                </c:pt>
                <c:pt idx="18049">
                  <c:v>7.9</c:v>
                </c:pt>
                <c:pt idx="18050">
                  <c:v>6.2</c:v>
                </c:pt>
                <c:pt idx="18051">
                  <c:v>4.7</c:v>
                </c:pt>
                <c:pt idx="18052">
                  <c:v>9.9</c:v>
                </c:pt>
                <c:pt idx="18053">
                  <c:v>5.0999999999999996</c:v>
                </c:pt>
                <c:pt idx="18054">
                  <c:v>5.5</c:v>
                </c:pt>
                <c:pt idx="18055">
                  <c:v>4.2</c:v>
                </c:pt>
                <c:pt idx="18056">
                  <c:v>7.9</c:v>
                </c:pt>
                <c:pt idx="18057">
                  <c:v>9.1</c:v>
                </c:pt>
                <c:pt idx="18058">
                  <c:v>7.4</c:v>
                </c:pt>
                <c:pt idx="18059">
                  <c:v>5.6</c:v>
                </c:pt>
                <c:pt idx="18060">
                  <c:v>6</c:v>
                </c:pt>
                <c:pt idx="18061">
                  <c:v>9.3000000000000007</c:v>
                </c:pt>
                <c:pt idx="18062">
                  <c:v>5.6</c:v>
                </c:pt>
                <c:pt idx="18063">
                  <c:v>7.7</c:v>
                </c:pt>
                <c:pt idx="18064">
                  <c:v>5.8</c:v>
                </c:pt>
                <c:pt idx="18065">
                  <c:v>4.5</c:v>
                </c:pt>
                <c:pt idx="18066">
                  <c:v>4.5</c:v>
                </c:pt>
                <c:pt idx="18067">
                  <c:v>6.9</c:v>
                </c:pt>
                <c:pt idx="18068">
                  <c:v>4.2</c:v>
                </c:pt>
                <c:pt idx="18069">
                  <c:v>8</c:v>
                </c:pt>
                <c:pt idx="18070">
                  <c:v>5.4</c:v>
                </c:pt>
                <c:pt idx="18071">
                  <c:v>8.1999999999999993</c:v>
                </c:pt>
                <c:pt idx="18072">
                  <c:v>8.6999999999999993</c:v>
                </c:pt>
                <c:pt idx="18073">
                  <c:v>7.7</c:v>
                </c:pt>
                <c:pt idx="18074">
                  <c:v>9.5</c:v>
                </c:pt>
                <c:pt idx="18075">
                  <c:v>8.1999999999999993</c:v>
                </c:pt>
                <c:pt idx="18076">
                  <c:v>9.4</c:v>
                </c:pt>
                <c:pt idx="18077">
                  <c:v>9.6</c:v>
                </c:pt>
                <c:pt idx="18078">
                  <c:v>8.3000000000000007</c:v>
                </c:pt>
                <c:pt idx="18079">
                  <c:v>8.1</c:v>
                </c:pt>
                <c:pt idx="18080">
                  <c:v>8.9</c:v>
                </c:pt>
                <c:pt idx="18081">
                  <c:v>7.9</c:v>
                </c:pt>
                <c:pt idx="18082">
                  <c:v>4.9000000000000004</c:v>
                </c:pt>
                <c:pt idx="18083">
                  <c:v>6.2</c:v>
                </c:pt>
                <c:pt idx="18084">
                  <c:v>8.3000000000000007</c:v>
                </c:pt>
                <c:pt idx="18085">
                  <c:v>6.3</c:v>
                </c:pt>
                <c:pt idx="18086">
                  <c:v>5.4</c:v>
                </c:pt>
                <c:pt idx="18087">
                  <c:v>4.4000000000000004</c:v>
                </c:pt>
                <c:pt idx="18088">
                  <c:v>8.1999999999999993</c:v>
                </c:pt>
                <c:pt idx="18089">
                  <c:v>6</c:v>
                </c:pt>
                <c:pt idx="18090">
                  <c:v>9.5</c:v>
                </c:pt>
                <c:pt idx="18091">
                  <c:v>8.3000000000000007</c:v>
                </c:pt>
                <c:pt idx="18092">
                  <c:v>7.7</c:v>
                </c:pt>
                <c:pt idx="18093">
                  <c:v>8.1999999999999993</c:v>
                </c:pt>
                <c:pt idx="18094">
                  <c:v>5.9</c:v>
                </c:pt>
                <c:pt idx="18095">
                  <c:v>9.5</c:v>
                </c:pt>
                <c:pt idx="18096">
                  <c:v>8.8000000000000007</c:v>
                </c:pt>
                <c:pt idx="18097">
                  <c:v>5.3</c:v>
                </c:pt>
                <c:pt idx="18098">
                  <c:v>4.0999999999999996</c:v>
                </c:pt>
                <c:pt idx="18099">
                  <c:v>7.7</c:v>
                </c:pt>
                <c:pt idx="18100">
                  <c:v>6.1</c:v>
                </c:pt>
                <c:pt idx="18101">
                  <c:v>9.6999999999999993</c:v>
                </c:pt>
                <c:pt idx="18102">
                  <c:v>8.8000000000000007</c:v>
                </c:pt>
                <c:pt idx="18103">
                  <c:v>9.5</c:v>
                </c:pt>
                <c:pt idx="18104">
                  <c:v>5.0999999999999996</c:v>
                </c:pt>
                <c:pt idx="18105">
                  <c:v>6.3</c:v>
                </c:pt>
                <c:pt idx="18106">
                  <c:v>7.2</c:v>
                </c:pt>
                <c:pt idx="18107">
                  <c:v>4.8</c:v>
                </c:pt>
                <c:pt idx="18108">
                  <c:v>5.8</c:v>
                </c:pt>
                <c:pt idx="18109">
                  <c:v>8.9</c:v>
                </c:pt>
                <c:pt idx="18110">
                  <c:v>9.8000000000000007</c:v>
                </c:pt>
                <c:pt idx="18111">
                  <c:v>6.7</c:v>
                </c:pt>
                <c:pt idx="18112">
                  <c:v>7.9</c:v>
                </c:pt>
                <c:pt idx="18113">
                  <c:v>6</c:v>
                </c:pt>
                <c:pt idx="18114">
                  <c:v>4.0999999999999996</c:v>
                </c:pt>
                <c:pt idx="18115">
                  <c:v>4.5</c:v>
                </c:pt>
                <c:pt idx="18116">
                  <c:v>6.7</c:v>
                </c:pt>
                <c:pt idx="18117">
                  <c:v>7.8</c:v>
                </c:pt>
                <c:pt idx="18118">
                  <c:v>9</c:v>
                </c:pt>
                <c:pt idx="18119">
                  <c:v>6.2</c:v>
                </c:pt>
                <c:pt idx="18120">
                  <c:v>9.1</c:v>
                </c:pt>
                <c:pt idx="18121">
                  <c:v>5</c:v>
                </c:pt>
                <c:pt idx="18122">
                  <c:v>7.7</c:v>
                </c:pt>
                <c:pt idx="18123">
                  <c:v>9.1999999999999993</c:v>
                </c:pt>
                <c:pt idx="18124">
                  <c:v>7.5</c:v>
                </c:pt>
                <c:pt idx="18125">
                  <c:v>4.7</c:v>
                </c:pt>
                <c:pt idx="18126">
                  <c:v>5.8</c:v>
                </c:pt>
                <c:pt idx="18127">
                  <c:v>6.8</c:v>
                </c:pt>
                <c:pt idx="18128">
                  <c:v>6.4</c:v>
                </c:pt>
                <c:pt idx="18129">
                  <c:v>9.1</c:v>
                </c:pt>
                <c:pt idx="18130">
                  <c:v>5.3</c:v>
                </c:pt>
                <c:pt idx="18131">
                  <c:v>8.1</c:v>
                </c:pt>
                <c:pt idx="18132">
                  <c:v>5.2</c:v>
                </c:pt>
                <c:pt idx="18133">
                  <c:v>5</c:v>
                </c:pt>
                <c:pt idx="18134">
                  <c:v>4.8</c:v>
                </c:pt>
                <c:pt idx="18135">
                  <c:v>6</c:v>
                </c:pt>
                <c:pt idx="18136">
                  <c:v>6.4</c:v>
                </c:pt>
                <c:pt idx="18137">
                  <c:v>4.7</c:v>
                </c:pt>
                <c:pt idx="18138">
                  <c:v>9.3000000000000007</c:v>
                </c:pt>
                <c:pt idx="18139">
                  <c:v>8.4</c:v>
                </c:pt>
                <c:pt idx="18140">
                  <c:v>8.9</c:v>
                </c:pt>
                <c:pt idx="18141">
                  <c:v>5.5</c:v>
                </c:pt>
                <c:pt idx="18142">
                  <c:v>7.4</c:v>
                </c:pt>
                <c:pt idx="18143">
                  <c:v>5.2</c:v>
                </c:pt>
                <c:pt idx="18144">
                  <c:v>4.9000000000000004</c:v>
                </c:pt>
                <c:pt idx="18145">
                  <c:v>7.5</c:v>
                </c:pt>
                <c:pt idx="18146">
                  <c:v>7.7</c:v>
                </c:pt>
                <c:pt idx="18147">
                  <c:v>9.1</c:v>
                </c:pt>
                <c:pt idx="18148">
                  <c:v>8</c:v>
                </c:pt>
                <c:pt idx="18149">
                  <c:v>8.4</c:v>
                </c:pt>
                <c:pt idx="18150">
                  <c:v>9.9</c:v>
                </c:pt>
                <c:pt idx="18151">
                  <c:v>6.5</c:v>
                </c:pt>
                <c:pt idx="18152">
                  <c:v>6.7</c:v>
                </c:pt>
                <c:pt idx="18153">
                  <c:v>4.8</c:v>
                </c:pt>
                <c:pt idx="18154">
                  <c:v>7.2</c:v>
                </c:pt>
                <c:pt idx="18155">
                  <c:v>8.1</c:v>
                </c:pt>
                <c:pt idx="18156">
                  <c:v>6.8</c:v>
                </c:pt>
                <c:pt idx="18157">
                  <c:v>8.6</c:v>
                </c:pt>
                <c:pt idx="18158">
                  <c:v>7.5</c:v>
                </c:pt>
                <c:pt idx="18159">
                  <c:v>8.4</c:v>
                </c:pt>
                <c:pt idx="18160">
                  <c:v>6.8</c:v>
                </c:pt>
                <c:pt idx="18161">
                  <c:v>9.4</c:v>
                </c:pt>
                <c:pt idx="18162">
                  <c:v>4.4000000000000004</c:v>
                </c:pt>
                <c:pt idx="18163">
                  <c:v>5.9</c:v>
                </c:pt>
                <c:pt idx="18164">
                  <c:v>4.5999999999999996</c:v>
                </c:pt>
                <c:pt idx="18165">
                  <c:v>9.9</c:v>
                </c:pt>
                <c:pt idx="18166">
                  <c:v>5.0999999999999996</c:v>
                </c:pt>
                <c:pt idx="18167">
                  <c:v>8.4</c:v>
                </c:pt>
                <c:pt idx="18168">
                  <c:v>5.0999999999999996</c:v>
                </c:pt>
                <c:pt idx="18169">
                  <c:v>9.6</c:v>
                </c:pt>
                <c:pt idx="18170">
                  <c:v>7.1</c:v>
                </c:pt>
                <c:pt idx="18171">
                  <c:v>4</c:v>
                </c:pt>
                <c:pt idx="18172">
                  <c:v>7.8</c:v>
                </c:pt>
                <c:pt idx="18173">
                  <c:v>8.9</c:v>
                </c:pt>
                <c:pt idx="18174">
                  <c:v>9.4</c:v>
                </c:pt>
                <c:pt idx="18175">
                  <c:v>4.3</c:v>
                </c:pt>
                <c:pt idx="18176">
                  <c:v>5.9</c:v>
                </c:pt>
                <c:pt idx="18177">
                  <c:v>4.8</c:v>
                </c:pt>
                <c:pt idx="18178">
                  <c:v>7.6</c:v>
                </c:pt>
                <c:pt idx="18179">
                  <c:v>5.5</c:v>
                </c:pt>
                <c:pt idx="18180">
                  <c:v>9.6</c:v>
                </c:pt>
                <c:pt idx="18181">
                  <c:v>8.4</c:v>
                </c:pt>
                <c:pt idx="18182">
                  <c:v>8.4</c:v>
                </c:pt>
                <c:pt idx="18183">
                  <c:v>4.4000000000000004</c:v>
                </c:pt>
                <c:pt idx="18184">
                  <c:v>6.4</c:v>
                </c:pt>
                <c:pt idx="18185">
                  <c:v>9.1</c:v>
                </c:pt>
                <c:pt idx="18186">
                  <c:v>8.4</c:v>
                </c:pt>
                <c:pt idx="18187">
                  <c:v>6</c:v>
                </c:pt>
                <c:pt idx="18188">
                  <c:v>9.3000000000000007</c:v>
                </c:pt>
                <c:pt idx="18189">
                  <c:v>7</c:v>
                </c:pt>
                <c:pt idx="18190">
                  <c:v>6.1</c:v>
                </c:pt>
                <c:pt idx="18191">
                  <c:v>7</c:v>
                </c:pt>
                <c:pt idx="18192">
                  <c:v>4.0999999999999996</c:v>
                </c:pt>
                <c:pt idx="18193">
                  <c:v>9.8000000000000007</c:v>
                </c:pt>
                <c:pt idx="18194">
                  <c:v>5.6</c:v>
                </c:pt>
                <c:pt idx="18195">
                  <c:v>7.3</c:v>
                </c:pt>
                <c:pt idx="18196">
                  <c:v>4.9000000000000004</c:v>
                </c:pt>
                <c:pt idx="18197">
                  <c:v>8.6999999999999993</c:v>
                </c:pt>
                <c:pt idx="18198">
                  <c:v>8.1999999999999993</c:v>
                </c:pt>
                <c:pt idx="18199">
                  <c:v>6.8</c:v>
                </c:pt>
                <c:pt idx="18200">
                  <c:v>7.2</c:v>
                </c:pt>
                <c:pt idx="18201">
                  <c:v>5.4</c:v>
                </c:pt>
                <c:pt idx="18202">
                  <c:v>7.4</c:v>
                </c:pt>
                <c:pt idx="18203">
                  <c:v>7</c:v>
                </c:pt>
                <c:pt idx="18204">
                  <c:v>8.5</c:v>
                </c:pt>
                <c:pt idx="18205">
                  <c:v>8.6999999999999993</c:v>
                </c:pt>
                <c:pt idx="18206">
                  <c:v>6.6</c:v>
                </c:pt>
                <c:pt idx="18207">
                  <c:v>4.5</c:v>
                </c:pt>
                <c:pt idx="18208">
                  <c:v>5.7</c:v>
                </c:pt>
                <c:pt idx="18209">
                  <c:v>6.3</c:v>
                </c:pt>
                <c:pt idx="18210">
                  <c:v>8.8000000000000007</c:v>
                </c:pt>
                <c:pt idx="18211">
                  <c:v>5.6</c:v>
                </c:pt>
                <c:pt idx="18212">
                  <c:v>5.6</c:v>
                </c:pt>
                <c:pt idx="18213">
                  <c:v>5.7</c:v>
                </c:pt>
                <c:pt idx="18214">
                  <c:v>9.3000000000000007</c:v>
                </c:pt>
                <c:pt idx="18215">
                  <c:v>8.4</c:v>
                </c:pt>
                <c:pt idx="18216">
                  <c:v>8.5</c:v>
                </c:pt>
                <c:pt idx="18217">
                  <c:v>7.1</c:v>
                </c:pt>
                <c:pt idx="18218">
                  <c:v>6.2</c:v>
                </c:pt>
                <c:pt idx="18219">
                  <c:v>6.5</c:v>
                </c:pt>
                <c:pt idx="18220">
                  <c:v>9</c:v>
                </c:pt>
                <c:pt idx="18221">
                  <c:v>4.5</c:v>
                </c:pt>
                <c:pt idx="18222">
                  <c:v>7.4</c:v>
                </c:pt>
                <c:pt idx="18223">
                  <c:v>5.8</c:v>
                </c:pt>
                <c:pt idx="18224">
                  <c:v>9.1</c:v>
                </c:pt>
                <c:pt idx="18225">
                  <c:v>7.5</c:v>
                </c:pt>
                <c:pt idx="18226">
                  <c:v>7</c:v>
                </c:pt>
                <c:pt idx="18227">
                  <c:v>9.5</c:v>
                </c:pt>
                <c:pt idx="18228">
                  <c:v>4.5</c:v>
                </c:pt>
                <c:pt idx="18229">
                  <c:v>9.1999999999999993</c:v>
                </c:pt>
                <c:pt idx="18230">
                  <c:v>9.3000000000000007</c:v>
                </c:pt>
                <c:pt idx="18231">
                  <c:v>9.9</c:v>
                </c:pt>
                <c:pt idx="18232">
                  <c:v>4.5999999999999996</c:v>
                </c:pt>
                <c:pt idx="18233">
                  <c:v>4.7</c:v>
                </c:pt>
                <c:pt idx="18234">
                  <c:v>8.5</c:v>
                </c:pt>
                <c:pt idx="18235">
                  <c:v>8.5</c:v>
                </c:pt>
                <c:pt idx="18236">
                  <c:v>9.6</c:v>
                </c:pt>
                <c:pt idx="18237">
                  <c:v>5.9</c:v>
                </c:pt>
                <c:pt idx="18238">
                  <c:v>4.5999999999999996</c:v>
                </c:pt>
                <c:pt idx="18239">
                  <c:v>9.1</c:v>
                </c:pt>
                <c:pt idx="18240">
                  <c:v>8.3000000000000007</c:v>
                </c:pt>
                <c:pt idx="18241">
                  <c:v>5</c:v>
                </c:pt>
                <c:pt idx="18242">
                  <c:v>6.5</c:v>
                </c:pt>
                <c:pt idx="18243">
                  <c:v>6.9</c:v>
                </c:pt>
                <c:pt idx="18244">
                  <c:v>6.7</c:v>
                </c:pt>
                <c:pt idx="18245">
                  <c:v>7.7</c:v>
                </c:pt>
                <c:pt idx="18246">
                  <c:v>6</c:v>
                </c:pt>
                <c:pt idx="18247">
                  <c:v>5.2</c:v>
                </c:pt>
                <c:pt idx="18248">
                  <c:v>4.9000000000000004</c:v>
                </c:pt>
                <c:pt idx="18249">
                  <c:v>9.3000000000000007</c:v>
                </c:pt>
                <c:pt idx="18250">
                  <c:v>8.4</c:v>
                </c:pt>
                <c:pt idx="18251">
                  <c:v>6.4</c:v>
                </c:pt>
                <c:pt idx="18252">
                  <c:v>10</c:v>
                </c:pt>
                <c:pt idx="18253">
                  <c:v>6.2</c:v>
                </c:pt>
                <c:pt idx="18254">
                  <c:v>9.1999999999999993</c:v>
                </c:pt>
                <c:pt idx="18255">
                  <c:v>6</c:v>
                </c:pt>
                <c:pt idx="18256">
                  <c:v>7.6</c:v>
                </c:pt>
                <c:pt idx="18257">
                  <c:v>6.1</c:v>
                </c:pt>
                <c:pt idx="18258">
                  <c:v>6.3</c:v>
                </c:pt>
                <c:pt idx="18259">
                  <c:v>4.2</c:v>
                </c:pt>
                <c:pt idx="18260">
                  <c:v>4.0999999999999996</c:v>
                </c:pt>
                <c:pt idx="18261">
                  <c:v>9.5</c:v>
                </c:pt>
                <c:pt idx="18262">
                  <c:v>7.6</c:v>
                </c:pt>
                <c:pt idx="18263">
                  <c:v>9.1999999999999993</c:v>
                </c:pt>
                <c:pt idx="18264">
                  <c:v>6.7</c:v>
                </c:pt>
                <c:pt idx="18265">
                  <c:v>6.3</c:v>
                </c:pt>
                <c:pt idx="18266">
                  <c:v>8.8000000000000007</c:v>
                </c:pt>
                <c:pt idx="18267">
                  <c:v>4.2</c:v>
                </c:pt>
                <c:pt idx="18268">
                  <c:v>7.7</c:v>
                </c:pt>
                <c:pt idx="18269">
                  <c:v>6.6</c:v>
                </c:pt>
                <c:pt idx="18270">
                  <c:v>8</c:v>
                </c:pt>
                <c:pt idx="18271">
                  <c:v>7.9</c:v>
                </c:pt>
                <c:pt idx="18272">
                  <c:v>6.7</c:v>
                </c:pt>
                <c:pt idx="18273">
                  <c:v>7.4</c:v>
                </c:pt>
                <c:pt idx="18274">
                  <c:v>6</c:v>
                </c:pt>
                <c:pt idx="18275">
                  <c:v>9.6</c:v>
                </c:pt>
                <c:pt idx="18276">
                  <c:v>8.3000000000000007</c:v>
                </c:pt>
                <c:pt idx="18277">
                  <c:v>9.8000000000000007</c:v>
                </c:pt>
                <c:pt idx="18278">
                  <c:v>5.4</c:v>
                </c:pt>
                <c:pt idx="18279">
                  <c:v>8.1999999999999993</c:v>
                </c:pt>
                <c:pt idx="18280">
                  <c:v>6.7</c:v>
                </c:pt>
                <c:pt idx="18281">
                  <c:v>7.4</c:v>
                </c:pt>
                <c:pt idx="18282">
                  <c:v>6.8</c:v>
                </c:pt>
                <c:pt idx="18283">
                  <c:v>5.7</c:v>
                </c:pt>
                <c:pt idx="18284">
                  <c:v>8</c:v>
                </c:pt>
                <c:pt idx="18285">
                  <c:v>4.3</c:v>
                </c:pt>
                <c:pt idx="18286">
                  <c:v>7.8</c:v>
                </c:pt>
                <c:pt idx="18287">
                  <c:v>9.8000000000000007</c:v>
                </c:pt>
                <c:pt idx="18288">
                  <c:v>4.5</c:v>
                </c:pt>
                <c:pt idx="18289">
                  <c:v>4.9000000000000004</c:v>
                </c:pt>
                <c:pt idx="18290">
                  <c:v>4.2</c:v>
                </c:pt>
                <c:pt idx="18291">
                  <c:v>5.4</c:v>
                </c:pt>
                <c:pt idx="18292">
                  <c:v>8.1</c:v>
                </c:pt>
                <c:pt idx="18293">
                  <c:v>9.5</c:v>
                </c:pt>
                <c:pt idx="18294">
                  <c:v>9.1999999999999993</c:v>
                </c:pt>
                <c:pt idx="18295">
                  <c:v>5.8</c:v>
                </c:pt>
                <c:pt idx="18296">
                  <c:v>7.8</c:v>
                </c:pt>
                <c:pt idx="18297">
                  <c:v>4.3</c:v>
                </c:pt>
                <c:pt idx="18298">
                  <c:v>6.4</c:v>
                </c:pt>
                <c:pt idx="18299">
                  <c:v>6.8</c:v>
                </c:pt>
                <c:pt idx="18300">
                  <c:v>5</c:v>
                </c:pt>
                <c:pt idx="18301">
                  <c:v>4.4000000000000004</c:v>
                </c:pt>
                <c:pt idx="18302">
                  <c:v>5.6</c:v>
                </c:pt>
                <c:pt idx="18303">
                  <c:v>9</c:v>
                </c:pt>
                <c:pt idx="18304">
                  <c:v>9.1999999999999993</c:v>
                </c:pt>
                <c:pt idx="18305">
                  <c:v>5.5</c:v>
                </c:pt>
                <c:pt idx="18306">
                  <c:v>7.8</c:v>
                </c:pt>
                <c:pt idx="18307">
                  <c:v>5.9</c:v>
                </c:pt>
                <c:pt idx="18308">
                  <c:v>4.9000000000000004</c:v>
                </c:pt>
                <c:pt idx="18309">
                  <c:v>4.5999999999999996</c:v>
                </c:pt>
                <c:pt idx="18310">
                  <c:v>6.2</c:v>
                </c:pt>
                <c:pt idx="18311">
                  <c:v>4.0999999999999996</c:v>
                </c:pt>
                <c:pt idx="18312">
                  <c:v>8.6</c:v>
                </c:pt>
                <c:pt idx="18313">
                  <c:v>7.2</c:v>
                </c:pt>
                <c:pt idx="18314">
                  <c:v>6</c:v>
                </c:pt>
                <c:pt idx="18315">
                  <c:v>6.7</c:v>
                </c:pt>
                <c:pt idx="18316">
                  <c:v>6.2</c:v>
                </c:pt>
                <c:pt idx="18317">
                  <c:v>9</c:v>
                </c:pt>
                <c:pt idx="18318">
                  <c:v>5.5</c:v>
                </c:pt>
                <c:pt idx="18319">
                  <c:v>9.8000000000000007</c:v>
                </c:pt>
                <c:pt idx="18320">
                  <c:v>5.0999999999999996</c:v>
                </c:pt>
                <c:pt idx="18321">
                  <c:v>8.8000000000000007</c:v>
                </c:pt>
                <c:pt idx="18322">
                  <c:v>5.4</c:v>
                </c:pt>
                <c:pt idx="18323">
                  <c:v>5.7</c:v>
                </c:pt>
                <c:pt idx="18324">
                  <c:v>8.9</c:v>
                </c:pt>
                <c:pt idx="18325">
                  <c:v>9.5</c:v>
                </c:pt>
                <c:pt idx="18326">
                  <c:v>5.3</c:v>
                </c:pt>
                <c:pt idx="18327">
                  <c:v>7.3</c:v>
                </c:pt>
                <c:pt idx="18328">
                  <c:v>9.6</c:v>
                </c:pt>
                <c:pt idx="18329">
                  <c:v>6.6</c:v>
                </c:pt>
                <c:pt idx="18330">
                  <c:v>6.1</c:v>
                </c:pt>
                <c:pt idx="18331">
                  <c:v>6.5</c:v>
                </c:pt>
                <c:pt idx="18332">
                  <c:v>7.7</c:v>
                </c:pt>
                <c:pt idx="18333">
                  <c:v>9.1</c:v>
                </c:pt>
                <c:pt idx="18334">
                  <c:v>9.3000000000000007</c:v>
                </c:pt>
                <c:pt idx="18335">
                  <c:v>5.8</c:v>
                </c:pt>
                <c:pt idx="18336">
                  <c:v>9.8000000000000007</c:v>
                </c:pt>
                <c:pt idx="18337">
                  <c:v>6.6</c:v>
                </c:pt>
                <c:pt idx="18338">
                  <c:v>4.2</c:v>
                </c:pt>
                <c:pt idx="18339">
                  <c:v>8.9</c:v>
                </c:pt>
                <c:pt idx="18340">
                  <c:v>4.9000000000000004</c:v>
                </c:pt>
                <c:pt idx="18341">
                  <c:v>4.7</c:v>
                </c:pt>
                <c:pt idx="18342">
                  <c:v>5.5</c:v>
                </c:pt>
                <c:pt idx="18343">
                  <c:v>9.5</c:v>
                </c:pt>
                <c:pt idx="18344">
                  <c:v>9.3000000000000007</c:v>
                </c:pt>
                <c:pt idx="18345">
                  <c:v>9</c:v>
                </c:pt>
                <c:pt idx="18346">
                  <c:v>5.8</c:v>
                </c:pt>
                <c:pt idx="18347">
                  <c:v>8.5</c:v>
                </c:pt>
                <c:pt idx="18348">
                  <c:v>8.8000000000000007</c:v>
                </c:pt>
                <c:pt idx="18349">
                  <c:v>5.8</c:v>
                </c:pt>
                <c:pt idx="18350">
                  <c:v>6</c:v>
                </c:pt>
                <c:pt idx="18351">
                  <c:v>4.3</c:v>
                </c:pt>
                <c:pt idx="18352">
                  <c:v>6.6</c:v>
                </c:pt>
                <c:pt idx="18353">
                  <c:v>6.9</c:v>
                </c:pt>
                <c:pt idx="18354">
                  <c:v>4.5999999999999996</c:v>
                </c:pt>
                <c:pt idx="18355">
                  <c:v>9</c:v>
                </c:pt>
                <c:pt idx="18356">
                  <c:v>9.1999999999999993</c:v>
                </c:pt>
                <c:pt idx="18357">
                  <c:v>8.6999999999999993</c:v>
                </c:pt>
                <c:pt idx="18358">
                  <c:v>4.5999999999999996</c:v>
                </c:pt>
                <c:pt idx="18359">
                  <c:v>9.6</c:v>
                </c:pt>
                <c:pt idx="18360">
                  <c:v>7.9</c:v>
                </c:pt>
                <c:pt idx="18361">
                  <c:v>4.5</c:v>
                </c:pt>
                <c:pt idx="18362">
                  <c:v>6.4</c:v>
                </c:pt>
                <c:pt idx="18363">
                  <c:v>5.8</c:v>
                </c:pt>
                <c:pt idx="18364">
                  <c:v>5.8</c:v>
                </c:pt>
                <c:pt idx="18365">
                  <c:v>7.3</c:v>
                </c:pt>
                <c:pt idx="18366">
                  <c:v>6.6</c:v>
                </c:pt>
                <c:pt idx="18367">
                  <c:v>6.2</c:v>
                </c:pt>
                <c:pt idx="18368">
                  <c:v>5.2</c:v>
                </c:pt>
                <c:pt idx="18369">
                  <c:v>5.4</c:v>
                </c:pt>
                <c:pt idx="18370">
                  <c:v>5.5</c:v>
                </c:pt>
                <c:pt idx="18371">
                  <c:v>8.5</c:v>
                </c:pt>
                <c:pt idx="18372">
                  <c:v>4.9000000000000004</c:v>
                </c:pt>
                <c:pt idx="18373">
                  <c:v>6.6</c:v>
                </c:pt>
                <c:pt idx="18374">
                  <c:v>7.3</c:v>
                </c:pt>
                <c:pt idx="18375">
                  <c:v>9.3000000000000007</c:v>
                </c:pt>
                <c:pt idx="18376">
                  <c:v>5.3</c:v>
                </c:pt>
                <c:pt idx="18377">
                  <c:v>9.9</c:v>
                </c:pt>
                <c:pt idx="18378">
                  <c:v>5.0999999999999996</c:v>
                </c:pt>
                <c:pt idx="18379">
                  <c:v>6.4</c:v>
                </c:pt>
                <c:pt idx="18380">
                  <c:v>9.1999999999999993</c:v>
                </c:pt>
                <c:pt idx="18381">
                  <c:v>9.4</c:v>
                </c:pt>
                <c:pt idx="18382">
                  <c:v>8</c:v>
                </c:pt>
                <c:pt idx="18383">
                  <c:v>9</c:v>
                </c:pt>
                <c:pt idx="18384">
                  <c:v>6.4</c:v>
                </c:pt>
                <c:pt idx="18385">
                  <c:v>9.3000000000000007</c:v>
                </c:pt>
                <c:pt idx="18386">
                  <c:v>4.2</c:v>
                </c:pt>
                <c:pt idx="18387">
                  <c:v>4.7</c:v>
                </c:pt>
                <c:pt idx="18388">
                  <c:v>6.7</c:v>
                </c:pt>
                <c:pt idx="18389">
                  <c:v>8</c:v>
                </c:pt>
                <c:pt idx="18390">
                  <c:v>6.2</c:v>
                </c:pt>
                <c:pt idx="18391">
                  <c:v>5</c:v>
                </c:pt>
                <c:pt idx="18392">
                  <c:v>8.6999999999999993</c:v>
                </c:pt>
                <c:pt idx="18393">
                  <c:v>7.8</c:v>
                </c:pt>
                <c:pt idx="18394">
                  <c:v>8</c:v>
                </c:pt>
                <c:pt idx="18395">
                  <c:v>9.6999999999999993</c:v>
                </c:pt>
                <c:pt idx="18396">
                  <c:v>9.5</c:v>
                </c:pt>
                <c:pt idx="18397">
                  <c:v>5</c:v>
                </c:pt>
                <c:pt idx="18398">
                  <c:v>5.9</c:v>
                </c:pt>
                <c:pt idx="18399">
                  <c:v>9.1</c:v>
                </c:pt>
                <c:pt idx="18400">
                  <c:v>8.1999999999999993</c:v>
                </c:pt>
                <c:pt idx="18401">
                  <c:v>8.6999999999999993</c:v>
                </c:pt>
                <c:pt idx="18402">
                  <c:v>6.5</c:v>
                </c:pt>
                <c:pt idx="18403">
                  <c:v>4.5</c:v>
                </c:pt>
                <c:pt idx="18404">
                  <c:v>5.9</c:v>
                </c:pt>
                <c:pt idx="18405">
                  <c:v>9.8000000000000007</c:v>
                </c:pt>
                <c:pt idx="18406">
                  <c:v>9.6999999999999993</c:v>
                </c:pt>
                <c:pt idx="18407">
                  <c:v>9.8000000000000007</c:v>
                </c:pt>
                <c:pt idx="18408">
                  <c:v>6.2</c:v>
                </c:pt>
                <c:pt idx="18409">
                  <c:v>8.4</c:v>
                </c:pt>
                <c:pt idx="18410">
                  <c:v>4.9000000000000004</c:v>
                </c:pt>
                <c:pt idx="18411">
                  <c:v>7.3</c:v>
                </c:pt>
                <c:pt idx="18412">
                  <c:v>5.8</c:v>
                </c:pt>
                <c:pt idx="18413">
                  <c:v>6.4</c:v>
                </c:pt>
                <c:pt idx="18414">
                  <c:v>6.4</c:v>
                </c:pt>
                <c:pt idx="18415">
                  <c:v>7.4</c:v>
                </c:pt>
                <c:pt idx="18416">
                  <c:v>4.7</c:v>
                </c:pt>
                <c:pt idx="18417">
                  <c:v>8</c:v>
                </c:pt>
                <c:pt idx="18418">
                  <c:v>6.4</c:v>
                </c:pt>
                <c:pt idx="18419">
                  <c:v>9.3000000000000007</c:v>
                </c:pt>
                <c:pt idx="18420">
                  <c:v>6.9</c:v>
                </c:pt>
                <c:pt idx="18421">
                  <c:v>4.4000000000000004</c:v>
                </c:pt>
                <c:pt idx="18422">
                  <c:v>7.2</c:v>
                </c:pt>
                <c:pt idx="18423">
                  <c:v>5.8</c:v>
                </c:pt>
                <c:pt idx="18424">
                  <c:v>5.9</c:v>
                </c:pt>
                <c:pt idx="18425">
                  <c:v>4.8</c:v>
                </c:pt>
                <c:pt idx="18426">
                  <c:v>5.6</c:v>
                </c:pt>
                <c:pt idx="18427">
                  <c:v>5.4</c:v>
                </c:pt>
                <c:pt idx="18428">
                  <c:v>8.1</c:v>
                </c:pt>
                <c:pt idx="18429">
                  <c:v>9.5</c:v>
                </c:pt>
                <c:pt idx="18430">
                  <c:v>8.1999999999999993</c:v>
                </c:pt>
                <c:pt idx="18431">
                  <c:v>7.5</c:v>
                </c:pt>
                <c:pt idx="18432">
                  <c:v>8.5</c:v>
                </c:pt>
                <c:pt idx="18433">
                  <c:v>9.5</c:v>
                </c:pt>
                <c:pt idx="18434">
                  <c:v>4.3</c:v>
                </c:pt>
                <c:pt idx="18435">
                  <c:v>9.1</c:v>
                </c:pt>
                <c:pt idx="18436">
                  <c:v>6.5</c:v>
                </c:pt>
                <c:pt idx="18437">
                  <c:v>5.0999999999999996</c:v>
                </c:pt>
                <c:pt idx="18438">
                  <c:v>8.1999999999999993</c:v>
                </c:pt>
                <c:pt idx="18439">
                  <c:v>10</c:v>
                </c:pt>
                <c:pt idx="18440">
                  <c:v>4.5999999999999996</c:v>
                </c:pt>
                <c:pt idx="18441">
                  <c:v>8.5</c:v>
                </c:pt>
                <c:pt idx="18442">
                  <c:v>5.4</c:v>
                </c:pt>
                <c:pt idx="18443">
                  <c:v>4.2</c:v>
                </c:pt>
                <c:pt idx="18444">
                  <c:v>6.8</c:v>
                </c:pt>
                <c:pt idx="18445">
                  <c:v>7.3</c:v>
                </c:pt>
                <c:pt idx="18446">
                  <c:v>7.5</c:v>
                </c:pt>
                <c:pt idx="18447">
                  <c:v>8</c:v>
                </c:pt>
                <c:pt idx="18448">
                  <c:v>7.4</c:v>
                </c:pt>
                <c:pt idx="18449">
                  <c:v>6.3</c:v>
                </c:pt>
                <c:pt idx="18450">
                  <c:v>7.5</c:v>
                </c:pt>
                <c:pt idx="18451">
                  <c:v>4.7</c:v>
                </c:pt>
                <c:pt idx="18452">
                  <c:v>7.8</c:v>
                </c:pt>
                <c:pt idx="18453">
                  <c:v>5.9</c:v>
                </c:pt>
                <c:pt idx="18454">
                  <c:v>5.9</c:v>
                </c:pt>
                <c:pt idx="18455">
                  <c:v>6.4</c:v>
                </c:pt>
                <c:pt idx="18456">
                  <c:v>9.6</c:v>
                </c:pt>
                <c:pt idx="18457">
                  <c:v>9.3000000000000007</c:v>
                </c:pt>
                <c:pt idx="18458">
                  <c:v>8</c:v>
                </c:pt>
                <c:pt idx="18459">
                  <c:v>8</c:v>
                </c:pt>
                <c:pt idx="18460">
                  <c:v>9.9</c:v>
                </c:pt>
                <c:pt idx="18461">
                  <c:v>5.2</c:v>
                </c:pt>
                <c:pt idx="18462">
                  <c:v>8.3000000000000007</c:v>
                </c:pt>
                <c:pt idx="18463">
                  <c:v>7.2</c:v>
                </c:pt>
                <c:pt idx="18464">
                  <c:v>8.4</c:v>
                </c:pt>
                <c:pt idx="18465">
                  <c:v>8.3000000000000007</c:v>
                </c:pt>
                <c:pt idx="18466">
                  <c:v>7.5</c:v>
                </c:pt>
                <c:pt idx="18467">
                  <c:v>6.2</c:v>
                </c:pt>
                <c:pt idx="18468">
                  <c:v>7.6</c:v>
                </c:pt>
                <c:pt idx="18469">
                  <c:v>7.8</c:v>
                </c:pt>
                <c:pt idx="18470">
                  <c:v>4.7</c:v>
                </c:pt>
                <c:pt idx="18471">
                  <c:v>6</c:v>
                </c:pt>
                <c:pt idx="18472">
                  <c:v>5.8</c:v>
                </c:pt>
                <c:pt idx="18473">
                  <c:v>4.3</c:v>
                </c:pt>
                <c:pt idx="18474">
                  <c:v>5.6</c:v>
                </c:pt>
                <c:pt idx="18475">
                  <c:v>9.6</c:v>
                </c:pt>
                <c:pt idx="18476">
                  <c:v>6.2</c:v>
                </c:pt>
                <c:pt idx="18477">
                  <c:v>9.9</c:v>
                </c:pt>
                <c:pt idx="18478">
                  <c:v>6</c:v>
                </c:pt>
                <c:pt idx="18479">
                  <c:v>7.3</c:v>
                </c:pt>
                <c:pt idx="18480">
                  <c:v>8.3000000000000007</c:v>
                </c:pt>
                <c:pt idx="18481">
                  <c:v>9</c:v>
                </c:pt>
                <c:pt idx="18482">
                  <c:v>7.4</c:v>
                </c:pt>
                <c:pt idx="18483">
                  <c:v>4.5</c:v>
                </c:pt>
                <c:pt idx="18484">
                  <c:v>7.5</c:v>
                </c:pt>
                <c:pt idx="18485">
                  <c:v>6.8</c:v>
                </c:pt>
                <c:pt idx="18486">
                  <c:v>9.4</c:v>
                </c:pt>
                <c:pt idx="18487">
                  <c:v>7.4</c:v>
                </c:pt>
                <c:pt idx="18488">
                  <c:v>4.4000000000000004</c:v>
                </c:pt>
                <c:pt idx="18489">
                  <c:v>6.1</c:v>
                </c:pt>
                <c:pt idx="18490">
                  <c:v>7.3</c:v>
                </c:pt>
                <c:pt idx="18491">
                  <c:v>5.7</c:v>
                </c:pt>
                <c:pt idx="18492">
                  <c:v>4.5</c:v>
                </c:pt>
                <c:pt idx="18493">
                  <c:v>4.8</c:v>
                </c:pt>
                <c:pt idx="18494">
                  <c:v>4.9000000000000004</c:v>
                </c:pt>
                <c:pt idx="18495">
                  <c:v>5.5</c:v>
                </c:pt>
                <c:pt idx="18496">
                  <c:v>4.5</c:v>
                </c:pt>
                <c:pt idx="18497">
                  <c:v>7.7</c:v>
                </c:pt>
                <c:pt idx="18498">
                  <c:v>5.9</c:v>
                </c:pt>
                <c:pt idx="18499">
                  <c:v>6.6</c:v>
                </c:pt>
                <c:pt idx="18500">
                  <c:v>5.2</c:v>
                </c:pt>
                <c:pt idx="18501">
                  <c:v>7.9</c:v>
                </c:pt>
                <c:pt idx="18502">
                  <c:v>4.8</c:v>
                </c:pt>
                <c:pt idx="18503">
                  <c:v>7.2</c:v>
                </c:pt>
                <c:pt idx="18504">
                  <c:v>5</c:v>
                </c:pt>
                <c:pt idx="18505">
                  <c:v>5.3</c:v>
                </c:pt>
                <c:pt idx="18506">
                  <c:v>5.2</c:v>
                </c:pt>
                <c:pt idx="18507">
                  <c:v>7.4</c:v>
                </c:pt>
                <c:pt idx="18508">
                  <c:v>4</c:v>
                </c:pt>
                <c:pt idx="18509">
                  <c:v>9.3000000000000007</c:v>
                </c:pt>
                <c:pt idx="18510">
                  <c:v>5.2</c:v>
                </c:pt>
                <c:pt idx="18511">
                  <c:v>9.1999999999999993</c:v>
                </c:pt>
                <c:pt idx="18512">
                  <c:v>6.5</c:v>
                </c:pt>
                <c:pt idx="18513">
                  <c:v>5</c:v>
                </c:pt>
                <c:pt idx="18514">
                  <c:v>6.3</c:v>
                </c:pt>
                <c:pt idx="18515">
                  <c:v>5.6</c:v>
                </c:pt>
                <c:pt idx="18516">
                  <c:v>6.3</c:v>
                </c:pt>
                <c:pt idx="18517">
                  <c:v>9.1999999999999993</c:v>
                </c:pt>
                <c:pt idx="18518">
                  <c:v>6.8</c:v>
                </c:pt>
                <c:pt idx="18519">
                  <c:v>8.6999999999999993</c:v>
                </c:pt>
                <c:pt idx="18520">
                  <c:v>7.6</c:v>
                </c:pt>
                <c:pt idx="18521">
                  <c:v>4.7</c:v>
                </c:pt>
                <c:pt idx="18522">
                  <c:v>7.4</c:v>
                </c:pt>
                <c:pt idx="18523">
                  <c:v>8.9</c:v>
                </c:pt>
                <c:pt idx="18524">
                  <c:v>6.2</c:v>
                </c:pt>
                <c:pt idx="18525">
                  <c:v>9.9</c:v>
                </c:pt>
                <c:pt idx="18526">
                  <c:v>9.3000000000000007</c:v>
                </c:pt>
                <c:pt idx="18527">
                  <c:v>8.6999999999999993</c:v>
                </c:pt>
                <c:pt idx="18528">
                  <c:v>4.3</c:v>
                </c:pt>
                <c:pt idx="18529">
                  <c:v>6.6</c:v>
                </c:pt>
                <c:pt idx="18530">
                  <c:v>7.9</c:v>
                </c:pt>
                <c:pt idx="18531">
                  <c:v>4</c:v>
                </c:pt>
                <c:pt idx="18532">
                  <c:v>9</c:v>
                </c:pt>
                <c:pt idx="18533">
                  <c:v>5.0999999999999996</c:v>
                </c:pt>
                <c:pt idx="18534">
                  <c:v>5.0999999999999996</c:v>
                </c:pt>
                <c:pt idx="18535">
                  <c:v>8.4</c:v>
                </c:pt>
                <c:pt idx="18536">
                  <c:v>5.9</c:v>
                </c:pt>
                <c:pt idx="18537">
                  <c:v>6.9</c:v>
                </c:pt>
                <c:pt idx="18538">
                  <c:v>9.3000000000000007</c:v>
                </c:pt>
                <c:pt idx="18539">
                  <c:v>8.5</c:v>
                </c:pt>
                <c:pt idx="18540">
                  <c:v>8.6</c:v>
                </c:pt>
                <c:pt idx="18541">
                  <c:v>9.1999999999999993</c:v>
                </c:pt>
                <c:pt idx="18542">
                  <c:v>7.5</c:v>
                </c:pt>
                <c:pt idx="18543">
                  <c:v>9.9</c:v>
                </c:pt>
                <c:pt idx="18544">
                  <c:v>5.4</c:v>
                </c:pt>
                <c:pt idx="18545">
                  <c:v>5.7</c:v>
                </c:pt>
                <c:pt idx="18546">
                  <c:v>7.3</c:v>
                </c:pt>
                <c:pt idx="18547">
                  <c:v>7.5</c:v>
                </c:pt>
                <c:pt idx="18548">
                  <c:v>7.2</c:v>
                </c:pt>
                <c:pt idx="18549">
                  <c:v>5.3</c:v>
                </c:pt>
                <c:pt idx="18550">
                  <c:v>4.4000000000000004</c:v>
                </c:pt>
                <c:pt idx="18551">
                  <c:v>6</c:v>
                </c:pt>
                <c:pt idx="18552">
                  <c:v>7.4</c:v>
                </c:pt>
                <c:pt idx="18553">
                  <c:v>4</c:v>
                </c:pt>
                <c:pt idx="18554">
                  <c:v>4.2</c:v>
                </c:pt>
                <c:pt idx="18555">
                  <c:v>9</c:v>
                </c:pt>
                <c:pt idx="18556">
                  <c:v>6.1</c:v>
                </c:pt>
                <c:pt idx="18557">
                  <c:v>5.6</c:v>
                </c:pt>
                <c:pt idx="18558">
                  <c:v>7.2</c:v>
                </c:pt>
                <c:pt idx="18559">
                  <c:v>7.5</c:v>
                </c:pt>
                <c:pt idx="18560">
                  <c:v>6.8</c:v>
                </c:pt>
                <c:pt idx="18561">
                  <c:v>6.4</c:v>
                </c:pt>
                <c:pt idx="18562">
                  <c:v>7.1</c:v>
                </c:pt>
                <c:pt idx="18563">
                  <c:v>5.4</c:v>
                </c:pt>
                <c:pt idx="18564">
                  <c:v>6.7</c:v>
                </c:pt>
                <c:pt idx="18565">
                  <c:v>7.5</c:v>
                </c:pt>
                <c:pt idx="18566">
                  <c:v>9.1</c:v>
                </c:pt>
                <c:pt idx="18567">
                  <c:v>9.4</c:v>
                </c:pt>
                <c:pt idx="18568">
                  <c:v>4.3</c:v>
                </c:pt>
                <c:pt idx="18569">
                  <c:v>5.7</c:v>
                </c:pt>
                <c:pt idx="18570">
                  <c:v>8.6</c:v>
                </c:pt>
                <c:pt idx="18571">
                  <c:v>8.9</c:v>
                </c:pt>
                <c:pt idx="18572">
                  <c:v>7.5</c:v>
                </c:pt>
                <c:pt idx="18573">
                  <c:v>6.3</c:v>
                </c:pt>
                <c:pt idx="18574">
                  <c:v>6.3</c:v>
                </c:pt>
                <c:pt idx="18575">
                  <c:v>4.4000000000000004</c:v>
                </c:pt>
                <c:pt idx="18576">
                  <c:v>5.4</c:v>
                </c:pt>
                <c:pt idx="18577">
                  <c:v>8.5</c:v>
                </c:pt>
                <c:pt idx="18578">
                  <c:v>5.5</c:v>
                </c:pt>
                <c:pt idx="18579">
                  <c:v>4.9000000000000004</c:v>
                </c:pt>
                <c:pt idx="18580">
                  <c:v>5</c:v>
                </c:pt>
                <c:pt idx="18581">
                  <c:v>9.3000000000000007</c:v>
                </c:pt>
                <c:pt idx="18582">
                  <c:v>7.1</c:v>
                </c:pt>
                <c:pt idx="18583">
                  <c:v>8.9</c:v>
                </c:pt>
                <c:pt idx="18584">
                  <c:v>9.8000000000000007</c:v>
                </c:pt>
                <c:pt idx="18585">
                  <c:v>5.9</c:v>
                </c:pt>
                <c:pt idx="18586">
                  <c:v>9.6999999999999993</c:v>
                </c:pt>
                <c:pt idx="18587">
                  <c:v>9.1</c:v>
                </c:pt>
                <c:pt idx="18588">
                  <c:v>4.5</c:v>
                </c:pt>
                <c:pt idx="18589">
                  <c:v>4.5</c:v>
                </c:pt>
                <c:pt idx="18590">
                  <c:v>5.6</c:v>
                </c:pt>
                <c:pt idx="18591">
                  <c:v>6.3</c:v>
                </c:pt>
                <c:pt idx="18592">
                  <c:v>5.9</c:v>
                </c:pt>
                <c:pt idx="18593">
                  <c:v>7.8</c:v>
                </c:pt>
                <c:pt idx="18594">
                  <c:v>8.3000000000000007</c:v>
                </c:pt>
                <c:pt idx="18595">
                  <c:v>6.8</c:v>
                </c:pt>
                <c:pt idx="18596">
                  <c:v>7.1</c:v>
                </c:pt>
                <c:pt idx="18597">
                  <c:v>9.8000000000000007</c:v>
                </c:pt>
                <c:pt idx="18598">
                  <c:v>6.8</c:v>
                </c:pt>
                <c:pt idx="18599">
                  <c:v>8</c:v>
                </c:pt>
                <c:pt idx="18600">
                  <c:v>4.8</c:v>
                </c:pt>
                <c:pt idx="18601">
                  <c:v>4.5999999999999996</c:v>
                </c:pt>
                <c:pt idx="18602">
                  <c:v>5.5</c:v>
                </c:pt>
                <c:pt idx="18603">
                  <c:v>5.4</c:v>
                </c:pt>
                <c:pt idx="18604">
                  <c:v>6.5</c:v>
                </c:pt>
                <c:pt idx="18605">
                  <c:v>5.7</c:v>
                </c:pt>
                <c:pt idx="18606">
                  <c:v>6.4</c:v>
                </c:pt>
                <c:pt idx="18607">
                  <c:v>9.1</c:v>
                </c:pt>
                <c:pt idx="18608">
                  <c:v>4.7</c:v>
                </c:pt>
                <c:pt idx="18609">
                  <c:v>7.5</c:v>
                </c:pt>
                <c:pt idx="18610">
                  <c:v>5.3</c:v>
                </c:pt>
                <c:pt idx="18611">
                  <c:v>5.9</c:v>
                </c:pt>
                <c:pt idx="18612">
                  <c:v>4.5999999999999996</c:v>
                </c:pt>
                <c:pt idx="18613">
                  <c:v>6.2</c:v>
                </c:pt>
                <c:pt idx="18614">
                  <c:v>8.8000000000000007</c:v>
                </c:pt>
                <c:pt idx="18615">
                  <c:v>8.3000000000000007</c:v>
                </c:pt>
                <c:pt idx="18616">
                  <c:v>4.8</c:v>
                </c:pt>
                <c:pt idx="18617">
                  <c:v>7.4</c:v>
                </c:pt>
                <c:pt idx="18618">
                  <c:v>7.8</c:v>
                </c:pt>
                <c:pt idx="18619">
                  <c:v>6.6</c:v>
                </c:pt>
                <c:pt idx="18620">
                  <c:v>5.9</c:v>
                </c:pt>
                <c:pt idx="18621">
                  <c:v>5</c:v>
                </c:pt>
                <c:pt idx="18622">
                  <c:v>8.6</c:v>
                </c:pt>
                <c:pt idx="18623">
                  <c:v>6.7</c:v>
                </c:pt>
                <c:pt idx="18624">
                  <c:v>4</c:v>
                </c:pt>
                <c:pt idx="18625">
                  <c:v>6.9</c:v>
                </c:pt>
                <c:pt idx="18626">
                  <c:v>8</c:v>
                </c:pt>
                <c:pt idx="18627">
                  <c:v>6.1</c:v>
                </c:pt>
                <c:pt idx="18628">
                  <c:v>4.7</c:v>
                </c:pt>
                <c:pt idx="18629">
                  <c:v>4.3</c:v>
                </c:pt>
                <c:pt idx="18630">
                  <c:v>6.7</c:v>
                </c:pt>
                <c:pt idx="18631">
                  <c:v>5</c:v>
                </c:pt>
                <c:pt idx="18632">
                  <c:v>8.1999999999999993</c:v>
                </c:pt>
                <c:pt idx="18633">
                  <c:v>6.8</c:v>
                </c:pt>
                <c:pt idx="18634">
                  <c:v>5.0999999999999996</c:v>
                </c:pt>
                <c:pt idx="18635">
                  <c:v>5.7</c:v>
                </c:pt>
                <c:pt idx="18636">
                  <c:v>4.0999999999999996</c:v>
                </c:pt>
                <c:pt idx="18637">
                  <c:v>8.4</c:v>
                </c:pt>
                <c:pt idx="18638">
                  <c:v>6.8</c:v>
                </c:pt>
                <c:pt idx="18639">
                  <c:v>9.6999999999999993</c:v>
                </c:pt>
                <c:pt idx="18640">
                  <c:v>7.2</c:v>
                </c:pt>
                <c:pt idx="18641">
                  <c:v>6.3</c:v>
                </c:pt>
                <c:pt idx="18642">
                  <c:v>4.7</c:v>
                </c:pt>
                <c:pt idx="18643">
                  <c:v>5.8</c:v>
                </c:pt>
                <c:pt idx="18644">
                  <c:v>8.8000000000000007</c:v>
                </c:pt>
                <c:pt idx="18645">
                  <c:v>4.7</c:v>
                </c:pt>
                <c:pt idx="18646">
                  <c:v>6.2</c:v>
                </c:pt>
                <c:pt idx="18647">
                  <c:v>9.8000000000000007</c:v>
                </c:pt>
                <c:pt idx="18648">
                  <c:v>7.9</c:v>
                </c:pt>
                <c:pt idx="18649">
                  <c:v>5.7</c:v>
                </c:pt>
                <c:pt idx="18650">
                  <c:v>9.1999999999999993</c:v>
                </c:pt>
                <c:pt idx="18651">
                  <c:v>4.9000000000000004</c:v>
                </c:pt>
                <c:pt idx="18652">
                  <c:v>4.5999999999999996</c:v>
                </c:pt>
                <c:pt idx="18653">
                  <c:v>4.5</c:v>
                </c:pt>
                <c:pt idx="18654">
                  <c:v>7.7</c:v>
                </c:pt>
                <c:pt idx="18655">
                  <c:v>5.9</c:v>
                </c:pt>
                <c:pt idx="18656">
                  <c:v>8.1</c:v>
                </c:pt>
                <c:pt idx="18657">
                  <c:v>9.9</c:v>
                </c:pt>
                <c:pt idx="18658">
                  <c:v>5.7</c:v>
                </c:pt>
                <c:pt idx="18659">
                  <c:v>5.6</c:v>
                </c:pt>
                <c:pt idx="18660">
                  <c:v>8.6999999999999993</c:v>
                </c:pt>
                <c:pt idx="18661">
                  <c:v>8.1999999999999993</c:v>
                </c:pt>
                <c:pt idx="18662">
                  <c:v>5.5</c:v>
                </c:pt>
                <c:pt idx="18663">
                  <c:v>8</c:v>
                </c:pt>
                <c:pt idx="18664">
                  <c:v>8.1999999999999993</c:v>
                </c:pt>
                <c:pt idx="18665">
                  <c:v>6</c:v>
                </c:pt>
                <c:pt idx="18666">
                  <c:v>9.4</c:v>
                </c:pt>
                <c:pt idx="18667">
                  <c:v>9.5</c:v>
                </c:pt>
                <c:pt idx="18668">
                  <c:v>7.7</c:v>
                </c:pt>
                <c:pt idx="18669">
                  <c:v>7.9</c:v>
                </c:pt>
                <c:pt idx="18670">
                  <c:v>7.6</c:v>
                </c:pt>
                <c:pt idx="18671">
                  <c:v>5</c:v>
                </c:pt>
                <c:pt idx="18672">
                  <c:v>6.4</c:v>
                </c:pt>
                <c:pt idx="18673">
                  <c:v>6.6</c:v>
                </c:pt>
                <c:pt idx="18674">
                  <c:v>8</c:v>
                </c:pt>
                <c:pt idx="18675">
                  <c:v>5.0999999999999996</c:v>
                </c:pt>
                <c:pt idx="18676">
                  <c:v>7.3</c:v>
                </c:pt>
                <c:pt idx="18677">
                  <c:v>4.9000000000000004</c:v>
                </c:pt>
                <c:pt idx="18678">
                  <c:v>4.2</c:v>
                </c:pt>
                <c:pt idx="18679">
                  <c:v>5.8</c:v>
                </c:pt>
                <c:pt idx="18680">
                  <c:v>6.6</c:v>
                </c:pt>
                <c:pt idx="18681">
                  <c:v>7.3</c:v>
                </c:pt>
                <c:pt idx="18682">
                  <c:v>7.4</c:v>
                </c:pt>
                <c:pt idx="18683">
                  <c:v>4.4000000000000004</c:v>
                </c:pt>
                <c:pt idx="18684">
                  <c:v>4.5</c:v>
                </c:pt>
                <c:pt idx="18685">
                  <c:v>9.9</c:v>
                </c:pt>
                <c:pt idx="18686">
                  <c:v>6.3</c:v>
                </c:pt>
                <c:pt idx="18687">
                  <c:v>9.8000000000000007</c:v>
                </c:pt>
                <c:pt idx="18688">
                  <c:v>7.9</c:v>
                </c:pt>
                <c:pt idx="18689">
                  <c:v>6</c:v>
                </c:pt>
                <c:pt idx="18690">
                  <c:v>5</c:v>
                </c:pt>
                <c:pt idx="18691">
                  <c:v>8.6999999999999993</c:v>
                </c:pt>
                <c:pt idx="18692">
                  <c:v>7.9</c:v>
                </c:pt>
                <c:pt idx="18693">
                  <c:v>5.0999999999999996</c:v>
                </c:pt>
                <c:pt idx="18694">
                  <c:v>7</c:v>
                </c:pt>
                <c:pt idx="18695">
                  <c:v>9.6999999999999993</c:v>
                </c:pt>
                <c:pt idx="18696">
                  <c:v>4.8</c:v>
                </c:pt>
                <c:pt idx="18697">
                  <c:v>9.3000000000000007</c:v>
                </c:pt>
                <c:pt idx="18698">
                  <c:v>5.7</c:v>
                </c:pt>
                <c:pt idx="18699">
                  <c:v>5.2</c:v>
                </c:pt>
                <c:pt idx="18700">
                  <c:v>5.2</c:v>
                </c:pt>
                <c:pt idx="18701">
                  <c:v>7.5</c:v>
                </c:pt>
                <c:pt idx="18702">
                  <c:v>8.1999999999999993</c:v>
                </c:pt>
                <c:pt idx="18703">
                  <c:v>4.5999999999999996</c:v>
                </c:pt>
                <c:pt idx="18704">
                  <c:v>4.2</c:v>
                </c:pt>
                <c:pt idx="18705">
                  <c:v>7.4</c:v>
                </c:pt>
                <c:pt idx="18706">
                  <c:v>4.4000000000000004</c:v>
                </c:pt>
                <c:pt idx="18707">
                  <c:v>8.6</c:v>
                </c:pt>
                <c:pt idx="18708">
                  <c:v>9</c:v>
                </c:pt>
                <c:pt idx="18709">
                  <c:v>9.5</c:v>
                </c:pt>
                <c:pt idx="18710">
                  <c:v>8</c:v>
                </c:pt>
                <c:pt idx="18711">
                  <c:v>6.4</c:v>
                </c:pt>
                <c:pt idx="18712">
                  <c:v>8.8000000000000007</c:v>
                </c:pt>
                <c:pt idx="18713">
                  <c:v>7.1</c:v>
                </c:pt>
                <c:pt idx="18714">
                  <c:v>5.4</c:v>
                </c:pt>
                <c:pt idx="18715">
                  <c:v>6.2</c:v>
                </c:pt>
                <c:pt idx="18716">
                  <c:v>7.9</c:v>
                </c:pt>
                <c:pt idx="18717">
                  <c:v>6.9</c:v>
                </c:pt>
                <c:pt idx="18718">
                  <c:v>9.5</c:v>
                </c:pt>
                <c:pt idx="18719">
                  <c:v>5.2</c:v>
                </c:pt>
                <c:pt idx="18720">
                  <c:v>6.6</c:v>
                </c:pt>
                <c:pt idx="18721">
                  <c:v>4.4000000000000004</c:v>
                </c:pt>
                <c:pt idx="18722">
                  <c:v>7.8</c:v>
                </c:pt>
                <c:pt idx="18723">
                  <c:v>6.9</c:v>
                </c:pt>
                <c:pt idx="18724">
                  <c:v>5.3</c:v>
                </c:pt>
                <c:pt idx="18725">
                  <c:v>6.7</c:v>
                </c:pt>
                <c:pt idx="18726">
                  <c:v>4.7</c:v>
                </c:pt>
                <c:pt idx="18727">
                  <c:v>9.5</c:v>
                </c:pt>
                <c:pt idx="18728">
                  <c:v>5.5</c:v>
                </c:pt>
                <c:pt idx="18729">
                  <c:v>7.4</c:v>
                </c:pt>
                <c:pt idx="18730">
                  <c:v>9.9</c:v>
                </c:pt>
                <c:pt idx="18731">
                  <c:v>8.6</c:v>
                </c:pt>
                <c:pt idx="18732">
                  <c:v>4.2</c:v>
                </c:pt>
                <c:pt idx="18733">
                  <c:v>7.5</c:v>
                </c:pt>
                <c:pt idx="18734">
                  <c:v>4.8</c:v>
                </c:pt>
                <c:pt idx="18735">
                  <c:v>9.4</c:v>
                </c:pt>
                <c:pt idx="18736">
                  <c:v>6.4</c:v>
                </c:pt>
                <c:pt idx="18737">
                  <c:v>7.6</c:v>
                </c:pt>
                <c:pt idx="18738">
                  <c:v>4.5999999999999996</c:v>
                </c:pt>
                <c:pt idx="18739">
                  <c:v>8.1999999999999993</c:v>
                </c:pt>
                <c:pt idx="18740">
                  <c:v>8.8000000000000007</c:v>
                </c:pt>
                <c:pt idx="18741">
                  <c:v>4.5</c:v>
                </c:pt>
                <c:pt idx="18742">
                  <c:v>4.3</c:v>
                </c:pt>
                <c:pt idx="18743">
                  <c:v>9.8000000000000007</c:v>
                </c:pt>
                <c:pt idx="18744">
                  <c:v>7.5</c:v>
                </c:pt>
                <c:pt idx="18745">
                  <c:v>4.0999999999999996</c:v>
                </c:pt>
                <c:pt idx="18746">
                  <c:v>9.8000000000000007</c:v>
                </c:pt>
                <c:pt idx="18747">
                  <c:v>9.9</c:v>
                </c:pt>
                <c:pt idx="18748">
                  <c:v>4.5999999999999996</c:v>
                </c:pt>
                <c:pt idx="18749">
                  <c:v>9.1</c:v>
                </c:pt>
                <c:pt idx="18750">
                  <c:v>4.4000000000000004</c:v>
                </c:pt>
                <c:pt idx="18751">
                  <c:v>6.3</c:v>
                </c:pt>
                <c:pt idx="18752">
                  <c:v>4.2</c:v>
                </c:pt>
                <c:pt idx="18753">
                  <c:v>4.0999999999999996</c:v>
                </c:pt>
                <c:pt idx="18754">
                  <c:v>4.8</c:v>
                </c:pt>
                <c:pt idx="18755">
                  <c:v>7.2</c:v>
                </c:pt>
                <c:pt idx="18756">
                  <c:v>6</c:v>
                </c:pt>
                <c:pt idx="18757">
                  <c:v>6.1</c:v>
                </c:pt>
                <c:pt idx="18758">
                  <c:v>5.8</c:v>
                </c:pt>
                <c:pt idx="18759">
                  <c:v>5.8</c:v>
                </c:pt>
                <c:pt idx="18760">
                  <c:v>6.8</c:v>
                </c:pt>
                <c:pt idx="18761">
                  <c:v>4.0999999999999996</c:v>
                </c:pt>
                <c:pt idx="18762">
                  <c:v>6.6</c:v>
                </c:pt>
                <c:pt idx="18763">
                  <c:v>8.6</c:v>
                </c:pt>
                <c:pt idx="18764">
                  <c:v>5.9</c:v>
                </c:pt>
                <c:pt idx="18765">
                  <c:v>4.8</c:v>
                </c:pt>
                <c:pt idx="18766">
                  <c:v>8.6</c:v>
                </c:pt>
                <c:pt idx="18767">
                  <c:v>6.1</c:v>
                </c:pt>
                <c:pt idx="18768">
                  <c:v>6.6</c:v>
                </c:pt>
                <c:pt idx="18769">
                  <c:v>5.4</c:v>
                </c:pt>
                <c:pt idx="18770">
                  <c:v>4</c:v>
                </c:pt>
                <c:pt idx="18771">
                  <c:v>4.3</c:v>
                </c:pt>
                <c:pt idx="18772">
                  <c:v>5.8</c:v>
                </c:pt>
                <c:pt idx="18773">
                  <c:v>7.8</c:v>
                </c:pt>
                <c:pt idx="18774">
                  <c:v>7</c:v>
                </c:pt>
                <c:pt idx="18775">
                  <c:v>4.5</c:v>
                </c:pt>
                <c:pt idx="18776">
                  <c:v>8.6999999999999993</c:v>
                </c:pt>
                <c:pt idx="18777">
                  <c:v>6.3</c:v>
                </c:pt>
                <c:pt idx="18778">
                  <c:v>6</c:v>
                </c:pt>
                <c:pt idx="18779">
                  <c:v>7.2</c:v>
                </c:pt>
                <c:pt idx="18780">
                  <c:v>4</c:v>
                </c:pt>
                <c:pt idx="18781">
                  <c:v>5.3</c:v>
                </c:pt>
                <c:pt idx="18782">
                  <c:v>4.5999999999999996</c:v>
                </c:pt>
                <c:pt idx="18783">
                  <c:v>8.6</c:v>
                </c:pt>
                <c:pt idx="18784">
                  <c:v>7.1</c:v>
                </c:pt>
                <c:pt idx="18785">
                  <c:v>9</c:v>
                </c:pt>
                <c:pt idx="18786">
                  <c:v>8</c:v>
                </c:pt>
                <c:pt idx="18787">
                  <c:v>9.1</c:v>
                </c:pt>
                <c:pt idx="18788">
                  <c:v>9.8000000000000007</c:v>
                </c:pt>
                <c:pt idx="18789">
                  <c:v>5.9</c:v>
                </c:pt>
                <c:pt idx="18790">
                  <c:v>4.4000000000000004</c:v>
                </c:pt>
                <c:pt idx="18791">
                  <c:v>8.3000000000000007</c:v>
                </c:pt>
                <c:pt idx="18792">
                  <c:v>4.2</c:v>
                </c:pt>
                <c:pt idx="18793">
                  <c:v>7.1</c:v>
                </c:pt>
                <c:pt idx="18794">
                  <c:v>5.3</c:v>
                </c:pt>
                <c:pt idx="18795">
                  <c:v>6</c:v>
                </c:pt>
                <c:pt idx="18796">
                  <c:v>8.8000000000000007</c:v>
                </c:pt>
                <c:pt idx="18797">
                  <c:v>9.6</c:v>
                </c:pt>
                <c:pt idx="18798">
                  <c:v>7.5</c:v>
                </c:pt>
                <c:pt idx="18799">
                  <c:v>5.3</c:v>
                </c:pt>
                <c:pt idx="18800">
                  <c:v>6.3</c:v>
                </c:pt>
                <c:pt idx="18801">
                  <c:v>9.6999999999999993</c:v>
                </c:pt>
                <c:pt idx="18802">
                  <c:v>4.5999999999999996</c:v>
                </c:pt>
                <c:pt idx="18803">
                  <c:v>7</c:v>
                </c:pt>
                <c:pt idx="18804">
                  <c:v>5.0999999999999996</c:v>
                </c:pt>
                <c:pt idx="18805">
                  <c:v>4.5</c:v>
                </c:pt>
                <c:pt idx="18806">
                  <c:v>9.1999999999999993</c:v>
                </c:pt>
                <c:pt idx="18807">
                  <c:v>4.9000000000000004</c:v>
                </c:pt>
                <c:pt idx="18808">
                  <c:v>7.7</c:v>
                </c:pt>
                <c:pt idx="18809">
                  <c:v>6.2</c:v>
                </c:pt>
                <c:pt idx="18810">
                  <c:v>5.5</c:v>
                </c:pt>
                <c:pt idx="18811">
                  <c:v>7.4</c:v>
                </c:pt>
                <c:pt idx="18812">
                  <c:v>5.7</c:v>
                </c:pt>
                <c:pt idx="18813">
                  <c:v>7</c:v>
                </c:pt>
                <c:pt idx="18814">
                  <c:v>10</c:v>
                </c:pt>
                <c:pt idx="18815">
                  <c:v>5.7</c:v>
                </c:pt>
                <c:pt idx="18816">
                  <c:v>4.8</c:v>
                </c:pt>
                <c:pt idx="18817">
                  <c:v>8.3000000000000007</c:v>
                </c:pt>
                <c:pt idx="18818">
                  <c:v>5.5</c:v>
                </c:pt>
                <c:pt idx="18819">
                  <c:v>4.4000000000000004</c:v>
                </c:pt>
                <c:pt idx="18820">
                  <c:v>7.2</c:v>
                </c:pt>
                <c:pt idx="18821">
                  <c:v>6.4</c:v>
                </c:pt>
                <c:pt idx="18822">
                  <c:v>7.1</c:v>
                </c:pt>
                <c:pt idx="18823">
                  <c:v>5.3</c:v>
                </c:pt>
                <c:pt idx="18824">
                  <c:v>4.7</c:v>
                </c:pt>
                <c:pt idx="18825">
                  <c:v>8.9</c:v>
                </c:pt>
                <c:pt idx="18826">
                  <c:v>5.2</c:v>
                </c:pt>
                <c:pt idx="18827">
                  <c:v>5.5</c:v>
                </c:pt>
                <c:pt idx="18828">
                  <c:v>7.1</c:v>
                </c:pt>
                <c:pt idx="18829">
                  <c:v>5.2</c:v>
                </c:pt>
                <c:pt idx="18830">
                  <c:v>8.4</c:v>
                </c:pt>
                <c:pt idx="18831">
                  <c:v>4.7</c:v>
                </c:pt>
                <c:pt idx="18832">
                  <c:v>8</c:v>
                </c:pt>
                <c:pt idx="18833">
                  <c:v>6.7</c:v>
                </c:pt>
                <c:pt idx="18834">
                  <c:v>8.8000000000000007</c:v>
                </c:pt>
                <c:pt idx="18835">
                  <c:v>4.5</c:v>
                </c:pt>
                <c:pt idx="18836">
                  <c:v>8.8000000000000007</c:v>
                </c:pt>
                <c:pt idx="18837">
                  <c:v>8</c:v>
                </c:pt>
                <c:pt idx="18838">
                  <c:v>8.1</c:v>
                </c:pt>
                <c:pt idx="18839">
                  <c:v>8.4</c:v>
                </c:pt>
                <c:pt idx="18840">
                  <c:v>9.3000000000000007</c:v>
                </c:pt>
                <c:pt idx="18841">
                  <c:v>4</c:v>
                </c:pt>
                <c:pt idx="18842">
                  <c:v>6.2</c:v>
                </c:pt>
                <c:pt idx="18843">
                  <c:v>7.7</c:v>
                </c:pt>
                <c:pt idx="18844">
                  <c:v>6</c:v>
                </c:pt>
                <c:pt idx="18845">
                  <c:v>7.4</c:v>
                </c:pt>
                <c:pt idx="18846">
                  <c:v>6</c:v>
                </c:pt>
                <c:pt idx="18847">
                  <c:v>4.2</c:v>
                </c:pt>
                <c:pt idx="18848">
                  <c:v>4.0999999999999996</c:v>
                </c:pt>
                <c:pt idx="18849">
                  <c:v>9.3000000000000007</c:v>
                </c:pt>
                <c:pt idx="18850">
                  <c:v>7.2</c:v>
                </c:pt>
                <c:pt idx="18851">
                  <c:v>7.7</c:v>
                </c:pt>
                <c:pt idx="18852">
                  <c:v>5.9</c:v>
                </c:pt>
                <c:pt idx="18853">
                  <c:v>7.8</c:v>
                </c:pt>
                <c:pt idx="18854">
                  <c:v>9.3000000000000007</c:v>
                </c:pt>
                <c:pt idx="18855">
                  <c:v>7.8</c:v>
                </c:pt>
                <c:pt idx="18856">
                  <c:v>8.3000000000000007</c:v>
                </c:pt>
                <c:pt idx="18857">
                  <c:v>6.1</c:v>
                </c:pt>
                <c:pt idx="18858">
                  <c:v>5.4</c:v>
                </c:pt>
                <c:pt idx="18859">
                  <c:v>9.1999999999999993</c:v>
                </c:pt>
                <c:pt idx="18860">
                  <c:v>9.4</c:v>
                </c:pt>
                <c:pt idx="18861">
                  <c:v>8</c:v>
                </c:pt>
                <c:pt idx="18862">
                  <c:v>6.2</c:v>
                </c:pt>
                <c:pt idx="18863">
                  <c:v>8</c:v>
                </c:pt>
                <c:pt idx="18864">
                  <c:v>4.2</c:v>
                </c:pt>
                <c:pt idx="18865">
                  <c:v>9.5</c:v>
                </c:pt>
                <c:pt idx="18866">
                  <c:v>5.9</c:v>
                </c:pt>
                <c:pt idx="18867">
                  <c:v>6.3</c:v>
                </c:pt>
                <c:pt idx="18868">
                  <c:v>6.5</c:v>
                </c:pt>
                <c:pt idx="18869">
                  <c:v>5.2</c:v>
                </c:pt>
                <c:pt idx="18870">
                  <c:v>6.2</c:v>
                </c:pt>
                <c:pt idx="18871">
                  <c:v>6.5</c:v>
                </c:pt>
                <c:pt idx="18872">
                  <c:v>5.4</c:v>
                </c:pt>
                <c:pt idx="18873">
                  <c:v>7.6</c:v>
                </c:pt>
                <c:pt idx="18874">
                  <c:v>7.3</c:v>
                </c:pt>
                <c:pt idx="18875">
                  <c:v>8</c:v>
                </c:pt>
                <c:pt idx="18876">
                  <c:v>4.9000000000000004</c:v>
                </c:pt>
                <c:pt idx="18877">
                  <c:v>4.7</c:v>
                </c:pt>
                <c:pt idx="18878">
                  <c:v>7.5</c:v>
                </c:pt>
                <c:pt idx="18879">
                  <c:v>6.2</c:v>
                </c:pt>
                <c:pt idx="18880">
                  <c:v>6</c:v>
                </c:pt>
                <c:pt idx="18881">
                  <c:v>9.5</c:v>
                </c:pt>
                <c:pt idx="18882">
                  <c:v>7.1</c:v>
                </c:pt>
                <c:pt idx="18883">
                  <c:v>7.1</c:v>
                </c:pt>
                <c:pt idx="18884">
                  <c:v>7.8</c:v>
                </c:pt>
                <c:pt idx="18885">
                  <c:v>4.3</c:v>
                </c:pt>
                <c:pt idx="18886">
                  <c:v>7.5</c:v>
                </c:pt>
                <c:pt idx="18887">
                  <c:v>10</c:v>
                </c:pt>
                <c:pt idx="18888">
                  <c:v>9.8000000000000007</c:v>
                </c:pt>
                <c:pt idx="18889">
                  <c:v>5.2</c:v>
                </c:pt>
                <c:pt idx="18890">
                  <c:v>4.5</c:v>
                </c:pt>
                <c:pt idx="18891">
                  <c:v>4.8</c:v>
                </c:pt>
                <c:pt idx="18892">
                  <c:v>5.2</c:v>
                </c:pt>
                <c:pt idx="18893">
                  <c:v>6.6</c:v>
                </c:pt>
                <c:pt idx="18894">
                  <c:v>8.1999999999999993</c:v>
                </c:pt>
                <c:pt idx="18895">
                  <c:v>8.6</c:v>
                </c:pt>
                <c:pt idx="18896">
                  <c:v>7.4</c:v>
                </c:pt>
                <c:pt idx="18897">
                  <c:v>5.3</c:v>
                </c:pt>
                <c:pt idx="18898">
                  <c:v>7.4</c:v>
                </c:pt>
                <c:pt idx="18899">
                  <c:v>9.4</c:v>
                </c:pt>
                <c:pt idx="18900">
                  <c:v>6</c:v>
                </c:pt>
                <c:pt idx="18901">
                  <c:v>8.9</c:v>
                </c:pt>
                <c:pt idx="18902">
                  <c:v>6.7</c:v>
                </c:pt>
                <c:pt idx="18903">
                  <c:v>6</c:v>
                </c:pt>
                <c:pt idx="18904">
                  <c:v>8.4</c:v>
                </c:pt>
                <c:pt idx="18905">
                  <c:v>7.1</c:v>
                </c:pt>
                <c:pt idx="18906">
                  <c:v>5.2</c:v>
                </c:pt>
                <c:pt idx="18907">
                  <c:v>5.7</c:v>
                </c:pt>
                <c:pt idx="18908">
                  <c:v>6.3</c:v>
                </c:pt>
                <c:pt idx="18909">
                  <c:v>10</c:v>
                </c:pt>
                <c:pt idx="18910">
                  <c:v>9.3000000000000007</c:v>
                </c:pt>
                <c:pt idx="18911">
                  <c:v>8.9</c:v>
                </c:pt>
                <c:pt idx="18912">
                  <c:v>4.5</c:v>
                </c:pt>
                <c:pt idx="18913">
                  <c:v>4.2</c:v>
                </c:pt>
                <c:pt idx="18914">
                  <c:v>5.5</c:v>
                </c:pt>
                <c:pt idx="18915">
                  <c:v>6.4</c:v>
                </c:pt>
                <c:pt idx="18916">
                  <c:v>5.8</c:v>
                </c:pt>
                <c:pt idx="18917">
                  <c:v>6.1</c:v>
                </c:pt>
                <c:pt idx="18918">
                  <c:v>9.8000000000000007</c:v>
                </c:pt>
                <c:pt idx="18919">
                  <c:v>10</c:v>
                </c:pt>
                <c:pt idx="18920">
                  <c:v>7.5</c:v>
                </c:pt>
                <c:pt idx="18921">
                  <c:v>8.6999999999999993</c:v>
                </c:pt>
                <c:pt idx="18922">
                  <c:v>6.3</c:v>
                </c:pt>
                <c:pt idx="18923">
                  <c:v>6.3</c:v>
                </c:pt>
                <c:pt idx="18924">
                  <c:v>4.8</c:v>
                </c:pt>
                <c:pt idx="18925">
                  <c:v>8.6999999999999993</c:v>
                </c:pt>
                <c:pt idx="18926">
                  <c:v>6.9</c:v>
                </c:pt>
                <c:pt idx="18927">
                  <c:v>8</c:v>
                </c:pt>
                <c:pt idx="18928">
                  <c:v>7.4</c:v>
                </c:pt>
                <c:pt idx="18929">
                  <c:v>4.7</c:v>
                </c:pt>
                <c:pt idx="18930">
                  <c:v>9.3000000000000007</c:v>
                </c:pt>
                <c:pt idx="18931">
                  <c:v>5.8</c:v>
                </c:pt>
                <c:pt idx="18932">
                  <c:v>6.5</c:v>
                </c:pt>
                <c:pt idx="18933">
                  <c:v>7.1</c:v>
                </c:pt>
                <c:pt idx="18934">
                  <c:v>4.9000000000000004</c:v>
                </c:pt>
                <c:pt idx="18935">
                  <c:v>9.8000000000000007</c:v>
                </c:pt>
                <c:pt idx="18936">
                  <c:v>6.9</c:v>
                </c:pt>
                <c:pt idx="18937">
                  <c:v>4.2</c:v>
                </c:pt>
                <c:pt idx="18938">
                  <c:v>4.4000000000000004</c:v>
                </c:pt>
                <c:pt idx="18939">
                  <c:v>6.3</c:v>
                </c:pt>
                <c:pt idx="18940">
                  <c:v>8.1999999999999993</c:v>
                </c:pt>
                <c:pt idx="18941">
                  <c:v>4.7</c:v>
                </c:pt>
                <c:pt idx="18942">
                  <c:v>4.4000000000000004</c:v>
                </c:pt>
                <c:pt idx="18943">
                  <c:v>9.6999999999999993</c:v>
                </c:pt>
                <c:pt idx="18944">
                  <c:v>7.2</c:v>
                </c:pt>
                <c:pt idx="18945">
                  <c:v>6.4</c:v>
                </c:pt>
                <c:pt idx="18946">
                  <c:v>4.7</c:v>
                </c:pt>
                <c:pt idx="18947">
                  <c:v>8.3000000000000007</c:v>
                </c:pt>
                <c:pt idx="18948">
                  <c:v>9.8000000000000007</c:v>
                </c:pt>
                <c:pt idx="18949">
                  <c:v>6.6</c:v>
                </c:pt>
                <c:pt idx="18950">
                  <c:v>6</c:v>
                </c:pt>
                <c:pt idx="18951">
                  <c:v>8.4</c:v>
                </c:pt>
                <c:pt idx="18952">
                  <c:v>9.4</c:v>
                </c:pt>
                <c:pt idx="18953">
                  <c:v>8.6</c:v>
                </c:pt>
                <c:pt idx="18954">
                  <c:v>8.1</c:v>
                </c:pt>
                <c:pt idx="18955">
                  <c:v>6.4</c:v>
                </c:pt>
                <c:pt idx="18956">
                  <c:v>4.5999999999999996</c:v>
                </c:pt>
                <c:pt idx="18957">
                  <c:v>8.6999999999999993</c:v>
                </c:pt>
                <c:pt idx="18958">
                  <c:v>6.3</c:v>
                </c:pt>
                <c:pt idx="18959">
                  <c:v>5.5</c:v>
                </c:pt>
                <c:pt idx="18960">
                  <c:v>8.3000000000000007</c:v>
                </c:pt>
                <c:pt idx="18961">
                  <c:v>9.3000000000000007</c:v>
                </c:pt>
                <c:pt idx="18962">
                  <c:v>7.5</c:v>
                </c:pt>
                <c:pt idx="18963">
                  <c:v>4.0999999999999996</c:v>
                </c:pt>
                <c:pt idx="18964">
                  <c:v>9.1</c:v>
                </c:pt>
                <c:pt idx="18965">
                  <c:v>7.7</c:v>
                </c:pt>
                <c:pt idx="18966">
                  <c:v>6.6</c:v>
                </c:pt>
                <c:pt idx="18967">
                  <c:v>4.3</c:v>
                </c:pt>
                <c:pt idx="18968">
                  <c:v>5.6</c:v>
                </c:pt>
                <c:pt idx="18969">
                  <c:v>7.6</c:v>
                </c:pt>
                <c:pt idx="18970">
                  <c:v>8.6</c:v>
                </c:pt>
                <c:pt idx="18971">
                  <c:v>5.8</c:v>
                </c:pt>
                <c:pt idx="18972">
                  <c:v>8.4</c:v>
                </c:pt>
                <c:pt idx="18973">
                  <c:v>5.8</c:v>
                </c:pt>
                <c:pt idx="18974">
                  <c:v>9.6</c:v>
                </c:pt>
                <c:pt idx="18975">
                  <c:v>9.4</c:v>
                </c:pt>
                <c:pt idx="18976">
                  <c:v>7.8</c:v>
                </c:pt>
                <c:pt idx="18977">
                  <c:v>9.6</c:v>
                </c:pt>
                <c:pt idx="18978">
                  <c:v>8.6999999999999993</c:v>
                </c:pt>
                <c:pt idx="18979">
                  <c:v>8.5</c:v>
                </c:pt>
                <c:pt idx="18980">
                  <c:v>4.2</c:v>
                </c:pt>
                <c:pt idx="18981">
                  <c:v>4.5</c:v>
                </c:pt>
                <c:pt idx="18982">
                  <c:v>7.1</c:v>
                </c:pt>
                <c:pt idx="18983">
                  <c:v>9.9</c:v>
                </c:pt>
                <c:pt idx="18984">
                  <c:v>4.7</c:v>
                </c:pt>
                <c:pt idx="18985">
                  <c:v>5</c:v>
                </c:pt>
                <c:pt idx="18986">
                  <c:v>8.3000000000000007</c:v>
                </c:pt>
                <c:pt idx="18987">
                  <c:v>10</c:v>
                </c:pt>
                <c:pt idx="18988">
                  <c:v>6</c:v>
                </c:pt>
                <c:pt idx="18989">
                  <c:v>6.7</c:v>
                </c:pt>
                <c:pt idx="18990">
                  <c:v>4.0999999999999996</c:v>
                </c:pt>
                <c:pt idx="18991">
                  <c:v>5.6</c:v>
                </c:pt>
                <c:pt idx="18992">
                  <c:v>6.4</c:v>
                </c:pt>
                <c:pt idx="18993">
                  <c:v>5.7</c:v>
                </c:pt>
                <c:pt idx="18994">
                  <c:v>7.1</c:v>
                </c:pt>
                <c:pt idx="18995">
                  <c:v>8.9</c:v>
                </c:pt>
                <c:pt idx="18996">
                  <c:v>7.4</c:v>
                </c:pt>
                <c:pt idx="18997">
                  <c:v>6.5</c:v>
                </c:pt>
                <c:pt idx="18998">
                  <c:v>9.9</c:v>
                </c:pt>
                <c:pt idx="18999">
                  <c:v>6</c:v>
                </c:pt>
                <c:pt idx="19000">
                  <c:v>8.3000000000000007</c:v>
                </c:pt>
                <c:pt idx="19001">
                  <c:v>5.6</c:v>
                </c:pt>
                <c:pt idx="19002">
                  <c:v>4.3</c:v>
                </c:pt>
                <c:pt idx="19003">
                  <c:v>6.4</c:v>
                </c:pt>
                <c:pt idx="19004">
                  <c:v>9.9</c:v>
                </c:pt>
                <c:pt idx="19005">
                  <c:v>5.6</c:v>
                </c:pt>
                <c:pt idx="19006">
                  <c:v>5.7</c:v>
                </c:pt>
                <c:pt idx="19007">
                  <c:v>8.9</c:v>
                </c:pt>
                <c:pt idx="19008">
                  <c:v>7.4</c:v>
                </c:pt>
                <c:pt idx="19009">
                  <c:v>9.6</c:v>
                </c:pt>
                <c:pt idx="19010">
                  <c:v>7.5</c:v>
                </c:pt>
                <c:pt idx="19011">
                  <c:v>9</c:v>
                </c:pt>
                <c:pt idx="19012">
                  <c:v>8.1999999999999993</c:v>
                </c:pt>
                <c:pt idx="19013">
                  <c:v>9.5</c:v>
                </c:pt>
                <c:pt idx="19014">
                  <c:v>5.5</c:v>
                </c:pt>
                <c:pt idx="19015">
                  <c:v>6.6</c:v>
                </c:pt>
                <c:pt idx="19016">
                  <c:v>4</c:v>
                </c:pt>
                <c:pt idx="19017">
                  <c:v>8.4</c:v>
                </c:pt>
                <c:pt idx="19018">
                  <c:v>5.7</c:v>
                </c:pt>
                <c:pt idx="19019">
                  <c:v>4.8</c:v>
                </c:pt>
                <c:pt idx="19020">
                  <c:v>5.8</c:v>
                </c:pt>
                <c:pt idx="19021">
                  <c:v>8</c:v>
                </c:pt>
                <c:pt idx="19022">
                  <c:v>5.7</c:v>
                </c:pt>
                <c:pt idx="19023">
                  <c:v>5.2</c:v>
                </c:pt>
                <c:pt idx="19024">
                  <c:v>8.3000000000000007</c:v>
                </c:pt>
                <c:pt idx="19025">
                  <c:v>6.1</c:v>
                </c:pt>
                <c:pt idx="19026">
                  <c:v>8.5</c:v>
                </c:pt>
                <c:pt idx="19027">
                  <c:v>7.9</c:v>
                </c:pt>
                <c:pt idx="19028">
                  <c:v>9.1</c:v>
                </c:pt>
                <c:pt idx="19029">
                  <c:v>7.4</c:v>
                </c:pt>
                <c:pt idx="19030">
                  <c:v>9.1999999999999993</c:v>
                </c:pt>
                <c:pt idx="19031">
                  <c:v>7.6</c:v>
                </c:pt>
                <c:pt idx="19032">
                  <c:v>8.6</c:v>
                </c:pt>
                <c:pt idx="19033">
                  <c:v>5.9</c:v>
                </c:pt>
                <c:pt idx="19034">
                  <c:v>9.1999999999999993</c:v>
                </c:pt>
                <c:pt idx="19035">
                  <c:v>7.5</c:v>
                </c:pt>
                <c:pt idx="19036">
                  <c:v>7.8</c:v>
                </c:pt>
                <c:pt idx="19037">
                  <c:v>8.9</c:v>
                </c:pt>
                <c:pt idx="19038">
                  <c:v>9.8000000000000007</c:v>
                </c:pt>
                <c:pt idx="19039">
                  <c:v>6.1</c:v>
                </c:pt>
                <c:pt idx="19040">
                  <c:v>7.1</c:v>
                </c:pt>
                <c:pt idx="19041">
                  <c:v>8.5</c:v>
                </c:pt>
                <c:pt idx="19042">
                  <c:v>8.3000000000000007</c:v>
                </c:pt>
                <c:pt idx="19043">
                  <c:v>8.9</c:v>
                </c:pt>
                <c:pt idx="19044">
                  <c:v>4.9000000000000004</c:v>
                </c:pt>
                <c:pt idx="19045">
                  <c:v>9</c:v>
                </c:pt>
                <c:pt idx="19046">
                  <c:v>5</c:v>
                </c:pt>
                <c:pt idx="19047">
                  <c:v>8.1</c:v>
                </c:pt>
                <c:pt idx="19048">
                  <c:v>4.7</c:v>
                </c:pt>
                <c:pt idx="19049">
                  <c:v>8.9</c:v>
                </c:pt>
                <c:pt idx="19050">
                  <c:v>4.8</c:v>
                </c:pt>
                <c:pt idx="19051">
                  <c:v>8.5</c:v>
                </c:pt>
                <c:pt idx="19052">
                  <c:v>7.3</c:v>
                </c:pt>
                <c:pt idx="19053">
                  <c:v>6.3</c:v>
                </c:pt>
                <c:pt idx="19054">
                  <c:v>6.1</c:v>
                </c:pt>
                <c:pt idx="19055">
                  <c:v>8.1999999999999993</c:v>
                </c:pt>
                <c:pt idx="19056">
                  <c:v>8.3000000000000007</c:v>
                </c:pt>
                <c:pt idx="19057">
                  <c:v>8.1</c:v>
                </c:pt>
                <c:pt idx="19058">
                  <c:v>9.6</c:v>
                </c:pt>
                <c:pt idx="19059">
                  <c:v>6.9</c:v>
                </c:pt>
                <c:pt idx="19060">
                  <c:v>4.0999999999999996</c:v>
                </c:pt>
                <c:pt idx="19061">
                  <c:v>4.4000000000000004</c:v>
                </c:pt>
                <c:pt idx="19062">
                  <c:v>4.5999999999999996</c:v>
                </c:pt>
                <c:pt idx="19063">
                  <c:v>5.2</c:v>
                </c:pt>
                <c:pt idx="19064">
                  <c:v>5.3</c:v>
                </c:pt>
                <c:pt idx="19065">
                  <c:v>8.6</c:v>
                </c:pt>
                <c:pt idx="19066">
                  <c:v>8.3000000000000007</c:v>
                </c:pt>
                <c:pt idx="19067">
                  <c:v>8.1</c:v>
                </c:pt>
                <c:pt idx="19068">
                  <c:v>5.0999999999999996</c:v>
                </c:pt>
                <c:pt idx="19069">
                  <c:v>4.4000000000000004</c:v>
                </c:pt>
                <c:pt idx="19070">
                  <c:v>9.8000000000000007</c:v>
                </c:pt>
                <c:pt idx="19071">
                  <c:v>7.3</c:v>
                </c:pt>
                <c:pt idx="19072">
                  <c:v>8.3000000000000007</c:v>
                </c:pt>
                <c:pt idx="19073">
                  <c:v>5.3</c:v>
                </c:pt>
                <c:pt idx="19074">
                  <c:v>6.7</c:v>
                </c:pt>
                <c:pt idx="19075">
                  <c:v>7.5</c:v>
                </c:pt>
                <c:pt idx="19076">
                  <c:v>9.1</c:v>
                </c:pt>
                <c:pt idx="19077">
                  <c:v>4.7</c:v>
                </c:pt>
                <c:pt idx="19078">
                  <c:v>5.0999999999999996</c:v>
                </c:pt>
                <c:pt idx="19079">
                  <c:v>7.3</c:v>
                </c:pt>
                <c:pt idx="19080">
                  <c:v>6.9</c:v>
                </c:pt>
                <c:pt idx="19081">
                  <c:v>4.3</c:v>
                </c:pt>
                <c:pt idx="19082">
                  <c:v>7.8</c:v>
                </c:pt>
                <c:pt idx="19083">
                  <c:v>6</c:v>
                </c:pt>
                <c:pt idx="19084">
                  <c:v>7</c:v>
                </c:pt>
                <c:pt idx="19085">
                  <c:v>6.5</c:v>
                </c:pt>
                <c:pt idx="19086">
                  <c:v>5</c:v>
                </c:pt>
                <c:pt idx="19087">
                  <c:v>5.3</c:v>
                </c:pt>
                <c:pt idx="19088">
                  <c:v>4.5</c:v>
                </c:pt>
                <c:pt idx="19089">
                  <c:v>6</c:v>
                </c:pt>
                <c:pt idx="19090">
                  <c:v>4.9000000000000004</c:v>
                </c:pt>
                <c:pt idx="19091">
                  <c:v>8.5</c:v>
                </c:pt>
                <c:pt idx="19092">
                  <c:v>4.4000000000000004</c:v>
                </c:pt>
                <c:pt idx="19093">
                  <c:v>5</c:v>
                </c:pt>
                <c:pt idx="19094">
                  <c:v>5.9</c:v>
                </c:pt>
                <c:pt idx="19095">
                  <c:v>4.3</c:v>
                </c:pt>
                <c:pt idx="19096">
                  <c:v>5.0999999999999996</c:v>
                </c:pt>
                <c:pt idx="19097">
                  <c:v>5</c:v>
                </c:pt>
                <c:pt idx="19098">
                  <c:v>9.1999999999999993</c:v>
                </c:pt>
                <c:pt idx="19099">
                  <c:v>4.7</c:v>
                </c:pt>
                <c:pt idx="19100">
                  <c:v>4.8</c:v>
                </c:pt>
                <c:pt idx="19101">
                  <c:v>9.1</c:v>
                </c:pt>
                <c:pt idx="19102">
                  <c:v>5.8</c:v>
                </c:pt>
                <c:pt idx="19103">
                  <c:v>6.9</c:v>
                </c:pt>
                <c:pt idx="19104">
                  <c:v>7.8</c:v>
                </c:pt>
                <c:pt idx="19105">
                  <c:v>7.5</c:v>
                </c:pt>
                <c:pt idx="19106">
                  <c:v>5.7</c:v>
                </c:pt>
                <c:pt idx="19107">
                  <c:v>9.3000000000000007</c:v>
                </c:pt>
                <c:pt idx="19108">
                  <c:v>6.6</c:v>
                </c:pt>
                <c:pt idx="19109">
                  <c:v>8.8000000000000007</c:v>
                </c:pt>
                <c:pt idx="19110">
                  <c:v>6</c:v>
                </c:pt>
                <c:pt idx="19111">
                  <c:v>7.2</c:v>
                </c:pt>
                <c:pt idx="19112">
                  <c:v>4.5999999999999996</c:v>
                </c:pt>
                <c:pt idx="19113">
                  <c:v>4.3</c:v>
                </c:pt>
                <c:pt idx="19114">
                  <c:v>8.6</c:v>
                </c:pt>
                <c:pt idx="19115">
                  <c:v>8.3000000000000007</c:v>
                </c:pt>
                <c:pt idx="19116">
                  <c:v>8.1999999999999993</c:v>
                </c:pt>
                <c:pt idx="19117">
                  <c:v>4.2</c:v>
                </c:pt>
                <c:pt idx="19118">
                  <c:v>7.6</c:v>
                </c:pt>
                <c:pt idx="19119">
                  <c:v>6.3</c:v>
                </c:pt>
                <c:pt idx="19120">
                  <c:v>8.3000000000000007</c:v>
                </c:pt>
                <c:pt idx="19121">
                  <c:v>9.5</c:v>
                </c:pt>
                <c:pt idx="19122">
                  <c:v>7.3</c:v>
                </c:pt>
                <c:pt idx="19123">
                  <c:v>8.6</c:v>
                </c:pt>
                <c:pt idx="19124">
                  <c:v>7.2</c:v>
                </c:pt>
                <c:pt idx="19125">
                  <c:v>6.8</c:v>
                </c:pt>
                <c:pt idx="19126">
                  <c:v>7.9</c:v>
                </c:pt>
                <c:pt idx="19127">
                  <c:v>5.3</c:v>
                </c:pt>
                <c:pt idx="19128">
                  <c:v>7.2</c:v>
                </c:pt>
                <c:pt idx="19129">
                  <c:v>5.6</c:v>
                </c:pt>
                <c:pt idx="19130">
                  <c:v>4.9000000000000004</c:v>
                </c:pt>
                <c:pt idx="19131">
                  <c:v>8.6</c:v>
                </c:pt>
                <c:pt idx="19132">
                  <c:v>9.9</c:v>
                </c:pt>
                <c:pt idx="19133">
                  <c:v>6.8</c:v>
                </c:pt>
                <c:pt idx="19134">
                  <c:v>5.3</c:v>
                </c:pt>
                <c:pt idx="19135">
                  <c:v>8.9</c:v>
                </c:pt>
                <c:pt idx="19136">
                  <c:v>4.7</c:v>
                </c:pt>
                <c:pt idx="19137">
                  <c:v>6.6</c:v>
                </c:pt>
                <c:pt idx="19138">
                  <c:v>9.3000000000000007</c:v>
                </c:pt>
                <c:pt idx="19139">
                  <c:v>4.7</c:v>
                </c:pt>
                <c:pt idx="19140">
                  <c:v>4.5</c:v>
                </c:pt>
                <c:pt idx="19141">
                  <c:v>8.4</c:v>
                </c:pt>
                <c:pt idx="19142">
                  <c:v>9.5</c:v>
                </c:pt>
                <c:pt idx="19143">
                  <c:v>9.5</c:v>
                </c:pt>
                <c:pt idx="19144">
                  <c:v>7.8</c:v>
                </c:pt>
                <c:pt idx="19145">
                  <c:v>5.6</c:v>
                </c:pt>
                <c:pt idx="19146">
                  <c:v>6.3</c:v>
                </c:pt>
                <c:pt idx="19147">
                  <c:v>5.3</c:v>
                </c:pt>
                <c:pt idx="19148">
                  <c:v>8.9</c:v>
                </c:pt>
                <c:pt idx="19149">
                  <c:v>8.3000000000000007</c:v>
                </c:pt>
                <c:pt idx="19150">
                  <c:v>4.0999999999999996</c:v>
                </c:pt>
                <c:pt idx="19151">
                  <c:v>9.4</c:v>
                </c:pt>
                <c:pt idx="19152">
                  <c:v>9.8000000000000007</c:v>
                </c:pt>
                <c:pt idx="19153">
                  <c:v>6.8</c:v>
                </c:pt>
                <c:pt idx="19154">
                  <c:v>4.5999999999999996</c:v>
                </c:pt>
                <c:pt idx="19155">
                  <c:v>4.0999999999999996</c:v>
                </c:pt>
                <c:pt idx="19156">
                  <c:v>9</c:v>
                </c:pt>
                <c:pt idx="19157">
                  <c:v>5.0999999999999996</c:v>
                </c:pt>
                <c:pt idx="19158">
                  <c:v>6.2</c:v>
                </c:pt>
                <c:pt idx="19159">
                  <c:v>6.1</c:v>
                </c:pt>
                <c:pt idx="19160">
                  <c:v>6.7</c:v>
                </c:pt>
                <c:pt idx="19161">
                  <c:v>4.4000000000000004</c:v>
                </c:pt>
                <c:pt idx="19162">
                  <c:v>8.5</c:v>
                </c:pt>
                <c:pt idx="19163">
                  <c:v>8</c:v>
                </c:pt>
                <c:pt idx="19164">
                  <c:v>7</c:v>
                </c:pt>
                <c:pt idx="19165">
                  <c:v>10</c:v>
                </c:pt>
                <c:pt idx="19166">
                  <c:v>7.9</c:v>
                </c:pt>
                <c:pt idx="19167">
                  <c:v>5.4</c:v>
                </c:pt>
                <c:pt idx="19168">
                  <c:v>8.9</c:v>
                </c:pt>
                <c:pt idx="19169">
                  <c:v>8.9</c:v>
                </c:pt>
                <c:pt idx="19170">
                  <c:v>5.4</c:v>
                </c:pt>
                <c:pt idx="19171">
                  <c:v>5.3</c:v>
                </c:pt>
                <c:pt idx="19172">
                  <c:v>6</c:v>
                </c:pt>
                <c:pt idx="19173">
                  <c:v>7.6</c:v>
                </c:pt>
                <c:pt idx="19174">
                  <c:v>5.3</c:v>
                </c:pt>
                <c:pt idx="19175">
                  <c:v>8.9</c:v>
                </c:pt>
                <c:pt idx="19176">
                  <c:v>4.0999999999999996</c:v>
                </c:pt>
                <c:pt idx="19177">
                  <c:v>5.6</c:v>
                </c:pt>
                <c:pt idx="19178">
                  <c:v>7</c:v>
                </c:pt>
                <c:pt idx="19179">
                  <c:v>8.9</c:v>
                </c:pt>
                <c:pt idx="19180">
                  <c:v>6</c:v>
                </c:pt>
                <c:pt idx="19181">
                  <c:v>8</c:v>
                </c:pt>
                <c:pt idx="19182">
                  <c:v>7.4</c:v>
                </c:pt>
                <c:pt idx="19183">
                  <c:v>9.1</c:v>
                </c:pt>
                <c:pt idx="19184">
                  <c:v>6.6</c:v>
                </c:pt>
                <c:pt idx="19185">
                  <c:v>4.5999999999999996</c:v>
                </c:pt>
                <c:pt idx="19186">
                  <c:v>9.4</c:v>
                </c:pt>
                <c:pt idx="19187">
                  <c:v>6.7</c:v>
                </c:pt>
                <c:pt idx="19188">
                  <c:v>5.5</c:v>
                </c:pt>
                <c:pt idx="19189">
                  <c:v>8.1999999999999993</c:v>
                </c:pt>
                <c:pt idx="19190">
                  <c:v>5.2</c:v>
                </c:pt>
                <c:pt idx="19191">
                  <c:v>6.2</c:v>
                </c:pt>
                <c:pt idx="19192">
                  <c:v>9.1</c:v>
                </c:pt>
                <c:pt idx="19193">
                  <c:v>4.7</c:v>
                </c:pt>
                <c:pt idx="19194">
                  <c:v>6.3</c:v>
                </c:pt>
                <c:pt idx="19195">
                  <c:v>5.7</c:v>
                </c:pt>
                <c:pt idx="19196">
                  <c:v>8.5</c:v>
                </c:pt>
                <c:pt idx="19197">
                  <c:v>4.0999999999999996</c:v>
                </c:pt>
                <c:pt idx="19198">
                  <c:v>6</c:v>
                </c:pt>
                <c:pt idx="19199">
                  <c:v>7.6</c:v>
                </c:pt>
                <c:pt idx="19200">
                  <c:v>5.9</c:v>
                </c:pt>
                <c:pt idx="19201">
                  <c:v>5.5</c:v>
                </c:pt>
                <c:pt idx="19202">
                  <c:v>6.2</c:v>
                </c:pt>
                <c:pt idx="19203">
                  <c:v>7.5</c:v>
                </c:pt>
                <c:pt idx="19204">
                  <c:v>5</c:v>
                </c:pt>
                <c:pt idx="19205">
                  <c:v>6.6</c:v>
                </c:pt>
                <c:pt idx="19206">
                  <c:v>9.6</c:v>
                </c:pt>
                <c:pt idx="19207">
                  <c:v>5.5</c:v>
                </c:pt>
                <c:pt idx="19208">
                  <c:v>7</c:v>
                </c:pt>
                <c:pt idx="19209">
                  <c:v>8</c:v>
                </c:pt>
                <c:pt idx="19210">
                  <c:v>5.6</c:v>
                </c:pt>
                <c:pt idx="19211">
                  <c:v>4.0999999999999996</c:v>
                </c:pt>
                <c:pt idx="19212">
                  <c:v>9.1</c:v>
                </c:pt>
                <c:pt idx="19213">
                  <c:v>7</c:v>
                </c:pt>
                <c:pt idx="19214">
                  <c:v>5.7</c:v>
                </c:pt>
                <c:pt idx="19215">
                  <c:v>4.3</c:v>
                </c:pt>
                <c:pt idx="19216">
                  <c:v>6.3</c:v>
                </c:pt>
                <c:pt idx="19217">
                  <c:v>7.1</c:v>
                </c:pt>
                <c:pt idx="19218">
                  <c:v>8.6</c:v>
                </c:pt>
                <c:pt idx="19219">
                  <c:v>9</c:v>
                </c:pt>
                <c:pt idx="19220">
                  <c:v>4.9000000000000004</c:v>
                </c:pt>
                <c:pt idx="19221">
                  <c:v>5</c:v>
                </c:pt>
                <c:pt idx="19222">
                  <c:v>6.8</c:v>
                </c:pt>
                <c:pt idx="19223">
                  <c:v>9.1</c:v>
                </c:pt>
                <c:pt idx="19224">
                  <c:v>4.3</c:v>
                </c:pt>
                <c:pt idx="19225">
                  <c:v>5</c:v>
                </c:pt>
                <c:pt idx="19226">
                  <c:v>8.6</c:v>
                </c:pt>
                <c:pt idx="19227">
                  <c:v>6.5</c:v>
                </c:pt>
                <c:pt idx="19228">
                  <c:v>8</c:v>
                </c:pt>
                <c:pt idx="19229">
                  <c:v>9.6999999999999993</c:v>
                </c:pt>
                <c:pt idx="19230">
                  <c:v>5.5</c:v>
                </c:pt>
                <c:pt idx="19231">
                  <c:v>4.2</c:v>
                </c:pt>
                <c:pt idx="19232">
                  <c:v>7.9</c:v>
                </c:pt>
                <c:pt idx="19233">
                  <c:v>6.7</c:v>
                </c:pt>
                <c:pt idx="19234">
                  <c:v>4.5999999999999996</c:v>
                </c:pt>
                <c:pt idx="19235">
                  <c:v>5.9</c:v>
                </c:pt>
                <c:pt idx="19236">
                  <c:v>5.5</c:v>
                </c:pt>
                <c:pt idx="19237">
                  <c:v>7.5</c:v>
                </c:pt>
                <c:pt idx="19238">
                  <c:v>9.6999999999999993</c:v>
                </c:pt>
                <c:pt idx="19239">
                  <c:v>5.0999999999999996</c:v>
                </c:pt>
                <c:pt idx="19240">
                  <c:v>7.7</c:v>
                </c:pt>
                <c:pt idx="19241">
                  <c:v>4.9000000000000004</c:v>
                </c:pt>
                <c:pt idx="19242">
                  <c:v>5</c:v>
                </c:pt>
                <c:pt idx="19243">
                  <c:v>6.7</c:v>
                </c:pt>
                <c:pt idx="19244">
                  <c:v>4.5</c:v>
                </c:pt>
                <c:pt idx="19245">
                  <c:v>7.5</c:v>
                </c:pt>
                <c:pt idx="19246">
                  <c:v>9.9</c:v>
                </c:pt>
                <c:pt idx="19247">
                  <c:v>8.6999999999999993</c:v>
                </c:pt>
                <c:pt idx="19248">
                  <c:v>4.2</c:v>
                </c:pt>
                <c:pt idx="19249">
                  <c:v>8.5</c:v>
                </c:pt>
                <c:pt idx="19250">
                  <c:v>4.5999999999999996</c:v>
                </c:pt>
                <c:pt idx="19251">
                  <c:v>6.5</c:v>
                </c:pt>
                <c:pt idx="19252">
                  <c:v>4.4000000000000004</c:v>
                </c:pt>
                <c:pt idx="19253">
                  <c:v>8.8000000000000007</c:v>
                </c:pt>
                <c:pt idx="19254">
                  <c:v>8.1</c:v>
                </c:pt>
                <c:pt idx="19255">
                  <c:v>7</c:v>
                </c:pt>
                <c:pt idx="19256">
                  <c:v>7.8</c:v>
                </c:pt>
                <c:pt idx="19257">
                  <c:v>9.9</c:v>
                </c:pt>
                <c:pt idx="19258">
                  <c:v>5.6</c:v>
                </c:pt>
                <c:pt idx="19259">
                  <c:v>8.8000000000000007</c:v>
                </c:pt>
                <c:pt idx="19260">
                  <c:v>8.8000000000000007</c:v>
                </c:pt>
                <c:pt idx="19261">
                  <c:v>6.7</c:v>
                </c:pt>
                <c:pt idx="19262">
                  <c:v>5.6</c:v>
                </c:pt>
                <c:pt idx="19263">
                  <c:v>9.6</c:v>
                </c:pt>
                <c:pt idx="19264">
                  <c:v>7.5</c:v>
                </c:pt>
                <c:pt idx="19265">
                  <c:v>7.3</c:v>
                </c:pt>
                <c:pt idx="19266">
                  <c:v>4.8</c:v>
                </c:pt>
                <c:pt idx="19267">
                  <c:v>5.6</c:v>
                </c:pt>
                <c:pt idx="19268">
                  <c:v>7.5</c:v>
                </c:pt>
                <c:pt idx="19269">
                  <c:v>6.7</c:v>
                </c:pt>
                <c:pt idx="19270">
                  <c:v>6.7</c:v>
                </c:pt>
                <c:pt idx="19271">
                  <c:v>6.1</c:v>
                </c:pt>
                <c:pt idx="19272">
                  <c:v>9.9</c:v>
                </c:pt>
                <c:pt idx="19273">
                  <c:v>7.6</c:v>
                </c:pt>
                <c:pt idx="19274">
                  <c:v>5.3</c:v>
                </c:pt>
                <c:pt idx="19275">
                  <c:v>8.8000000000000007</c:v>
                </c:pt>
                <c:pt idx="19276">
                  <c:v>8.1</c:v>
                </c:pt>
                <c:pt idx="19277">
                  <c:v>5.8</c:v>
                </c:pt>
                <c:pt idx="19278">
                  <c:v>5.5</c:v>
                </c:pt>
                <c:pt idx="19279">
                  <c:v>6</c:v>
                </c:pt>
                <c:pt idx="19280">
                  <c:v>8.1999999999999993</c:v>
                </c:pt>
                <c:pt idx="19281">
                  <c:v>7.9</c:v>
                </c:pt>
                <c:pt idx="19282">
                  <c:v>6.1</c:v>
                </c:pt>
                <c:pt idx="19283">
                  <c:v>6.9</c:v>
                </c:pt>
                <c:pt idx="19284">
                  <c:v>9.1999999999999993</c:v>
                </c:pt>
                <c:pt idx="19285">
                  <c:v>6.3</c:v>
                </c:pt>
                <c:pt idx="19286">
                  <c:v>6.9</c:v>
                </c:pt>
                <c:pt idx="19287">
                  <c:v>6.5</c:v>
                </c:pt>
                <c:pt idx="19288">
                  <c:v>5.3</c:v>
                </c:pt>
                <c:pt idx="19289">
                  <c:v>7.5</c:v>
                </c:pt>
                <c:pt idx="19290">
                  <c:v>4.5</c:v>
                </c:pt>
                <c:pt idx="19291">
                  <c:v>7.4</c:v>
                </c:pt>
                <c:pt idx="19292">
                  <c:v>7.2</c:v>
                </c:pt>
                <c:pt idx="19293">
                  <c:v>5.7</c:v>
                </c:pt>
                <c:pt idx="19294">
                  <c:v>7.4</c:v>
                </c:pt>
                <c:pt idx="19295">
                  <c:v>9.1</c:v>
                </c:pt>
                <c:pt idx="19296">
                  <c:v>8.4</c:v>
                </c:pt>
                <c:pt idx="19297">
                  <c:v>7.4</c:v>
                </c:pt>
                <c:pt idx="19298">
                  <c:v>9.1999999999999993</c:v>
                </c:pt>
                <c:pt idx="19299">
                  <c:v>9</c:v>
                </c:pt>
                <c:pt idx="19300">
                  <c:v>9.8000000000000007</c:v>
                </c:pt>
                <c:pt idx="19301">
                  <c:v>5.7</c:v>
                </c:pt>
                <c:pt idx="19302">
                  <c:v>8.4</c:v>
                </c:pt>
                <c:pt idx="19303">
                  <c:v>7.6</c:v>
                </c:pt>
                <c:pt idx="19304">
                  <c:v>6.3</c:v>
                </c:pt>
                <c:pt idx="19305">
                  <c:v>6.8</c:v>
                </c:pt>
                <c:pt idx="19306">
                  <c:v>7.7</c:v>
                </c:pt>
                <c:pt idx="19307">
                  <c:v>7.1</c:v>
                </c:pt>
                <c:pt idx="19308">
                  <c:v>6.8</c:v>
                </c:pt>
                <c:pt idx="19309">
                  <c:v>7</c:v>
                </c:pt>
                <c:pt idx="19310">
                  <c:v>9</c:v>
                </c:pt>
                <c:pt idx="19311">
                  <c:v>7</c:v>
                </c:pt>
                <c:pt idx="19312">
                  <c:v>7.3</c:v>
                </c:pt>
                <c:pt idx="19313">
                  <c:v>5.9</c:v>
                </c:pt>
                <c:pt idx="19314">
                  <c:v>5.4</c:v>
                </c:pt>
                <c:pt idx="19315">
                  <c:v>4.5</c:v>
                </c:pt>
                <c:pt idx="19316">
                  <c:v>6</c:v>
                </c:pt>
                <c:pt idx="19317">
                  <c:v>9.6</c:v>
                </c:pt>
                <c:pt idx="19318">
                  <c:v>7.4</c:v>
                </c:pt>
                <c:pt idx="19319">
                  <c:v>8.6</c:v>
                </c:pt>
                <c:pt idx="19320">
                  <c:v>6.2</c:v>
                </c:pt>
                <c:pt idx="19321">
                  <c:v>9.8000000000000007</c:v>
                </c:pt>
                <c:pt idx="19322">
                  <c:v>8.6</c:v>
                </c:pt>
                <c:pt idx="19323">
                  <c:v>5.4</c:v>
                </c:pt>
                <c:pt idx="19324">
                  <c:v>7.3</c:v>
                </c:pt>
                <c:pt idx="19325">
                  <c:v>9.4</c:v>
                </c:pt>
                <c:pt idx="19326">
                  <c:v>5</c:v>
                </c:pt>
                <c:pt idx="19327">
                  <c:v>9.5</c:v>
                </c:pt>
                <c:pt idx="19328">
                  <c:v>7.8</c:v>
                </c:pt>
                <c:pt idx="19329">
                  <c:v>8.1999999999999993</c:v>
                </c:pt>
                <c:pt idx="19330">
                  <c:v>4.7</c:v>
                </c:pt>
                <c:pt idx="19331">
                  <c:v>7.1</c:v>
                </c:pt>
                <c:pt idx="19332">
                  <c:v>5.8</c:v>
                </c:pt>
                <c:pt idx="19333">
                  <c:v>5.2</c:v>
                </c:pt>
                <c:pt idx="19334">
                  <c:v>9.1</c:v>
                </c:pt>
                <c:pt idx="19335">
                  <c:v>6.2</c:v>
                </c:pt>
                <c:pt idx="19336">
                  <c:v>5.3</c:v>
                </c:pt>
                <c:pt idx="19337">
                  <c:v>4.8</c:v>
                </c:pt>
                <c:pt idx="19338">
                  <c:v>5.5</c:v>
                </c:pt>
                <c:pt idx="19339">
                  <c:v>5.6</c:v>
                </c:pt>
                <c:pt idx="19340">
                  <c:v>8.1999999999999993</c:v>
                </c:pt>
                <c:pt idx="19341">
                  <c:v>8.1</c:v>
                </c:pt>
                <c:pt idx="19342">
                  <c:v>5.9</c:v>
                </c:pt>
                <c:pt idx="19343">
                  <c:v>7.8</c:v>
                </c:pt>
                <c:pt idx="19344">
                  <c:v>9.1</c:v>
                </c:pt>
                <c:pt idx="19345">
                  <c:v>10</c:v>
                </c:pt>
                <c:pt idx="19346">
                  <c:v>4.5999999999999996</c:v>
                </c:pt>
                <c:pt idx="19347">
                  <c:v>7.3</c:v>
                </c:pt>
                <c:pt idx="19348">
                  <c:v>6.6</c:v>
                </c:pt>
                <c:pt idx="19349">
                  <c:v>8.8000000000000007</c:v>
                </c:pt>
                <c:pt idx="19350">
                  <c:v>4.2</c:v>
                </c:pt>
                <c:pt idx="19351">
                  <c:v>7.6</c:v>
                </c:pt>
                <c:pt idx="19352">
                  <c:v>5.2</c:v>
                </c:pt>
                <c:pt idx="19353">
                  <c:v>5.3</c:v>
                </c:pt>
                <c:pt idx="19354">
                  <c:v>7.1</c:v>
                </c:pt>
                <c:pt idx="19355">
                  <c:v>4.5</c:v>
                </c:pt>
                <c:pt idx="19356">
                  <c:v>8.6</c:v>
                </c:pt>
                <c:pt idx="19357">
                  <c:v>6.4</c:v>
                </c:pt>
                <c:pt idx="19358">
                  <c:v>8.4</c:v>
                </c:pt>
                <c:pt idx="19359">
                  <c:v>4.5999999999999996</c:v>
                </c:pt>
                <c:pt idx="19360">
                  <c:v>7.4</c:v>
                </c:pt>
                <c:pt idx="19361">
                  <c:v>4.5</c:v>
                </c:pt>
                <c:pt idx="19362">
                  <c:v>4.5</c:v>
                </c:pt>
                <c:pt idx="19363">
                  <c:v>6.5</c:v>
                </c:pt>
                <c:pt idx="19364">
                  <c:v>8.6</c:v>
                </c:pt>
                <c:pt idx="19365">
                  <c:v>5</c:v>
                </c:pt>
                <c:pt idx="19366">
                  <c:v>7.8</c:v>
                </c:pt>
                <c:pt idx="19367">
                  <c:v>7.8</c:v>
                </c:pt>
                <c:pt idx="19368">
                  <c:v>4.0999999999999996</c:v>
                </c:pt>
                <c:pt idx="19369">
                  <c:v>4.0999999999999996</c:v>
                </c:pt>
                <c:pt idx="19370">
                  <c:v>7.2</c:v>
                </c:pt>
                <c:pt idx="19371">
                  <c:v>5</c:v>
                </c:pt>
                <c:pt idx="19372">
                  <c:v>8.6</c:v>
                </c:pt>
                <c:pt idx="19373">
                  <c:v>6.2</c:v>
                </c:pt>
                <c:pt idx="19374">
                  <c:v>4.4000000000000004</c:v>
                </c:pt>
                <c:pt idx="19375">
                  <c:v>9.9</c:v>
                </c:pt>
                <c:pt idx="19376">
                  <c:v>9.1999999999999993</c:v>
                </c:pt>
                <c:pt idx="19377">
                  <c:v>5.0999999999999996</c:v>
                </c:pt>
                <c:pt idx="19378">
                  <c:v>7.3</c:v>
                </c:pt>
                <c:pt idx="19379">
                  <c:v>9.5</c:v>
                </c:pt>
                <c:pt idx="19380">
                  <c:v>10</c:v>
                </c:pt>
                <c:pt idx="19381">
                  <c:v>9.5</c:v>
                </c:pt>
                <c:pt idx="19382">
                  <c:v>8</c:v>
                </c:pt>
                <c:pt idx="19383">
                  <c:v>9.9</c:v>
                </c:pt>
                <c:pt idx="19384">
                  <c:v>8.3000000000000007</c:v>
                </c:pt>
                <c:pt idx="19385">
                  <c:v>5.3</c:v>
                </c:pt>
                <c:pt idx="19386">
                  <c:v>5.3</c:v>
                </c:pt>
                <c:pt idx="19387">
                  <c:v>6.9</c:v>
                </c:pt>
                <c:pt idx="19388">
                  <c:v>5.0999999999999996</c:v>
                </c:pt>
                <c:pt idx="19389">
                  <c:v>9.9</c:v>
                </c:pt>
                <c:pt idx="19390">
                  <c:v>4.0999999999999996</c:v>
                </c:pt>
                <c:pt idx="19391">
                  <c:v>9.9</c:v>
                </c:pt>
                <c:pt idx="19392">
                  <c:v>7.7</c:v>
                </c:pt>
                <c:pt idx="19393">
                  <c:v>4.9000000000000004</c:v>
                </c:pt>
                <c:pt idx="19394">
                  <c:v>9.5</c:v>
                </c:pt>
                <c:pt idx="19395">
                  <c:v>5.3</c:v>
                </c:pt>
                <c:pt idx="19396">
                  <c:v>5.3</c:v>
                </c:pt>
                <c:pt idx="19397">
                  <c:v>8.5</c:v>
                </c:pt>
                <c:pt idx="19398">
                  <c:v>6.7</c:v>
                </c:pt>
                <c:pt idx="19399">
                  <c:v>7.4</c:v>
                </c:pt>
                <c:pt idx="19400">
                  <c:v>5.6</c:v>
                </c:pt>
                <c:pt idx="19401">
                  <c:v>7.5</c:v>
                </c:pt>
                <c:pt idx="19402">
                  <c:v>7.7</c:v>
                </c:pt>
                <c:pt idx="19403">
                  <c:v>4.4000000000000004</c:v>
                </c:pt>
                <c:pt idx="19404">
                  <c:v>4.5999999999999996</c:v>
                </c:pt>
                <c:pt idx="19405">
                  <c:v>4</c:v>
                </c:pt>
                <c:pt idx="19406">
                  <c:v>5.9</c:v>
                </c:pt>
                <c:pt idx="19407">
                  <c:v>5.0999999999999996</c:v>
                </c:pt>
                <c:pt idx="19408">
                  <c:v>9.3000000000000007</c:v>
                </c:pt>
                <c:pt idx="19409">
                  <c:v>9.1</c:v>
                </c:pt>
                <c:pt idx="19410">
                  <c:v>5.0999999999999996</c:v>
                </c:pt>
                <c:pt idx="19411">
                  <c:v>8.9</c:v>
                </c:pt>
                <c:pt idx="19412">
                  <c:v>5.4</c:v>
                </c:pt>
                <c:pt idx="19413">
                  <c:v>9.5</c:v>
                </c:pt>
                <c:pt idx="19414">
                  <c:v>6.6</c:v>
                </c:pt>
                <c:pt idx="19415">
                  <c:v>9.1999999999999993</c:v>
                </c:pt>
                <c:pt idx="19416">
                  <c:v>9.4</c:v>
                </c:pt>
                <c:pt idx="19417">
                  <c:v>8.4</c:v>
                </c:pt>
                <c:pt idx="19418">
                  <c:v>9.6999999999999993</c:v>
                </c:pt>
                <c:pt idx="19419">
                  <c:v>5.6</c:v>
                </c:pt>
                <c:pt idx="19420">
                  <c:v>7.9</c:v>
                </c:pt>
                <c:pt idx="19421">
                  <c:v>9.8000000000000007</c:v>
                </c:pt>
                <c:pt idx="19422">
                  <c:v>6.1</c:v>
                </c:pt>
                <c:pt idx="19423">
                  <c:v>5.4</c:v>
                </c:pt>
                <c:pt idx="19424">
                  <c:v>8.3000000000000007</c:v>
                </c:pt>
                <c:pt idx="19425">
                  <c:v>8</c:v>
                </c:pt>
                <c:pt idx="19426">
                  <c:v>8.8000000000000007</c:v>
                </c:pt>
                <c:pt idx="19427">
                  <c:v>7.9</c:v>
                </c:pt>
                <c:pt idx="19428">
                  <c:v>9.5</c:v>
                </c:pt>
                <c:pt idx="19429">
                  <c:v>5.5</c:v>
                </c:pt>
                <c:pt idx="19430">
                  <c:v>7.2</c:v>
                </c:pt>
                <c:pt idx="19431">
                  <c:v>4.0999999999999996</c:v>
                </c:pt>
                <c:pt idx="19432">
                  <c:v>5.6</c:v>
                </c:pt>
                <c:pt idx="19433">
                  <c:v>5.9</c:v>
                </c:pt>
                <c:pt idx="19434">
                  <c:v>4.2</c:v>
                </c:pt>
                <c:pt idx="19435">
                  <c:v>6.6</c:v>
                </c:pt>
                <c:pt idx="19436">
                  <c:v>6.2</c:v>
                </c:pt>
                <c:pt idx="19437">
                  <c:v>4.0999999999999996</c:v>
                </c:pt>
                <c:pt idx="19438">
                  <c:v>7.7</c:v>
                </c:pt>
                <c:pt idx="19439">
                  <c:v>5.8</c:v>
                </c:pt>
                <c:pt idx="19440">
                  <c:v>8.8000000000000007</c:v>
                </c:pt>
                <c:pt idx="19441">
                  <c:v>6.6</c:v>
                </c:pt>
                <c:pt idx="19442">
                  <c:v>5.5</c:v>
                </c:pt>
                <c:pt idx="19443">
                  <c:v>5</c:v>
                </c:pt>
                <c:pt idx="19444">
                  <c:v>5</c:v>
                </c:pt>
                <c:pt idx="19445">
                  <c:v>5.4</c:v>
                </c:pt>
                <c:pt idx="19446">
                  <c:v>8.1</c:v>
                </c:pt>
                <c:pt idx="19447">
                  <c:v>5.9</c:v>
                </c:pt>
                <c:pt idx="19448">
                  <c:v>5.8</c:v>
                </c:pt>
                <c:pt idx="19449">
                  <c:v>7.5</c:v>
                </c:pt>
                <c:pt idx="19450">
                  <c:v>8.4</c:v>
                </c:pt>
                <c:pt idx="19451">
                  <c:v>6.9</c:v>
                </c:pt>
                <c:pt idx="19452">
                  <c:v>9.1</c:v>
                </c:pt>
                <c:pt idx="19453">
                  <c:v>6.7</c:v>
                </c:pt>
                <c:pt idx="19454">
                  <c:v>7.2</c:v>
                </c:pt>
                <c:pt idx="19455">
                  <c:v>6.2</c:v>
                </c:pt>
                <c:pt idx="19456">
                  <c:v>7.2</c:v>
                </c:pt>
                <c:pt idx="19457">
                  <c:v>7.3</c:v>
                </c:pt>
                <c:pt idx="19458">
                  <c:v>6</c:v>
                </c:pt>
                <c:pt idx="19459">
                  <c:v>5.4</c:v>
                </c:pt>
                <c:pt idx="19460">
                  <c:v>8.6</c:v>
                </c:pt>
                <c:pt idx="19461">
                  <c:v>6</c:v>
                </c:pt>
                <c:pt idx="19462">
                  <c:v>6.6</c:v>
                </c:pt>
                <c:pt idx="19463">
                  <c:v>8.3000000000000007</c:v>
                </c:pt>
                <c:pt idx="19464">
                  <c:v>5.9</c:v>
                </c:pt>
                <c:pt idx="19465">
                  <c:v>9.5</c:v>
                </c:pt>
                <c:pt idx="19466">
                  <c:v>9.6999999999999993</c:v>
                </c:pt>
                <c:pt idx="19467">
                  <c:v>9</c:v>
                </c:pt>
                <c:pt idx="19468">
                  <c:v>6.8</c:v>
                </c:pt>
                <c:pt idx="19469">
                  <c:v>4.4000000000000004</c:v>
                </c:pt>
                <c:pt idx="19470">
                  <c:v>7.6</c:v>
                </c:pt>
                <c:pt idx="19471">
                  <c:v>4.3</c:v>
                </c:pt>
                <c:pt idx="19472">
                  <c:v>8.4</c:v>
                </c:pt>
                <c:pt idx="19473">
                  <c:v>7</c:v>
                </c:pt>
                <c:pt idx="19474">
                  <c:v>9.8000000000000007</c:v>
                </c:pt>
                <c:pt idx="19475">
                  <c:v>4.0999999999999996</c:v>
                </c:pt>
                <c:pt idx="19476">
                  <c:v>8</c:v>
                </c:pt>
                <c:pt idx="19477">
                  <c:v>9.1</c:v>
                </c:pt>
                <c:pt idx="19478">
                  <c:v>7.5</c:v>
                </c:pt>
                <c:pt idx="19479">
                  <c:v>8</c:v>
                </c:pt>
                <c:pt idx="19480">
                  <c:v>7.8</c:v>
                </c:pt>
                <c:pt idx="19481">
                  <c:v>5.3</c:v>
                </c:pt>
                <c:pt idx="19482">
                  <c:v>6.7</c:v>
                </c:pt>
                <c:pt idx="19483">
                  <c:v>5.0999999999999996</c:v>
                </c:pt>
                <c:pt idx="19484">
                  <c:v>6.2</c:v>
                </c:pt>
                <c:pt idx="19485">
                  <c:v>5.9</c:v>
                </c:pt>
                <c:pt idx="19486">
                  <c:v>5.6</c:v>
                </c:pt>
                <c:pt idx="19487">
                  <c:v>7.7</c:v>
                </c:pt>
                <c:pt idx="19488">
                  <c:v>5.3</c:v>
                </c:pt>
                <c:pt idx="19489">
                  <c:v>4.3</c:v>
                </c:pt>
                <c:pt idx="19490">
                  <c:v>6</c:v>
                </c:pt>
                <c:pt idx="19491">
                  <c:v>7.3</c:v>
                </c:pt>
                <c:pt idx="19492">
                  <c:v>9.9</c:v>
                </c:pt>
                <c:pt idx="19493">
                  <c:v>5.5</c:v>
                </c:pt>
                <c:pt idx="19494">
                  <c:v>5.2</c:v>
                </c:pt>
                <c:pt idx="19495">
                  <c:v>5</c:v>
                </c:pt>
                <c:pt idx="19496">
                  <c:v>6.9</c:v>
                </c:pt>
                <c:pt idx="19497">
                  <c:v>8.5</c:v>
                </c:pt>
                <c:pt idx="19498">
                  <c:v>9.8000000000000007</c:v>
                </c:pt>
                <c:pt idx="19499">
                  <c:v>9.6999999999999993</c:v>
                </c:pt>
                <c:pt idx="19500">
                  <c:v>9.1</c:v>
                </c:pt>
                <c:pt idx="19501">
                  <c:v>4.3</c:v>
                </c:pt>
                <c:pt idx="19502">
                  <c:v>4.2</c:v>
                </c:pt>
                <c:pt idx="19503">
                  <c:v>10</c:v>
                </c:pt>
                <c:pt idx="19504">
                  <c:v>4.0999999999999996</c:v>
                </c:pt>
                <c:pt idx="19505">
                  <c:v>8.1</c:v>
                </c:pt>
                <c:pt idx="19506">
                  <c:v>6.8</c:v>
                </c:pt>
                <c:pt idx="19507">
                  <c:v>4.4000000000000004</c:v>
                </c:pt>
                <c:pt idx="19508">
                  <c:v>8.3000000000000007</c:v>
                </c:pt>
                <c:pt idx="19509">
                  <c:v>6.8</c:v>
                </c:pt>
                <c:pt idx="19510">
                  <c:v>4.8</c:v>
                </c:pt>
                <c:pt idx="19511">
                  <c:v>4</c:v>
                </c:pt>
                <c:pt idx="19512">
                  <c:v>9.3000000000000007</c:v>
                </c:pt>
                <c:pt idx="19513">
                  <c:v>9.6999999999999993</c:v>
                </c:pt>
                <c:pt idx="19514">
                  <c:v>7.9</c:v>
                </c:pt>
                <c:pt idx="19515">
                  <c:v>9.6</c:v>
                </c:pt>
                <c:pt idx="19516">
                  <c:v>9.5</c:v>
                </c:pt>
                <c:pt idx="19517">
                  <c:v>9.6</c:v>
                </c:pt>
                <c:pt idx="19518">
                  <c:v>7.5</c:v>
                </c:pt>
                <c:pt idx="19519">
                  <c:v>9.3000000000000007</c:v>
                </c:pt>
                <c:pt idx="19520">
                  <c:v>7</c:v>
                </c:pt>
                <c:pt idx="19521">
                  <c:v>6</c:v>
                </c:pt>
                <c:pt idx="19522">
                  <c:v>9.1999999999999993</c:v>
                </c:pt>
                <c:pt idx="19523">
                  <c:v>7.3</c:v>
                </c:pt>
                <c:pt idx="19524">
                  <c:v>8.4</c:v>
                </c:pt>
                <c:pt idx="19525">
                  <c:v>6.3</c:v>
                </c:pt>
                <c:pt idx="19526">
                  <c:v>8.3000000000000007</c:v>
                </c:pt>
                <c:pt idx="19527">
                  <c:v>5.9</c:v>
                </c:pt>
                <c:pt idx="19528">
                  <c:v>6.4</c:v>
                </c:pt>
                <c:pt idx="19529">
                  <c:v>4.7</c:v>
                </c:pt>
                <c:pt idx="19530">
                  <c:v>7.1</c:v>
                </c:pt>
                <c:pt idx="19531">
                  <c:v>4.2</c:v>
                </c:pt>
                <c:pt idx="19532">
                  <c:v>7.1</c:v>
                </c:pt>
                <c:pt idx="19533">
                  <c:v>4.4000000000000004</c:v>
                </c:pt>
                <c:pt idx="19534">
                  <c:v>9.6999999999999993</c:v>
                </c:pt>
                <c:pt idx="19535">
                  <c:v>5.9</c:v>
                </c:pt>
                <c:pt idx="19536">
                  <c:v>6.1</c:v>
                </c:pt>
                <c:pt idx="19537">
                  <c:v>9.1</c:v>
                </c:pt>
                <c:pt idx="19538">
                  <c:v>7.9</c:v>
                </c:pt>
                <c:pt idx="19539">
                  <c:v>8.9</c:v>
                </c:pt>
                <c:pt idx="19540">
                  <c:v>7.8</c:v>
                </c:pt>
                <c:pt idx="19541">
                  <c:v>8</c:v>
                </c:pt>
                <c:pt idx="19542">
                  <c:v>7.9</c:v>
                </c:pt>
                <c:pt idx="19543">
                  <c:v>5.0999999999999996</c:v>
                </c:pt>
                <c:pt idx="19544">
                  <c:v>8.3000000000000007</c:v>
                </c:pt>
                <c:pt idx="19545">
                  <c:v>6.7</c:v>
                </c:pt>
                <c:pt idx="19546">
                  <c:v>4.2</c:v>
                </c:pt>
                <c:pt idx="19547">
                  <c:v>8.5</c:v>
                </c:pt>
                <c:pt idx="19548">
                  <c:v>8.6</c:v>
                </c:pt>
                <c:pt idx="19549">
                  <c:v>6.2</c:v>
                </c:pt>
                <c:pt idx="19550">
                  <c:v>9.1</c:v>
                </c:pt>
                <c:pt idx="19551">
                  <c:v>5.0999999999999996</c:v>
                </c:pt>
                <c:pt idx="19552">
                  <c:v>6.8</c:v>
                </c:pt>
                <c:pt idx="19553">
                  <c:v>5.0999999999999996</c:v>
                </c:pt>
                <c:pt idx="19554">
                  <c:v>7.8</c:v>
                </c:pt>
                <c:pt idx="19555">
                  <c:v>8</c:v>
                </c:pt>
                <c:pt idx="19556">
                  <c:v>6.2</c:v>
                </c:pt>
                <c:pt idx="19557">
                  <c:v>5.0999999999999996</c:v>
                </c:pt>
                <c:pt idx="19558">
                  <c:v>5.7</c:v>
                </c:pt>
                <c:pt idx="19559">
                  <c:v>9.6999999999999993</c:v>
                </c:pt>
                <c:pt idx="19560">
                  <c:v>8.8000000000000007</c:v>
                </c:pt>
                <c:pt idx="19561">
                  <c:v>4.7</c:v>
                </c:pt>
                <c:pt idx="19562">
                  <c:v>9.8000000000000007</c:v>
                </c:pt>
                <c:pt idx="19563">
                  <c:v>6</c:v>
                </c:pt>
                <c:pt idx="19564">
                  <c:v>5.3</c:v>
                </c:pt>
                <c:pt idx="19565">
                  <c:v>4.5999999999999996</c:v>
                </c:pt>
                <c:pt idx="19566">
                  <c:v>5.9</c:v>
                </c:pt>
                <c:pt idx="19567">
                  <c:v>5.4</c:v>
                </c:pt>
                <c:pt idx="19568">
                  <c:v>6.1</c:v>
                </c:pt>
                <c:pt idx="19569">
                  <c:v>4.5</c:v>
                </c:pt>
                <c:pt idx="19570">
                  <c:v>9.9</c:v>
                </c:pt>
                <c:pt idx="19571">
                  <c:v>6.8</c:v>
                </c:pt>
                <c:pt idx="19572">
                  <c:v>6.2</c:v>
                </c:pt>
                <c:pt idx="19573">
                  <c:v>9.9</c:v>
                </c:pt>
                <c:pt idx="19574">
                  <c:v>9.6999999999999993</c:v>
                </c:pt>
                <c:pt idx="19575">
                  <c:v>7</c:v>
                </c:pt>
                <c:pt idx="19576">
                  <c:v>5.2</c:v>
                </c:pt>
                <c:pt idx="19577">
                  <c:v>9.5</c:v>
                </c:pt>
                <c:pt idx="19578">
                  <c:v>8.1</c:v>
                </c:pt>
                <c:pt idx="19579">
                  <c:v>7.8</c:v>
                </c:pt>
                <c:pt idx="19580">
                  <c:v>7.5</c:v>
                </c:pt>
                <c:pt idx="19581">
                  <c:v>8.6999999999999993</c:v>
                </c:pt>
                <c:pt idx="19582">
                  <c:v>4.7</c:v>
                </c:pt>
                <c:pt idx="19583">
                  <c:v>4.5999999999999996</c:v>
                </c:pt>
                <c:pt idx="19584">
                  <c:v>6</c:v>
                </c:pt>
                <c:pt idx="19585">
                  <c:v>7.7</c:v>
                </c:pt>
                <c:pt idx="19586">
                  <c:v>7.1</c:v>
                </c:pt>
                <c:pt idx="19587">
                  <c:v>6</c:v>
                </c:pt>
                <c:pt idx="19588">
                  <c:v>9.5</c:v>
                </c:pt>
                <c:pt idx="19589">
                  <c:v>8.1</c:v>
                </c:pt>
                <c:pt idx="19590">
                  <c:v>5</c:v>
                </c:pt>
                <c:pt idx="19591">
                  <c:v>5.9</c:v>
                </c:pt>
                <c:pt idx="19592">
                  <c:v>4.5999999999999996</c:v>
                </c:pt>
                <c:pt idx="19593">
                  <c:v>6.9</c:v>
                </c:pt>
                <c:pt idx="19594">
                  <c:v>4.9000000000000004</c:v>
                </c:pt>
                <c:pt idx="19595">
                  <c:v>4.0999999999999996</c:v>
                </c:pt>
                <c:pt idx="19596">
                  <c:v>9.3000000000000007</c:v>
                </c:pt>
                <c:pt idx="19597">
                  <c:v>7.9</c:v>
                </c:pt>
                <c:pt idx="19598">
                  <c:v>6.7</c:v>
                </c:pt>
                <c:pt idx="19599">
                  <c:v>7.1</c:v>
                </c:pt>
                <c:pt idx="19600">
                  <c:v>6.9</c:v>
                </c:pt>
                <c:pt idx="19601">
                  <c:v>8.9</c:v>
                </c:pt>
                <c:pt idx="19602">
                  <c:v>5.5</c:v>
                </c:pt>
                <c:pt idx="19603">
                  <c:v>8</c:v>
                </c:pt>
                <c:pt idx="19604">
                  <c:v>4.5</c:v>
                </c:pt>
                <c:pt idx="19605">
                  <c:v>6.7</c:v>
                </c:pt>
                <c:pt idx="19606">
                  <c:v>8.4</c:v>
                </c:pt>
                <c:pt idx="19607">
                  <c:v>8.4</c:v>
                </c:pt>
                <c:pt idx="19608">
                  <c:v>6.6</c:v>
                </c:pt>
                <c:pt idx="19609">
                  <c:v>4.0999999999999996</c:v>
                </c:pt>
                <c:pt idx="19610">
                  <c:v>4.4000000000000004</c:v>
                </c:pt>
                <c:pt idx="19611">
                  <c:v>4.2</c:v>
                </c:pt>
                <c:pt idx="19612">
                  <c:v>7.1</c:v>
                </c:pt>
                <c:pt idx="19613">
                  <c:v>8</c:v>
                </c:pt>
                <c:pt idx="19614">
                  <c:v>6.3</c:v>
                </c:pt>
                <c:pt idx="19615">
                  <c:v>8.6999999999999993</c:v>
                </c:pt>
                <c:pt idx="19616">
                  <c:v>8.1</c:v>
                </c:pt>
                <c:pt idx="19617">
                  <c:v>5.4</c:v>
                </c:pt>
                <c:pt idx="19618">
                  <c:v>4.2</c:v>
                </c:pt>
                <c:pt idx="19619">
                  <c:v>7.1</c:v>
                </c:pt>
                <c:pt idx="19620">
                  <c:v>8</c:v>
                </c:pt>
                <c:pt idx="19621">
                  <c:v>8</c:v>
                </c:pt>
                <c:pt idx="19622">
                  <c:v>8.1999999999999993</c:v>
                </c:pt>
                <c:pt idx="19623">
                  <c:v>9.8000000000000007</c:v>
                </c:pt>
                <c:pt idx="19624">
                  <c:v>8.1</c:v>
                </c:pt>
                <c:pt idx="19625">
                  <c:v>7.6</c:v>
                </c:pt>
                <c:pt idx="19626">
                  <c:v>8.9</c:v>
                </c:pt>
                <c:pt idx="19627">
                  <c:v>5.4</c:v>
                </c:pt>
                <c:pt idx="19628">
                  <c:v>9.5</c:v>
                </c:pt>
                <c:pt idx="19629">
                  <c:v>8.9</c:v>
                </c:pt>
                <c:pt idx="19630">
                  <c:v>4.7</c:v>
                </c:pt>
                <c:pt idx="19631">
                  <c:v>4.2</c:v>
                </c:pt>
                <c:pt idx="19632">
                  <c:v>4.7</c:v>
                </c:pt>
                <c:pt idx="19633">
                  <c:v>7.5</c:v>
                </c:pt>
                <c:pt idx="19634">
                  <c:v>6.3</c:v>
                </c:pt>
                <c:pt idx="19635">
                  <c:v>4.4000000000000004</c:v>
                </c:pt>
                <c:pt idx="19636">
                  <c:v>6.7</c:v>
                </c:pt>
                <c:pt idx="19637">
                  <c:v>7.9</c:v>
                </c:pt>
                <c:pt idx="19638">
                  <c:v>7.1</c:v>
                </c:pt>
                <c:pt idx="19639">
                  <c:v>8.6999999999999993</c:v>
                </c:pt>
                <c:pt idx="19640">
                  <c:v>5.4</c:v>
                </c:pt>
                <c:pt idx="19641">
                  <c:v>7.6</c:v>
                </c:pt>
                <c:pt idx="19642">
                  <c:v>9.6999999999999993</c:v>
                </c:pt>
                <c:pt idx="19643">
                  <c:v>4.0999999999999996</c:v>
                </c:pt>
                <c:pt idx="19644">
                  <c:v>9.8000000000000007</c:v>
                </c:pt>
                <c:pt idx="19645">
                  <c:v>6.3</c:v>
                </c:pt>
                <c:pt idx="19646">
                  <c:v>6.9</c:v>
                </c:pt>
                <c:pt idx="19647">
                  <c:v>9.9</c:v>
                </c:pt>
                <c:pt idx="19648">
                  <c:v>6.1</c:v>
                </c:pt>
                <c:pt idx="19649">
                  <c:v>6.8</c:v>
                </c:pt>
                <c:pt idx="19650">
                  <c:v>8.8000000000000007</c:v>
                </c:pt>
                <c:pt idx="19651">
                  <c:v>7.6</c:v>
                </c:pt>
                <c:pt idx="19652">
                  <c:v>9.1999999999999993</c:v>
                </c:pt>
                <c:pt idx="19653">
                  <c:v>9.3000000000000007</c:v>
                </c:pt>
                <c:pt idx="19654">
                  <c:v>9.9</c:v>
                </c:pt>
                <c:pt idx="19655">
                  <c:v>5.5</c:v>
                </c:pt>
                <c:pt idx="19656">
                  <c:v>5.3</c:v>
                </c:pt>
                <c:pt idx="19657">
                  <c:v>6.7</c:v>
                </c:pt>
                <c:pt idx="19658">
                  <c:v>9.1999999999999993</c:v>
                </c:pt>
                <c:pt idx="19659">
                  <c:v>8.1</c:v>
                </c:pt>
                <c:pt idx="19660">
                  <c:v>6.2</c:v>
                </c:pt>
                <c:pt idx="19661">
                  <c:v>6.2</c:v>
                </c:pt>
                <c:pt idx="19662">
                  <c:v>6.3</c:v>
                </c:pt>
                <c:pt idx="19663">
                  <c:v>6.2</c:v>
                </c:pt>
                <c:pt idx="19664">
                  <c:v>9.1999999999999993</c:v>
                </c:pt>
                <c:pt idx="19665">
                  <c:v>8.9</c:v>
                </c:pt>
                <c:pt idx="19666">
                  <c:v>6.1</c:v>
                </c:pt>
                <c:pt idx="19667">
                  <c:v>7.9</c:v>
                </c:pt>
                <c:pt idx="19668">
                  <c:v>5.2</c:v>
                </c:pt>
                <c:pt idx="19669">
                  <c:v>9.9</c:v>
                </c:pt>
                <c:pt idx="19670">
                  <c:v>4.9000000000000004</c:v>
                </c:pt>
                <c:pt idx="19671">
                  <c:v>6.3</c:v>
                </c:pt>
                <c:pt idx="19672">
                  <c:v>5.8</c:v>
                </c:pt>
                <c:pt idx="19673">
                  <c:v>5.2</c:v>
                </c:pt>
                <c:pt idx="19674">
                  <c:v>4.0999999999999996</c:v>
                </c:pt>
                <c:pt idx="19675">
                  <c:v>4.5999999999999996</c:v>
                </c:pt>
                <c:pt idx="19676">
                  <c:v>4.5999999999999996</c:v>
                </c:pt>
                <c:pt idx="19677">
                  <c:v>5.5</c:v>
                </c:pt>
                <c:pt idx="19678">
                  <c:v>6</c:v>
                </c:pt>
                <c:pt idx="19679">
                  <c:v>5.9</c:v>
                </c:pt>
                <c:pt idx="19680">
                  <c:v>8.4</c:v>
                </c:pt>
                <c:pt idx="19681">
                  <c:v>7</c:v>
                </c:pt>
                <c:pt idx="19682">
                  <c:v>5.2</c:v>
                </c:pt>
                <c:pt idx="19683">
                  <c:v>6.5</c:v>
                </c:pt>
                <c:pt idx="19684">
                  <c:v>8.9</c:v>
                </c:pt>
                <c:pt idx="19685">
                  <c:v>6.5</c:v>
                </c:pt>
                <c:pt idx="19686">
                  <c:v>4.2</c:v>
                </c:pt>
                <c:pt idx="19687">
                  <c:v>8.8000000000000007</c:v>
                </c:pt>
                <c:pt idx="19688">
                  <c:v>6.6</c:v>
                </c:pt>
                <c:pt idx="19689">
                  <c:v>4.5999999999999996</c:v>
                </c:pt>
                <c:pt idx="19690">
                  <c:v>9.3000000000000007</c:v>
                </c:pt>
                <c:pt idx="19691">
                  <c:v>4.7</c:v>
                </c:pt>
                <c:pt idx="19692">
                  <c:v>4.8</c:v>
                </c:pt>
                <c:pt idx="19693">
                  <c:v>8.8000000000000007</c:v>
                </c:pt>
                <c:pt idx="19694">
                  <c:v>5.5</c:v>
                </c:pt>
                <c:pt idx="19695">
                  <c:v>7.8</c:v>
                </c:pt>
                <c:pt idx="19696">
                  <c:v>8.9</c:v>
                </c:pt>
                <c:pt idx="19697">
                  <c:v>8.8000000000000007</c:v>
                </c:pt>
                <c:pt idx="19698">
                  <c:v>7.3</c:v>
                </c:pt>
                <c:pt idx="19699">
                  <c:v>8.4</c:v>
                </c:pt>
                <c:pt idx="19700">
                  <c:v>9.3000000000000007</c:v>
                </c:pt>
                <c:pt idx="19701">
                  <c:v>9.1999999999999993</c:v>
                </c:pt>
                <c:pt idx="19702">
                  <c:v>6.7</c:v>
                </c:pt>
                <c:pt idx="19703">
                  <c:v>9.8000000000000007</c:v>
                </c:pt>
                <c:pt idx="19704">
                  <c:v>6</c:v>
                </c:pt>
                <c:pt idx="19705">
                  <c:v>5.0999999999999996</c:v>
                </c:pt>
                <c:pt idx="19706">
                  <c:v>5.0999999999999996</c:v>
                </c:pt>
                <c:pt idx="19707">
                  <c:v>8.6999999999999993</c:v>
                </c:pt>
                <c:pt idx="19708">
                  <c:v>7</c:v>
                </c:pt>
                <c:pt idx="19709">
                  <c:v>9.1999999999999993</c:v>
                </c:pt>
                <c:pt idx="19710">
                  <c:v>9.5</c:v>
                </c:pt>
                <c:pt idx="19711">
                  <c:v>9.6</c:v>
                </c:pt>
                <c:pt idx="19712">
                  <c:v>7.3</c:v>
                </c:pt>
                <c:pt idx="19713">
                  <c:v>6.4</c:v>
                </c:pt>
                <c:pt idx="19714">
                  <c:v>8.3000000000000007</c:v>
                </c:pt>
                <c:pt idx="19715">
                  <c:v>6.2</c:v>
                </c:pt>
                <c:pt idx="19716">
                  <c:v>5.8</c:v>
                </c:pt>
                <c:pt idx="19717">
                  <c:v>7.3</c:v>
                </c:pt>
                <c:pt idx="19718">
                  <c:v>9.6</c:v>
                </c:pt>
                <c:pt idx="19719">
                  <c:v>9.3000000000000007</c:v>
                </c:pt>
                <c:pt idx="19720">
                  <c:v>5.4</c:v>
                </c:pt>
                <c:pt idx="19721">
                  <c:v>4.5999999999999996</c:v>
                </c:pt>
                <c:pt idx="19722">
                  <c:v>5</c:v>
                </c:pt>
                <c:pt idx="19723">
                  <c:v>5.2</c:v>
                </c:pt>
                <c:pt idx="19724">
                  <c:v>6.1</c:v>
                </c:pt>
                <c:pt idx="19725">
                  <c:v>7.7</c:v>
                </c:pt>
                <c:pt idx="19726">
                  <c:v>7.8</c:v>
                </c:pt>
                <c:pt idx="19727">
                  <c:v>5.3</c:v>
                </c:pt>
                <c:pt idx="19728">
                  <c:v>7.7</c:v>
                </c:pt>
                <c:pt idx="19729">
                  <c:v>9.6</c:v>
                </c:pt>
                <c:pt idx="19730">
                  <c:v>4.4000000000000004</c:v>
                </c:pt>
                <c:pt idx="19731">
                  <c:v>9.6</c:v>
                </c:pt>
                <c:pt idx="19732">
                  <c:v>7.8</c:v>
                </c:pt>
                <c:pt idx="19733">
                  <c:v>9.6999999999999993</c:v>
                </c:pt>
                <c:pt idx="19734">
                  <c:v>4.3</c:v>
                </c:pt>
                <c:pt idx="19735">
                  <c:v>8</c:v>
                </c:pt>
                <c:pt idx="19736">
                  <c:v>7.7</c:v>
                </c:pt>
                <c:pt idx="19737">
                  <c:v>8.1</c:v>
                </c:pt>
                <c:pt idx="19738">
                  <c:v>4.3</c:v>
                </c:pt>
                <c:pt idx="19739">
                  <c:v>8.4</c:v>
                </c:pt>
                <c:pt idx="19740">
                  <c:v>6.5</c:v>
                </c:pt>
                <c:pt idx="19741">
                  <c:v>8.1</c:v>
                </c:pt>
                <c:pt idx="19742">
                  <c:v>4.2</c:v>
                </c:pt>
                <c:pt idx="19743">
                  <c:v>5.2</c:v>
                </c:pt>
                <c:pt idx="19744">
                  <c:v>9.9</c:v>
                </c:pt>
                <c:pt idx="19745">
                  <c:v>9.5</c:v>
                </c:pt>
                <c:pt idx="19746">
                  <c:v>6.4</c:v>
                </c:pt>
                <c:pt idx="19747">
                  <c:v>7.5</c:v>
                </c:pt>
                <c:pt idx="19748">
                  <c:v>5.6</c:v>
                </c:pt>
                <c:pt idx="19749">
                  <c:v>5.0999999999999996</c:v>
                </c:pt>
                <c:pt idx="19750">
                  <c:v>9.6999999999999993</c:v>
                </c:pt>
                <c:pt idx="19751">
                  <c:v>5.5</c:v>
                </c:pt>
                <c:pt idx="19752">
                  <c:v>5.3</c:v>
                </c:pt>
                <c:pt idx="19753">
                  <c:v>9.8000000000000007</c:v>
                </c:pt>
                <c:pt idx="19754">
                  <c:v>5.0999999999999996</c:v>
                </c:pt>
                <c:pt idx="19755">
                  <c:v>8.8000000000000007</c:v>
                </c:pt>
                <c:pt idx="19756">
                  <c:v>4.5999999999999996</c:v>
                </c:pt>
                <c:pt idx="19757">
                  <c:v>5.2</c:v>
                </c:pt>
                <c:pt idx="19758">
                  <c:v>8.8000000000000007</c:v>
                </c:pt>
                <c:pt idx="19759">
                  <c:v>4</c:v>
                </c:pt>
                <c:pt idx="19760">
                  <c:v>4.7</c:v>
                </c:pt>
                <c:pt idx="19761">
                  <c:v>4.3</c:v>
                </c:pt>
                <c:pt idx="19762">
                  <c:v>9.6999999999999993</c:v>
                </c:pt>
                <c:pt idx="19763">
                  <c:v>9.9</c:v>
                </c:pt>
                <c:pt idx="19764">
                  <c:v>9.4</c:v>
                </c:pt>
                <c:pt idx="19765">
                  <c:v>9.5</c:v>
                </c:pt>
                <c:pt idx="19766">
                  <c:v>5.7</c:v>
                </c:pt>
                <c:pt idx="19767">
                  <c:v>6.1</c:v>
                </c:pt>
                <c:pt idx="19768">
                  <c:v>7.8</c:v>
                </c:pt>
                <c:pt idx="19769">
                  <c:v>8.6999999999999993</c:v>
                </c:pt>
                <c:pt idx="19770">
                  <c:v>4.5</c:v>
                </c:pt>
                <c:pt idx="19771">
                  <c:v>8.5</c:v>
                </c:pt>
                <c:pt idx="19772">
                  <c:v>9.8000000000000007</c:v>
                </c:pt>
                <c:pt idx="19773">
                  <c:v>6.4</c:v>
                </c:pt>
                <c:pt idx="19774">
                  <c:v>8.5</c:v>
                </c:pt>
                <c:pt idx="19775">
                  <c:v>5.4</c:v>
                </c:pt>
                <c:pt idx="19776">
                  <c:v>6.9</c:v>
                </c:pt>
                <c:pt idx="19777">
                  <c:v>4.5999999999999996</c:v>
                </c:pt>
                <c:pt idx="19778">
                  <c:v>6.2</c:v>
                </c:pt>
                <c:pt idx="19779">
                  <c:v>4.5</c:v>
                </c:pt>
                <c:pt idx="19780">
                  <c:v>5.0999999999999996</c:v>
                </c:pt>
                <c:pt idx="19781">
                  <c:v>5.9</c:v>
                </c:pt>
                <c:pt idx="19782">
                  <c:v>4.5</c:v>
                </c:pt>
                <c:pt idx="19783">
                  <c:v>9.4</c:v>
                </c:pt>
                <c:pt idx="19784">
                  <c:v>6.8</c:v>
                </c:pt>
                <c:pt idx="19785">
                  <c:v>6</c:v>
                </c:pt>
                <c:pt idx="19786">
                  <c:v>8.8000000000000007</c:v>
                </c:pt>
                <c:pt idx="19787">
                  <c:v>4.2</c:v>
                </c:pt>
                <c:pt idx="19788">
                  <c:v>5.9</c:v>
                </c:pt>
                <c:pt idx="19789">
                  <c:v>8.9</c:v>
                </c:pt>
                <c:pt idx="19790">
                  <c:v>9.1</c:v>
                </c:pt>
                <c:pt idx="19791">
                  <c:v>4.5999999999999996</c:v>
                </c:pt>
                <c:pt idx="19792">
                  <c:v>7.9</c:v>
                </c:pt>
                <c:pt idx="19793">
                  <c:v>9.6</c:v>
                </c:pt>
                <c:pt idx="19794">
                  <c:v>9.1</c:v>
                </c:pt>
                <c:pt idx="19795">
                  <c:v>7.6</c:v>
                </c:pt>
                <c:pt idx="19796">
                  <c:v>10</c:v>
                </c:pt>
                <c:pt idx="19797">
                  <c:v>8.1</c:v>
                </c:pt>
                <c:pt idx="19798">
                  <c:v>8.6</c:v>
                </c:pt>
                <c:pt idx="19799">
                  <c:v>9.4</c:v>
                </c:pt>
                <c:pt idx="19800">
                  <c:v>9.1999999999999993</c:v>
                </c:pt>
                <c:pt idx="19801">
                  <c:v>7.4</c:v>
                </c:pt>
                <c:pt idx="19802">
                  <c:v>4.8</c:v>
                </c:pt>
                <c:pt idx="19803">
                  <c:v>4</c:v>
                </c:pt>
                <c:pt idx="19804">
                  <c:v>5.5</c:v>
                </c:pt>
                <c:pt idx="19805">
                  <c:v>7.6</c:v>
                </c:pt>
                <c:pt idx="19806">
                  <c:v>5.5</c:v>
                </c:pt>
                <c:pt idx="19807">
                  <c:v>9.5</c:v>
                </c:pt>
                <c:pt idx="19808">
                  <c:v>6.1</c:v>
                </c:pt>
                <c:pt idx="19809">
                  <c:v>7.8</c:v>
                </c:pt>
                <c:pt idx="19810">
                  <c:v>4.3</c:v>
                </c:pt>
                <c:pt idx="19811">
                  <c:v>4.3</c:v>
                </c:pt>
                <c:pt idx="19812">
                  <c:v>7.4</c:v>
                </c:pt>
                <c:pt idx="19813">
                  <c:v>6.1</c:v>
                </c:pt>
                <c:pt idx="19814">
                  <c:v>5</c:v>
                </c:pt>
                <c:pt idx="19815">
                  <c:v>7.2</c:v>
                </c:pt>
                <c:pt idx="19816">
                  <c:v>6.9</c:v>
                </c:pt>
                <c:pt idx="19817">
                  <c:v>9.3000000000000007</c:v>
                </c:pt>
                <c:pt idx="19818">
                  <c:v>9.9</c:v>
                </c:pt>
                <c:pt idx="19819">
                  <c:v>4</c:v>
                </c:pt>
                <c:pt idx="19820">
                  <c:v>5.0999999999999996</c:v>
                </c:pt>
                <c:pt idx="19821">
                  <c:v>4.2</c:v>
                </c:pt>
                <c:pt idx="19822">
                  <c:v>5.5</c:v>
                </c:pt>
                <c:pt idx="19823">
                  <c:v>9.1</c:v>
                </c:pt>
                <c:pt idx="19824">
                  <c:v>8.1</c:v>
                </c:pt>
                <c:pt idx="19825">
                  <c:v>8.8000000000000007</c:v>
                </c:pt>
                <c:pt idx="19826">
                  <c:v>7.4</c:v>
                </c:pt>
                <c:pt idx="19827">
                  <c:v>8.1</c:v>
                </c:pt>
                <c:pt idx="19828">
                  <c:v>9.6999999999999993</c:v>
                </c:pt>
                <c:pt idx="19829">
                  <c:v>5.5</c:v>
                </c:pt>
                <c:pt idx="19830">
                  <c:v>6.6</c:v>
                </c:pt>
                <c:pt idx="19831">
                  <c:v>8.9</c:v>
                </c:pt>
                <c:pt idx="19832">
                  <c:v>4</c:v>
                </c:pt>
                <c:pt idx="19833">
                  <c:v>4.7</c:v>
                </c:pt>
                <c:pt idx="19834">
                  <c:v>9.6999999999999993</c:v>
                </c:pt>
                <c:pt idx="19835">
                  <c:v>6.4</c:v>
                </c:pt>
                <c:pt idx="19836">
                  <c:v>6.4</c:v>
                </c:pt>
                <c:pt idx="19837">
                  <c:v>4.2</c:v>
                </c:pt>
                <c:pt idx="19838">
                  <c:v>7.7</c:v>
                </c:pt>
                <c:pt idx="19839">
                  <c:v>6.8</c:v>
                </c:pt>
                <c:pt idx="19840">
                  <c:v>7.9</c:v>
                </c:pt>
                <c:pt idx="19841">
                  <c:v>6.6</c:v>
                </c:pt>
                <c:pt idx="19842">
                  <c:v>7.8</c:v>
                </c:pt>
                <c:pt idx="19843">
                  <c:v>7.3</c:v>
                </c:pt>
                <c:pt idx="19844">
                  <c:v>8.9</c:v>
                </c:pt>
                <c:pt idx="19845">
                  <c:v>4.0999999999999996</c:v>
                </c:pt>
                <c:pt idx="19846">
                  <c:v>9.5</c:v>
                </c:pt>
                <c:pt idx="19847">
                  <c:v>7.7</c:v>
                </c:pt>
                <c:pt idx="19848">
                  <c:v>6</c:v>
                </c:pt>
                <c:pt idx="19849">
                  <c:v>4.5999999999999996</c:v>
                </c:pt>
                <c:pt idx="19850">
                  <c:v>4.0999999999999996</c:v>
                </c:pt>
                <c:pt idx="19851">
                  <c:v>5.7</c:v>
                </c:pt>
                <c:pt idx="19852">
                  <c:v>7.1</c:v>
                </c:pt>
                <c:pt idx="19853">
                  <c:v>9</c:v>
                </c:pt>
                <c:pt idx="19854">
                  <c:v>4.2</c:v>
                </c:pt>
                <c:pt idx="19855">
                  <c:v>9.1</c:v>
                </c:pt>
                <c:pt idx="19856">
                  <c:v>8.1</c:v>
                </c:pt>
                <c:pt idx="19857">
                  <c:v>6.5</c:v>
                </c:pt>
                <c:pt idx="19858">
                  <c:v>7.6</c:v>
                </c:pt>
                <c:pt idx="19859">
                  <c:v>9.8000000000000007</c:v>
                </c:pt>
                <c:pt idx="19860">
                  <c:v>6.4</c:v>
                </c:pt>
                <c:pt idx="19861">
                  <c:v>6</c:v>
                </c:pt>
                <c:pt idx="19862">
                  <c:v>9.1</c:v>
                </c:pt>
                <c:pt idx="19863">
                  <c:v>5</c:v>
                </c:pt>
                <c:pt idx="19864">
                  <c:v>4.0999999999999996</c:v>
                </c:pt>
                <c:pt idx="19865">
                  <c:v>8.1999999999999993</c:v>
                </c:pt>
                <c:pt idx="19866">
                  <c:v>5.7</c:v>
                </c:pt>
                <c:pt idx="19867">
                  <c:v>9.6999999999999993</c:v>
                </c:pt>
                <c:pt idx="19868">
                  <c:v>7.7</c:v>
                </c:pt>
                <c:pt idx="19869">
                  <c:v>9.5</c:v>
                </c:pt>
                <c:pt idx="19870">
                  <c:v>5.2</c:v>
                </c:pt>
                <c:pt idx="19871">
                  <c:v>4.4000000000000004</c:v>
                </c:pt>
                <c:pt idx="19872">
                  <c:v>4.2</c:v>
                </c:pt>
                <c:pt idx="19873">
                  <c:v>5.8</c:v>
                </c:pt>
                <c:pt idx="19874">
                  <c:v>7.5</c:v>
                </c:pt>
                <c:pt idx="19875">
                  <c:v>8.5</c:v>
                </c:pt>
                <c:pt idx="19876">
                  <c:v>9.1</c:v>
                </c:pt>
                <c:pt idx="19877">
                  <c:v>6.4</c:v>
                </c:pt>
                <c:pt idx="19878">
                  <c:v>7.8</c:v>
                </c:pt>
                <c:pt idx="19879">
                  <c:v>4.3</c:v>
                </c:pt>
                <c:pt idx="19880">
                  <c:v>5.9</c:v>
                </c:pt>
                <c:pt idx="19881">
                  <c:v>7.3</c:v>
                </c:pt>
                <c:pt idx="19882">
                  <c:v>7.9</c:v>
                </c:pt>
                <c:pt idx="19883">
                  <c:v>7.9</c:v>
                </c:pt>
                <c:pt idx="19884">
                  <c:v>4.5999999999999996</c:v>
                </c:pt>
                <c:pt idx="19885">
                  <c:v>5.3</c:v>
                </c:pt>
                <c:pt idx="19886">
                  <c:v>8.1999999999999993</c:v>
                </c:pt>
                <c:pt idx="19887">
                  <c:v>5.0999999999999996</c:v>
                </c:pt>
                <c:pt idx="19888">
                  <c:v>6.4</c:v>
                </c:pt>
                <c:pt idx="19889">
                  <c:v>8.3000000000000007</c:v>
                </c:pt>
                <c:pt idx="19890">
                  <c:v>6.9</c:v>
                </c:pt>
                <c:pt idx="19891">
                  <c:v>9.1</c:v>
                </c:pt>
                <c:pt idx="19892">
                  <c:v>9</c:v>
                </c:pt>
                <c:pt idx="19893">
                  <c:v>8.8000000000000007</c:v>
                </c:pt>
                <c:pt idx="19894">
                  <c:v>4.4000000000000004</c:v>
                </c:pt>
                <c:pt idx="19895">
                  <c:v>9.4</c:v>
                </c:pt>
                <c:pt idx="19896">
                  <c:v>5.7</c:v>
                </c:pt>
                <c:pt idx="19897">
                  <c:v>6.5</c:v>
                </c:pt>
                <c:pt idx="19898">
                  <c:v>9.6999999999999993</c:v>
                </c:pt>
                <c:pt idx="19899">
                  <c:v>7.1</c:v>
                </c:pt>
                <c:pt idx="19900">
                  <c:v>4.7</c:v>
                </c:pt>
                <c:pt idx="19901">
                  <c:v>5.8</c:v>
                </c:pt>
                <c:pt idx="19902">
                  <c:v>8.8000000000000007</c:v>
                </c:pt>
                <c:pt idx="19903">
                  <c:v>4.2</c:v>
                </c:pt>
                <c:pt idx="19904">
                  <c:v>7.7</c:v>
                </c:pt>
                <c:pt idx="19905">
                  <c:v>9.8000000000000007</c:v>
                </c:pt>
                <c:pt idx="19906">
                  <c:v>8.9</c:v>
                </c:pt>
                <c:pt idx="19907">
                  <c:v>8</c:v>
                </c:pt>
                <c:pt idx="19908">
                  <c:v>5.2</c:v>
                </c:pt>
                <c:pt idx="19909">
                  <c:v>10</c:v>
                </c:pt>
                <c:pt idx="19910">
                  <c:v>7.8</c:v>
                </c:pt>
                <c:pt idx="19911">
                  <c:v>6.9</c:v>
                </c:pt>
                <c:pt idx="19912">
                  <c:v>8.3000000000000007</c:v>
                </c:pt>
                <c:pt idx="19913">
                  <c:v>6</c:v>
                </c:pt>
                <c:pt idx="19914">
                  <c:v>7.6</c:v>
                </c:pt>
                <c:pt idx="19915">
                  <c:v>5.2</c:v>
                </c:pt>
                <c:pt idx="19916">
                  <c:v>6.3</c:v>
                </c:pt>
                <c:pt idx="19917">
                  <c:v>5.0999999999999996</c:v>
                </c:pt>
                <c:pt idx="19918">
                  <c:v>9.5</c:v>
                </c:pt>
                <c:pt idx="19919">
                  <c:v>9.6</c:v>
                </c:pt>
                <c:pt idx="19920">
                  <c:v>7</c:v>
                </c:pt>
                <c:pt idx="19921">
                  <c:v>8</c:v>
                </c:pt>
                <c:pt idx="19922">
                  <c:v>8.8000000000000007</c:v>
                </c:pt>
                <c:pt idx="19923">
                  <c:v>5.9</c:v>
                </c:pt>
                <c:pt idx="19924">
                  <c:v>6.4</c:v>
                </c:pt>
                <c:pt idx="19925">
                  <c:v>7.5</c:v>
                </c:pt>
                <c:pt idx="19926">
                  <c:v>8.5</c:v>
                </c:pt>
                <c:pt idx="19927">
                  <c:v>6.1</c:v>
                </c:pt>
                <c:pt idx="19928">
                  <c:v>10</c:v>
                </c:pt>
                <c:pt idx="19929">
                  <c:v>9.6999999999999993</c:v>
                </c:pt>
                <c:pt idx="19930">
                  <c:v>7.8</c:v>
                </c:pt>
                <c:pt idx="19931">
                  <c:v>8.5</c:v>
                </c:pt>
                <c:pt idx="19932">
                  <c:v>4.5999999999999996</c:v>
                </c:pt>
                <c:pt idx="19933">
                  <c:v>7.2</c:v>
                </c:pt>
                <c:pt idx="19934">
                  <c:v>7.6</c:v>
                </c:pt>
                <c:pt idx="19935">
                  <c:v>9.6999999999999993</c:v>
                </c:pt>
                <c:pt idx="19936">
                  <c:v>6.5</c:v>
                </c:pt>
                <c:pt idx="19937">
                  <c:v>4.9000000000000004</c:v>
                </c:pt>
                <c:pt idx="19938">
                  <c:v>7.7</c:v>
                </c:pt>
                <c:pt idx="19939">
                  <c:v>4.7</c:v>
                </c:pt>
                <c:pt idx="19940">
                  <c:v>8.8000000000000007</c:v>
                </c:pt>
                <c:pt idx="19941">
                  <c:v>6.6</c:v>
                </c:pt>
                <c:pt idx="19942">
                  <c:v>6</c:v>
                </c:pt>
                <c:pt idx="19943">
                  <c:v>5</c:v>
                </c:pt>
                <c:pt idx="19944">
                  <c:v>8.4</c:v>
                </c:pt>
                <c:pt idx="19945">
                  <c:v>8.1999999999999993</c:v>
                </c:pt>
                <c:pt idx="19946">
                  <c:v>6.3</c:v>
                </c:pt>
                <c:pt idx="19947">
                  <c:v>9.6999999999999993</c:v>
                </c:pt>
                <c:pt idx="19948">
                  <c:v>6.6</c:v>
                </c:pt>
                <c:pt idx="19949">
                  <c:v>4.4000000000000004</c:v>
                </c:pt>
                <c:pt idx="19950">
                  <c:v>6.7</c:v>
                </c:pt>
                <c:pt idx="19951">
                  <c:v>4.5</c:v>
                </c:pt>
                <c:pt idx="19952">
                  <c:v>9.9</c:v>
                </c:pt>
                <c:pt idx="19953">
                  <c:v>6.6</c:v>
                </c:pt>
                <c:pt idx="19954">
                  <c:v>5.7</c:v>
                </c:pt>
                <c:pt idx="19955">
                  <c:v>6</c:v>
                </c:pt>
                <c:pt idx="19956">
                  <c:v>9.4</c:v>
                </c:pt>
                <c:pt idx="19957">
                  <c:v>5.2</c:v>
                </c:pt>
                <c:pt idx="19958">
                  <c:v>9.4</c:v>
                </c:pt>
                <c:pt idx="19959">
                  <c:v>5.0999999999999996</c:v>
                </c:pt>
                <c:pt idx="19960">
                  <c:v>9.6</c:v>
                </c:pt>
                <c:pt idx="19961">
                  <c:v>8.9</c:v>
                </c:pt>
                <c:pt idx="19962">
                  <c:v>8.1999999999999993</c:v>
                </c:pt>
                <c:pt idx="19963">
                  <c:v>4.5999999999999996</c:v>
                </c:pt>
                <c:pt idx="19964">
                  <c:v>8</c:v>
                </c:pt>
                <c:pt idx="19965">
                  <c:v>9.1999999999999993</c:v>
                </c:pt>
                <c:pt idx="19966">
                  <c:v>4.5999999999999996</c:v>
                </c:pt>
                <c:pt idx="19967">
                  <c:v>6.1</c:v>
                </c:pt>
                <c:pt idx="19968">
                  <c:v>8.4</c:v>
                </c:pt>
                <c:pt idx="19969">
                  <c:v>4.8</c:v>
                </c:pt>
                <c:pt idx="19970">
                  <c:v>5.5</c:v>
                </c:pt>
                <c:pt idx="19971">
                  <c:v>9.6</c:v>
                </c:pt>
                <c:pt idx="19972">
                  <c:v>8.4</c:v>
                </c:pt>
                <c:pt idx="19973">
                  <c:v>9.8000000000000007</c:v>
                </c:pt>
                <c:pt idx="19974">
                  <c:v>9.3000000000000007</c:v>
                </c:pt>
                <c:pt idx="19975">
                  <c:v>5.9</c:v>
                </c:pt>
                <c:pt idx="19976">
                  <c:v>8.6999999999999993</c:v>
                </c:pt>
                <c:pt idx="19977">
                  <c:v>7</c:v>
                </c:pt>
                <c:pt idx="19978">
                  <c:v>8.4</c:v>
                </c:pt>
                <c:pt idx="19979">
                  <c:v>8</c:v>
                </c:pt>
                <c:pt idx="19980">
                  <c:v>4.3</c:v>
                </c:pt>
                <c:pt idx="19981">
                  <c:v>6.6</c:v>
                </c:pt>
                <c:pt idx="19982">
                  <c:v>7.2</c:v>
                </c:pt>
                <c:pt idx="19983">
                  <c:v>4.9000000000000004</c:v>
                </c:pt>
                <c:pt idx="19984">
                  <c:v>8.1999999999999993</c:v>
                </c:pt>
                <c:pt idx="19985">
                  <c:v>8.6</c:v>
                </c:pt>
                <c:pt idx="19986">
                  <c:v>5</c:v>
                </c:pt>
                <c:pt idx="19987">
                  <c:v>5.9</c:v>
                </c:pt>
                <c:pt idx="19988">
                  <c:v>7.8</c:v>
                </c:pt>
                <c:pt idx="19989">
                  <c:v>8.4</c:v>
                </c:pt>
                <c:pt idx="19990">
                  <c:v>7.8</c:v>
                </c:pt>
                <c:pt idx="19991">
                  <c:v>9.8000000000000007</c:v>
                </c:pt>
                <c:pt idx="19992">
                  <c:v>8.3000000000000007</c:v>
                </c:pt>
                <c:pt idx="19993">
                  <c:v>7.6</c:v>
                </c:pt>
                <c:pt idx="19994">
                  <c:v>6.6</c:v>
                </c:pt>
                <c:pt idx="19995">
                  <c:v>4.2</c:v>
                </c:pt>
                <c:pt idx="19996">
                  <c:v>6.8</c:v>
                </c:pt>
                <c:pt idx="19997">
                  <c:v>9.3000000000000007</c:v>
                </c:pt>
                <c:pt idx="19998">
                  <c:v>6.1</c:v>
                </c:pt>
                <c:pt idx="19999">
                  <c:v>4</c:v>
                </c:pt>
                <c:pt idx="20000">
                  <c:v>5.4</c:v>
                </c:pt>
                <c:pt idx="20001">
                  <c:v>7.1</c:v>
                </c:pt>
                <c:pt idx="20002">
                  <c:v>6.7</c:v>
                </c:pt>
                <c:pt idx="20003">
                  <c:v>7.6</c:v>
                </c:pt>
                <c:pt idx="20004">
                  <c:v>7.5</c:v>
                </c:pt>
                <c:pt idx="20005">
                  <c:v>8.1999999999999993</c:v>
                </c:pt>
                <c:pt idx="20006">
                  <c:v>5.0999999999999996</c:v>
                </c:pt>
                <c:pt idx="20007">
                  <c:v>5.4</c:v>
                </c:pt>
                <c:pt idx="20008">
                  <c:v>7.3</c:v>
                </c:pt>
                <c:pt idx="20009">
                  <c:v>7.4</c:v>
                </c:pt>
                <c:pt idx="20010">
                  <c:v>6.6</c:v>
                </c:pt>
                <c:pt idx="20011">
                  <c:v>7.7</c:v>
                </c:pt>
                <c:pt idx="20012">
                  <c:v>6.3</c:v>
                </c:pt>
                <c:pt idx="20013">
                  <c:v>9.5</c:v>
                </c:pt>
                <c:pt idx="20014">
                  <c:v>9</c:v>
                </c:pt>
                <c:pt idx="20015">
                  <c:v>5.3</c:v>
                </c:pt>
                <c:pt idx="20016">
                  <c:v>6.8</c:v>
                </c:pt>
                <c:pt idx="20017">
                  <c:v>8.8000000000000007</c:v>
                </c:pt>
                <c:pt idx="20018">
                  <c:v>6.8</c:v>
                </c:pt>
                <c:pt idx="20019">
                  <c:v>9.5</c:v>
                </c:pt>
                <c:pt idx="20020">
                  <c:v>8.6</c:v>
                </c:pt>
                <c:pt idx="20021">
                  <c:v>8.3000000000000007</c:v>
                </c:pt>
                <c:pt idx="20022">
                  <c:v>8.6999999999999993</c:v>
                </c:pt>
                <c:pt idx="20023">
                  <c:v>9.5</c:v>
                </c:pt>
                <c:pt idx="20024">
                  <c:v>5.5</c:v>
                </c:pt>
                <c:pt idx="20025">
                  <c:v>4.7</c:v>
                </c:pt>
                <c:pt idx="20026">
                  <c:v>5.3</c:v>
                </c:pt>
                <c:pt idx="20027">
                  <c:v>6.9</c:v>
                </c:pt>
                <c:pt idx="20028">
                  <c:v>8.5</c:v>
                </c:pt>
                <c:pt idx="20029">
                  <c:v>6.8</c:v>
                </c:pt>
                <c:pt idx="20030">
                  <c:v>9.1999999999999993</c:v>
                </c:pt>
                <c:pt idx="20031">
                  <c:v>7.9</c:v>
                </c:pt>
                <c:pt idx="20032">
                  <c:v>6.8</c:v>
                </c:pt>
                <c:pt idx="20033">
                  <c:v>7.4</c:v>
                </c:pt>
                <c:pt idx="20034">
                  <c:v>7.5</c:v>
                </c:pt>
                <c:pt idx="20035">
                  <c:v>9.6</c:v>
                </c:pt>
                <c:pt idx="20036">
                  <c:v>7.5</c:v>
                </c:pt>
                <c:pt idx="20037">
                  <c:v>5.4</c:v>
                </c:pt>
                <c:pt idx="20038">
                  <c:v>7.1</c:v>
                </c:pt>
                <c:pt idx="20039">
                  <c:v>7.5</c:v>
                </c:pt>
                <c:pt idx="20040">
                  <c:v>7.2</c:v>
                </c:pt>
                <c:pt idx="20041">
                  <c:v>4.2</c:v>
                </c:pt>
                <c:pt idx="20042">
                  <c:v>9.8000000000000007</c:v>
                </c:pt>
                <c:pt idx="20043">
                  <c:v>8</c:v>
                </c:pt>
                <c:pt idx="20044">
                  <c:v>7.6</c:v>
                </c:pt>
                <c:pt idx="20045">
                  <c:v>4.8</c:v>
                </c:pt>
                <c:pt idx="20046">
                  <c:v>7.3</c:v>
                </c:pt>
                <c:pt idx="20047">
                  <c:v>8.9</c:v>
                </c:pt>
                <c:pt idx="20048">
                  <c:v>6.2</c:v>
                </c:pt>
                <c:pt idx="20049">
                  <c:v>7.1</c:v>
                </c:pt>
                <c:pt idx="20050">
                  <c:v>9.1</c:v>
                </c:pt>
                <c:pt idx="20051">
                  <c:v>8.4</c:v>
                </c:pt>
                <c:pt idx="20052">
                  <c:v>4.3</c:v>
                </c:pt>
                <c:pt idx="20053">
                  <c:v>8.6</c:v>
                </c:pt>
                <c:pt idx="20054">
                  <c:v>7.5</c:v>
                </c:pt>
                <c:pt idx="20055">
                  <c:v>8.4</c:v>
                </c:pt>
                <c:pt idx="20056">
                  <c:v>6.2</c:v>
                </c:pt>
                <c:pt idx="20057">
                  <c:v>8.1999999999999993</c:v>
                </c:pt>
                <c:pt idx="20058">
                  <c:v>7.8</c:v>
                </c:pt>
                <c:pt idx="20059">
                  <c:v>7.6</c:v>
                </c:pt>
                <c:pt idx="20060">
                  <c:v>5.0999999999999996</c:v>
                </c:pt>
                <c:pt idx="20061">
                  <c:v>5.2</c:v>
                </c:pt>
                <c:pt idx="20062">
                  <c:v>7.5</c:v>
                </c:pt>
                <c:pt idx="20063">
                  <c:v>6.7</c:v>
                </c:pt>
                <c:pt idx="20064">
                  <c:v>6.9</c:v>
                </c:pt>
                <c:pt idx="20065">
                  <c:v>5.4</c:v>
                </c:pt>
                <c:pt idx="20066">
                  <c:v>5.5</c:v>
                </c:pt>
                <c:pt idx="20067">
                  <c:v>7.8</c:v>
                </c:pt>
                <c:pt idx="20068">
                  <c:v>5.5</c:v>
                </c:pt>
                <c:pt idx="20069">
                  <c:v>9.6</c:v>
                </c:pt>
                <c:pt idx="20070">
                  <c:v>6.4</c:v>
                </c:pt>
                <c:pt idx="20071">
                  <c:v>8</c:v>
                </c:pt>
                <c:pt idx="20072">
                  <c:v>8.6999999999999993</c:v>
                </c:pt>
                <c:pt idx="20073">
                  <c:v>7.8</c:v>
                </c:pt>
                <c:pt idx="20074">
                  <c:v>4</c:v>
                </c:pt>
                <c:pt idx="20075">
                  <c:v>4.4000000000000004</c:v>
                </c:pt>
                <c:pt idx="20076">
                  <c:v>5.2</c:v>
                </c:pt>
                <c:pt idx="20077">
                  <c:v>4.2</c:v>
                </c:pt>
                <c:pt idx="20078">
                  <c:v>7.3</c:v>
                </c:pt>
                <c:pt idx="20079">
                  <c:v>4.8</c:v>
                </c:pt>
                <c:pt idx="20080">
                  <c:v>5.3</c:v>
                </c:pt>
                <c:pt idx="20081">
                  <c:v>6.4</c:v>
                </c:pt>
                <c:pt idx="20082">
                  <c:v>4.8</c:v>
                </c:pt>
                <c:pt idx="20083">
                  <c:v>7.4</c:v>
                </c:pt>
                <c:pt idx="20084">
                  <c:v>8.1</c:v>
                </c:pt>
                <c:pt idx="20085">
                  <c:v>8.6999999999999993</c:v>
                </c:pt>
                <c:pt idx="20086">
                  <c:v>9.1</c:v>
                </c:pt>
                <c:pt idx="20087">
                  <c:v>9.3000000000000007</c:v>
                </c:pt>
                <c:pt idx="20088">
                  <c:v>7.4</c:v>
                </c:pt>
                <c:pt idx="20089">
                  <c:v>9.5</c:v>
                </c:pt>
                <c:pt idx="20090">
                  <c:v>8.9</c:v>
                </c:pt>
                <c:pt idx="20091">
                  <c:v>6.5</c:v>
                </c:pt>
                <c:pt idx="20092">
                  <c:v>4.8</c:v>
                </c:pt>
                <c:pt idx="20093">
                  <c:v>6.3</c:v>
                </c:pt>
                <c:pt idx="20094">
                  <c:v>6.4</c:v>
                </c:pt>
                <c:pt idx="20095">
                  <c:v>9.8000000000000007</c:v>
                </c:pt>
                <c:pt idx="20096">
                  <c:v>7.1</c:v>
                </c:pt>
                <c:pt idx="20097">
                  <c:v>5.7</c:v>
                </c:pt>
                <c:pt idx="20098">
                  <c:v>5.0999999999999996</c:v>
                </c:pt>
                <c:pt idx="20099">
                  <c:v>7.8</c:v>
                </c:pt>
                <c:pt idx="20100">
                  <c:v>7.8</c:v>
                </c:pt>
                <c:pt idx="20101">
                  <c:v>6.9</c:v>
                </c:pt>
                <c:pt idx="20102">
                  <c:v>9.9</c:v>
                </c:pt>
                <c:pt idx="20103">
                  <c:v>8.1999999999999993</c:v>
                </c:pt>
                <c:pt idx="20104">
                  <c:v>8.6</c:v>
                </c:pt>
                <c:pt idx="20105">
                  <c:v>6.1</c:v>
                </c:pt>
                <c:pt idx="20106">
                  <c:v>6.6</c:v>
                </c:pt>
                <c:pt idx="20107">
                  <c:v>7.6</c:v>
                </c:pt>
                <c:pt idx="20108">
                  <c:v>4.0999999999999996</c:v>
                </c:pt>
                <c:pt idx="20109">
                  <c:v>9.4</c:v>
                </c:pt>
                <c:pt idx="20110">
                  <c:v>6.2</c:v>
                </c:pt>
                <c:pt idx="20111">
                  <c:v>9.6</c:v>
                </c:pt>
                <c:pt idx="20112">
                  <c:v>5.4</c:v>
                </c:pt>
                <c:pt idx="20113">
                  <c:v>9.4</c:v>
                </c:pt>
                <c:pt idx="20114">
                  <c:v>9.9</c:v>
                </c:pt>
                <c:pt idx="20115">
                  <c:v>5</c:v>
                </c:pt>
                <c:pt idx="20116">
                  <c:v>7.5</c:v>
                </c:pt>
                <c:pt idx="20117">
                  <c:v>8.3000000000000007</c:v>
                </c:pt>
                <c:pt idx="20118">
                  <c:v>4.5999999999999996</c:v>
                </c:pt>
                <c:pt idx="20119">
                  <c:v>7.2</c:v>
                </c:pt>
                <c:pt idx="20120">
                  <c:v>8.1</c:v>
                </c:pt>
                <c:pt idx="20121">
                  <c:v>9.6999999999999993</c:v>
                </c:pt>
                <c:pt idx="20122">
                  <c:v>6.4</c:v>
                </c:pt>
                <c:pt idx="20123">
                  <c:v>5.6</c:v>
                </c:pt>
                <c:pt idx="20124">
                  <c:v>6.8</c:v>
                </c:pt>
                <c:pt idx="20125">
                  <c:v>9.3000000000000007</c:v>
                </c:pt>
                <c:pt idx="20126">
                  <c:v>5.7</c:v>
                </c:pt>
                <c:pt idx="20127">
                  <c:v>6.9</c:v>
                </c:pt>
                <c:pt idx="20128">
                  <c:v>9.4</c:v>
                </c:pt>
                <c:pt idx="20129">
                  <c:v>6.7</c:v>
                </c:pt>
                <c:pt idx="20130">
                  <c:v>8.3000000000000007</c:v>
                </c:pt>
                <c:pt idx="20131">
                  <c:v>8</c:v>
                </c:pt>
                <c:pt idx="20132">
                  <c:v>4.5999999999999996</c:v>
                </c:pt>
                <c:pt idx="20133">
                  <c:v>5.9</c:v>
                </c:pt>
                <c:pt idx="20134">
                  <c:v>5.3</c:v>
                </c:pt>
                <c:pt idx="20135">
                  <c:v>9.3000000000000007</c:v>
                </c:pt>
                <c:pt idx="20136">
                  <c:v>8.6</c:v>
                </c:pt>
                <c:pt idx="20137">
                  <c:v>5.8</c:v>
                </c:pt>
                <c:pt idx="20138">
                  <c:v>6.8</c:v>
                </c:pt>
                <c:pt idx="20139">
                  <c:v>5.0999999999999996</c:v>
                </c:pt>
                <c:pt idx="20140">
                  <c:v>4.4000000000000004</c:v>
                </c:pt>
                <c:pt idx="20141">
                  <c:v>8</c:v>
                </c:pt>
                <c:pt idx="20142">
                  <c:v>4.3</c:v>
                </c:pt>
                <c:pt idx="20143">
                  <c:v>5.7</c:v>
                </c:pt>
                <c:pt idx="20144">
                  <c:v>8.6999999999999993</c:v>
                </c:pt>
                <c:pt idx="20145">
                  <c:v>9.8000000000000007</c:v>
                </c:pt>
                <c:pt idx="20146">
                  <c:v>9.3000000000000007</c:v>
                </c:pt>
                <c:pt idx="20147">
                  <c:v>7.6</c:v>
                </c:pt>
                <c:pt idx="20148">
                  <c:v>5.8</c:v>
                </c:pt>
                <c:pt idx="20149">
                  <c:v>7.5</c:v>
                </c:pt>
                <c:pt idx="20150">
                  <c:v>9.5</c:v>
                </c:pt>
                <c:pt idx="20151">
                  <c:v>5.6</c:v>
                </c:pt>
                <c:pt idx="20152">
                  <c:v>6.9</c:v>
                </c:pt>
                <c:pt idx="20153">
                  <c:v>5</c:v>
                </c:pt>
                <c:pt idx="20154">
                  <c:v>8.9</c:v>
                </c:pt>
                <c:pt idx="20155">
                  <c:v>6.9</c:v>
                </c:pt>
                <c:pt idx="20156">
                  <c:v>4.2</c:v>
                </c:pt>
                <c:pt idx="20157">
                  <c:v>10</c:v>
                </c:pt>
                <c:pt idx="20158">
                  <c:v>6.9</c:v>
                </c:pt>
                <c:pt idx="20159">
                  <c:v>5.7</c:v>
                </c:pt>
                <c:pt idx="20160">
                  <c:v>5.2</c:v>
                </c:pt>
                <c:pt idx="20161">
                  <c:v>9.8000000000000007</c:v>
                </c:pt>
                <c:pt idx="20162">
                  <c:v>8.9</c:v>
                </c:pt>
                <c:pt idx="20163">
                  <c:v>9.6999999999999993</c:v>
                </c:pt>
                <c:pt idx="20164">
                  <c:v>7</c:v>
                </c:pt>
                <c:pt idx="20165">
                  <c:v>4.7</c:v>
                </c:pt>
                <c:pt idx="20166">
                  <c:v>8</c:v>
                </c:pt>
                <c:pt idx="20167">
                  <c:v>5.4</c:v>
                </c:pt>
                <c:pt idx="20168">
                  <c:v>7.3</c:v>
                </c:pt>
                <c:pt idx="20169">
                  <c:v>8.3000000000000007</c:v>
                </c:pt>
                <c:pt idx="20170">
                  <c:v>7.3</c:v>
                </c:pt>
                <c:pt idx="20171">
                  <c:v>7.3</c:v>
                </c:pt>
                <c:pt idx="20172">
                  <c:v>4.3</c:v>
                </c:pt>
                <c:pt idx="20173">
                  <c:v>8.1</c:v>
                </c:pt>
                <c:pt idx="20174">
                  <c:v>8.5</c:v>
                </c:pt>
                <c:pt idx="20175">
                  <c:v>9.6</c:v>
                </c:pt>
                <c:pt idx="20176">
                  <c:v>5</c:v>
                </c:pt>
                <c:pt idx="20177">
                  <c:v>5.2</c:v>
                </c:pt>
                <c:pt idx="20178">
                  <c:v>6.3</c:v>
                </c:pt>
                <c:pt idx="20179">
                  <c:v>9.6</c:v>
                </c:pt>
                <c:pt idx="20180">
                  <c:v>5</c:v>
                </c:pt>
                <c:pt idx="20181">
                  <c:v>4.9000000000000004</c:v>
                </c:pt>
                <c:pt idx="20182">
                  <c:v>9.4</c:v>
                </c:pt>
                <c:pt idx="20183">
                  <c:v>9.6999999999999993</c:v>
                </c:pt>
                <c:pt idx="20184">
                  <c:v>6</c:v>
                </c:pt>
                <c:pt idx="20185">
                  <c:v>8.6</c:v>
                </c:pt>
                <c:pt idx="20186">
                  <c:v>8</c:v>
                </c:pt>
                <c:pt idx="20187">
                  <c:v>9.5</c:v>
                </c:pt>
                <c:pt idx="20188">
                  <c:v>5.8</c:v>
                </c:pt>
                <c:pt idx="20189">
                  <c:v>5.0999999999999996</c:v>
                </c:pt>
                <c:pt idx="20190">
                  <c:v>5.5</c:v>
                </c:pt>
                <c:pt idx="20191">
                  <c:v>8.4</c:v>
                </c:pt>
                <c:pt idx="20192">
                  <c:v>8.8000000000000007</c:v>
                </c:pt>
                <c:pt idx="20193">
                  <c:v>6.3</c:v>
                </c:pt>
                <c:pt idx="20194">
                  <c:v>4.5999999999999996</c:v>
                </c:pt>
                <c:pt idx="20195">
                  <c:v>4.7</c:v>
                </c:pt>
                <c:pt idx="20196">
                  <c:v>9.5</c:v>
                </c:pt>
                <c:pt idx="20197">
                  <c:v>4.0999999999999996</c:v>
                </c:pt>
                <c:pt idx="20198">
                  <c:v>6.4</c:v>
                </c:pt>
                <c:pt idx="20199">
                  <c:v>9.1999999999999993</c:v>
                </c:pt>
                <c:pt idx="20200">
                  <c:v>5.9</c:v>
                </c:pt>
                <c:pt idx="20201">
                  <c:v>7.3</c:v>
                </c:pt>
                <c:pt idx="20202">
                  <c:v>9.8000000000000007</c:v>
                </c:pt>
                <c:pt idx="20203">
                  <c:v>8.3000000000000007</c:v>
                </c:pt>
                <c:pt idx="20204">
                  <c:v>8.4</c:v>
                </c:pt>
                <c:pt idx="20205">
                  <c:v>8.3000000000000007</c:v>
                </c:pt>
                <c:pt idx="20206">
                  <c:v>8.5</c:v>
                </c:pt>
                <c:pt idx="20207">
                  <c:v>6.6</c:v>
                </c:pt>
                <c:pt idx="20208">
                  <c:v>9.8000000000000007</c:v>
                </c:pt>
                <c:pt idx="20209">
                  <c:v>8</c:v>
                </c:pt>
                <c:pt idx="20210">
                  <c:v>5.6</c:v>
                </c:pt>
                <c:pt idx="20211">
                  <c:v>4.2</c:v>
                </c:pt>
                <c:pt idx="20212">
                  <c:v>8.6999999999999993</c:v>
                </c:pt>
                <c:pt idx="20213">
                  <c:v>4.2</c:v>
                </c:pt>
                <c:pt idx="20214">
                  <c:v>7.1</c:v>
                </c:pt>
                <c:pt idx="20215">
                  <c:v>7.5</c:v>
                </c:pt>
                <c:pt idx="20216">
                  <c:v>7.2</c:v>
                </c:pt>
                <c:pt idx="20217">
                  <c:v>9.8000000000000007</c:v>
                </c:pt>
                <c:pt idx="20218">
                  <c:v>5.0999999999999996</c:v>
                </c:pt>
                <c:pt idx="20219">
                  <c:v>6.7</c:v>
                </c:pt>
                <c:pt idx="20220">
                  <c:v>7.5</c:v>
                </c:pt>
                <c:pt idx="20221">
                  <c:v>7.9</c:v>
                </c:pt>
                <c:pt idx="20222">
                  <c:v>6.6</c:v>
                </c:pt>
                <c:pt idx="20223">
                  <c:v>9.6</c:v>
                </c:pt>
                <c:pt idx="20224">
                  <c:v>9.5</c:v>
                </c:pt>
                <c:pt idx="20225">
                  <c:v>4.8</c:v>
                </c:pt>
                <c:pt idx="20226">
                  <c:v>9.1</c:v>
                </c:pt>
                <c:pt idx="20227">
                  <c:v>9.6</c:v>
                </c:pt>
                <c:pt idx="20228">
                  <c:v>7.2</c:v>
                </c:pt>
                <c:pt idx="20229">
                  <c:v>8</c:v>
                </c:pt>
                <c:pt idx="20230">
                  <c:v>7.5</c:v>
                </c:pt>
                <c:pt idx="20231">
                  <c:v>4.3</c:v>
                </c:pt>
                <c:pt idx="20232">
                  <c:v>9.3000000000000007</c:v>
                </c:pt>
                <c:pt idx="20233">
                  <c:v>8</c:v>
                </c:pt>
                <c:pt idx="20234">
                  <c:v>6.6</c:v>
                </c:pt>
                <c:pt idx="20235">
                  <c:v>8.3000000000000007</c:v>
                </c:pt>
                <c:pt idx="20236">
                  <c:v>9.1</c:v>
                </c:pt>
                <c:pt idx="20237">
                  <c:v>9.6</c:v>
                </c:pt>
                <c:pt idx="20238">
                  <c:v>5.4</c:v>
                </c:pt>
                <c:pt idx="20239">
                  <c:v>9</c:v>
                </c:pt>
                <c:pt idx="20240">
                  <c:v>4.9000000000000004</c:v>
                </c:pt>
                <c:pt idx="20241">
                  <c:v>4.7</c:v>
                </c:pt>
                <c:pt idx="20242">
                  <c:v>4.4000000000000004</c:v>
                </c:pt>
                <c:pt idx="20243">
                  <c:v>8.9</c:v>
                </c:pt>
                <c:pt idx="20244">
                  <c:v>8.9</c:v>
                </c:pt>
                <c:pt idx="20245">
                  <c:v>6.2</c:v>
                </c:pt>
                <c:pt idx="20246">
                  <c:v>5.8</c:v>
                </c:pt>
                <c:pt idx="20247">
                  <c:v>5.8</c:v>
                </c:pt>
                <c:pt idx="20248">
                  <c:v>8.6999999999999993</c:v>
                </c:pt>
                <c:pt idx="20249">
                  <c:v>6.6</c:v>
                </c:pt>
                <c:pt idx="20250">
                  <c:v>7.3</c:v>
                </c:pt>
                <c:pt idx="20251">
                  <c:v>6.4</c:v>
                </c:pt>
                <c:pt idx="20252">
                  <c:v>6.6</c:v>
                </c:pt>
                <c:pt idx="20253">
                  <c:v>6.6</c:v>
                </c:pt>
                <c:pt idx="20254">
                  <c:v>5.3</c:v>
                </c:pt>
                <c:pt idx="20255">
                  <c:v>4.3</c:v>
                </c:pt>
                <c:pt idx="20256">
                  <c:v>5.9</c:v>
                </c:pt>
                <c:pt idx="20257">
                  <c:v>8.8000000000000007</c:v>
                </c:pt>
                <c:pt idx="20258">
                  <c:v>5.4</c:v>
                </c:pt>
                <c:pt idx="20259">
                  <c:v>8.4</c:v>
                </c:pt>
                <c:pt idx="20260">
                  <c:v>4.5</c:v>
                </c:pt>
                <c:pt idx="20261">
                  <c:v>5.4</c:v>
                </c:pt>
                <c:pt idx="20262">
                  <c:v>4.5</c:v>
                </c:pt>
                <c:pt idx="20263">
                  <c:v>9.6999999999999993</c:v>
                </c:pt>
                <c:pt idx="20264">
                  <c:v>7.8</c:v>
                </c:pt>
                <c:pt idx="20265">
                  <c:v>6.8</c:v>
                </c:pt>
                <c:pt idx="20266">
                  <c:v>8.1999999999999993</c:v>
                </c:pt>
                <c:pt idx="20267">
                  <c:v>5.2</c:v>
                </c:pt>
                <c:pt idx="20268">
                  <c:v>4</c:v>
                </c:pt>
                <c:pt idx="20269">
                  <c:v>5.6</c:v>
                </c:pt>
                <c:pt idx="20270">
                  <c:v>6</c:v>
                </c:pt>
                <c:pt idx="20271">
                  <c:v>5.2</c:v>
                </c:pt>
                <c:pt idx="20272">
                  <c:v>6.9</c:v>
                </c:pt>
                <c:pt idx="20273">
                  <c:v>5.5</c:v>
                </c:pt>
                <c:pt idx="20274">
                  <c:v>6.8</c:v>
                </c:pt>
                <c:pt idx="20275">
                  <c:v>6.2</c:v>
                </c:pt>
                <c:pt idx="20276">
                  <c:v>5.9</c:v>
                </c:pt>
                <c:pt idx="20277">
                  <c:v>5.6</c:v>
                </c:pt>
                <c:pt idx="20278">
                  <c:v>8</c:v>
                </c:pt>
                <c:pt idx="20279">
                  <c:v>9.1999999999999993</c:v>
                </c:pt>
                <c:pt idx="20280">
                  <c:v>5.5</c:v>
                </c:pt>
                <c:pt idx="20281">
                  <c:v>8.1</c:v>
                </c:pt>
                <c:pt idx="20282">
                  <c:v>8.5</c:v>
                </c:pt>
                <c:pt idx="20283">
                  <c:v>7.9</c:v>
                </c:pt>
                <c:pt idx="20284">
                  <c:v>6.7</c:v>
                </c:pt>
                <c:pt idx="20285">
                  <c:v>7</c:v>
                </c:pt>
                <c:pt idx="20286">
                  <c:v>7.6</c:v>
                </c:pt>
                <c:pt idx="20287">
                  <c:v>6.7</c:v>
                </c:pt>
                <c:pt idx="20288">
                  <c:v>10</c:v>
                </c:pt>
                <c:pt idx="20289">
                  <c:v>6.2</c:v>
                </c:pt>
                <c:pt idx="20290">
                  <c:v>8.1999999999999993</c:v>
                </c:pt>
                <c:pt idx="20291">
                  <c:v>8.6</c:v>
                </c:pt>
                <c:pt idx="20292">
                  <c:v>5.5</c:v>
                </c:pt>
                <c:pt idx="20293">
                  <c:v>6</c:v>
                </c:pt>
                <c:pt idx="20294">
                  <c:v>9.3000000000000007</c:v>
                </c:pt>
                <c:pt idx="20295">
                  <c:v>8.6999999999999993</c:v>
                </c:pt>
                <c:pt idx="20296">
                  <c:v>6.1</c:v>
                </c:pt>
                <c:pt idx="20297">
                  <c:v>5.5</c:v>
                </c:pt>
                <c:pt idx="20298">
                  <c:v>5.7</c:v>
                </c:pt>
                <c:pt idx="20299">
                  <c:v>5.9</c:v>
                </c:pt>
                <c:pt idx="20300">
                  <c:v>8.3000000000000007</c:v>
                </c:pt>
                <c:pt idx="20301">
                  <c:v>5.5</c:v>
                </c:pt>
                <c:pt idx="20302">
                  <c:v>7.1</c:v>
                </c:pt>
                <c:pt idx="20303">
                  <c:v>8.3000000000000007</c:v>
                </c:pt>
                <c:pt idx="20304">
                  <c:v>9.5</c:v>
                </c:pt>
                <c:pt idx="20305">
                  <c:v>9.1</c:v>
                </c:pt>
                <c:pt idx="20306">
                  <c:v>5</c:v>
                </c:pt>
                <c:pt idx="20307">
                  <c:v>8.6999999999999993</c:v>
                </c:pt>
                <c:pt idx="20308">
                  <c:v>9.3000000000000007</c:v>
                </c:pt>
                <c:pt idx="20309">
                  <c:v>8.6</c:v>
                </c:pt>
                <c:pt idx="20310">
                  <c:v>4.5999999999999996</c:v>
                </c:pt>
                <c:pt idx="20311">
                  <c:v>7.5</c:v>
                </c:pt>
                <c:pt idx="20312">
                  <c:v>4.0999999999999996</c:v>
                </c:pt>
                <c:pt idx="20313">
                  <c:v>5.3</c:v>
                </c:pt>
                <c:pt idx="20314">
                  <c:v>4.5999999999999996</c:v>
                </c:pt>
                <c:pt idx="20315">
                  <c:v>4.4000000000000004</c:v>
                </c:pt>
                <c:pt idx="20316">
                  <c:v>8</c:v>
                </c:pt>
                <c:pt idx="20317">
                  <c:v>7.7</c:v>
                </c:pt>
                <c:pt idx="20318">
                  <c:v>7.1</c:v>
                </c:pt>
                <c:pt idx="20319">
                  <c:v>7.8</c:v>
                </c:pt>
                <c:pt idx="20320">
                  <c:v>9.3000000000000007</c:v>
                </c:pt>
                <c:pt idx="20321">
                  <c:v>4.4000000000000004</c:v>
                </c:pt>
                <c:pt idx="20322">
                  <c:v>6.9</c:v>
                </c:pt>
                <c:pt idx="20323">
                  <c:v>8.6</c:v>
                </c:pt>
                <c:pt idx="20324">
                  <c:v>5</c:v>
                </c:pt>
                <c:pt idx="20325">
                  <c:v>4.3</c:v>
                </c:pt>
                <c:pt idx="20326">
                  <c:v>5.5</c:v>
                </c:pt>
                <c:pt idx="20327">
                  <c:v>4.7</c:v>
                </c:pt>
                <c:pt idx="20328">
                  <c:v>7.2</c:v>
                </c:pt>
                <c:pt idx="20329">
                  <c:v>4.4000000000000004</c:v>
                </c:pt>
                <c:pt idx="20330">
                  <c:v>8.6999999999999993</c:v>
                </c:pt>
                <c:pt idx="20331">
                  <c:v>4.8</c:v>
                </c:pt>
                <c:pt idx="20332">
                  <c:v>7.9</c:v>
                </c:pt>
                <c:pt idx="20333">
                  <c:v>5</c:v>
                </c:pt>
                <c:pt idx="20334">
                  <c:v>4.7</c:v>
                </c:pt>
                <c:pt idx="20335">
                  <c:v>4.3</c:v>
                </c:pt>
                <c:pt idx="20336">
                  <c:v>9.1999999999999993</c:v>
                </c:pt>
                <c:pt idx="20337">
                  <c:v>9.6</c:v>
                </c:pt>
                <c:pt idx="20338">
                  <c:v>8.6</c:v>
                </c:pt>
                <c:pt idx="20339">
                  <c:v>7.3</c:v>
                </c:pt>
                <c:pt idx="20340">
                  <c:v>6.1</c:v>
                </c:pt>
                <c:pt idx="20341">
                  <c:v>6</c:v>
                </c:pt>
                <c:pt idx="20342">
                  <c:v>8.3000000000000007</c:v>
                </c:pt>
                <c:pt idx="20343">
                  <c:v>4.5</c:v>
                </c:pt>
                <c:pt idx="20344">
                  <c:v>5.3</c:v>
                </c:pt>
                <c:pt idx="20345">
                  <c:v>9.8000000000000007</c:v>
                </c:pt>
                <c:pt idx="20346">
                  <c:v>7.1</c:v>
                </c:pt>
                <c:pt idx="20347">
                  <c:v>5.0999999999999996</c:v>
                </c:pt>
                <c:pt idx="20348">
                  <c:v>5</c:v>
                </c:pt>
                <c:pt idx="20349">
                  <c:v>4.5999999999999996</c:v>
                </c:pt>
                <c:pt idx="20350">
                  <c:v>5.8</c:v>
                </c:pt>
                <c:pt idx="20351">
                  <c:v>4.5999999999999996</c:v>
                </c:pt>
                <c:pt idx="20352">
                  <c:v>10</c:v>
                </c:pt>
                <c:pt idx="20353">
                  <c:v>7.2</c:v>
                </c:pt>
                <c:pt idx="20354">
                  <c:v>5.3</c:v>
                </c:pt>
                <c:pt idx="20355">
                  <c:v>4.3</c:v>
                </c:pt>
                <c:pt idx="20356">
                  <c:v>6.2</c:v>
                </c:pt>
                <c:pt idx="20357">
                  <c:v>4.4000000000000004</c:v>
                </c:pt>
                <c:pt idx="20358">
                  <c:v>9.6999999999999993</c:v>
                </c:pt>
                <c:pt idx="20359">
                  <c:v>9.4</c:v>
                </c:pt>
                <c:pt idx="20360">
                  <c:v>7.4</c:v>
                </c:pt>
                <c:pt idx="20361">
                  <c:v>7.3</c:v>
                </c:pt>
                <c:pt idx="20362">
                  <c:v>6.7</c:v>
                </c:pt>
                <c:pt idx="20363">
                  <c:v>8.3000000000000007</c:v>
                </c:pt>
                <c:pt idx="20364">
                  <c:v>9.4</c:v>
                </c:pt>
                <c:pt idx="20365">
                  <c:v>6.7</c:v>
                </c:pt>
                <c:pt idx="20366">
                  <c:v>7.6</c:v>
                </c:pt>
                <c:pt idx="20367">
                  <c:v>8.5</c:v>
                </c:pt>
                <c:pt idx="20368">
                  <c:v>6.7</c:v>
                </c:pt>
                <c:pt idx="20369">
                  <c:v>4.7</c:v>
                </c:pt>
                <c:pt idx="20370">
                  <c:v>7.3</c:v>
                </c:pt>
                <c:pt idx="20371">
                  <c:v>4.2</c:v>
                </c:pt>
                <c:pt idx="20372">
                  <c:v>4.0999999999999996</c:v>
                </c:pt>
                <c:pt idx="20373">
                  <c:v>8.1999999999999993</c:v>
                </c:pt>
                <c:pt idx="20374">
                  <c:v>8.6999999999999993</c:v>
                </c:pt>
                <c:pt idx="20375">
                  <c:v>5.7</c:v>
                </c:pt>
                <c:pt idx="20376">
                  <c:v>9.6999999999999993</c:v>
                </c:pt>
                <c:pt idx="20377">
                  <c:v>6</c:v>
                </c:pt>
                <c:pt idx="20378">
                  <c:v>4.9000000000000004</c:v>
                </c:pt>
                <c:pt idx="20379">
                  <c:v>5.0999999999999996</c:v>
                </c:pt>
                <c:pt idx="20380">
                  <c:v>6.5</c:v>
                </c:pt>
                <c:pt idx="20381">
                  <c:v>7.1</c:v>
                </c:pt>
                <c:pt idx="20382">
                  <c:v>5.5</c:v>
                </c:pt>
                <c:pt idx="20383">
                  <c:v>4.0999999999999996</c:v>
                </c:pt>
                <c:pt idx="20384">
                  <c:v>8</c:v>
                </c:pt>
                <c:pt idx="20385">
                  <c:v>7.8</c:v>
                </c:pt>
                <c:pt idx="20386">
                  <c:v>7.9</c:v>
                </c:pt>
                <c:pt idx="20387">
                  <c:v>8.8000000000000007</c:v>
                </c:pt>
                <c:pt idx="20388">
                  <c:v>8.4</c:v>
                </c:pt>
                <c:pt idx="20389">
                  <c:v>5.0999999999999996</c:v>
                </c:pt>
                <c:pt idx="20390">
                  <c:v>8.6999999999999993</c:v>
                </c:pt>
                <c:pt idx="20391">
                  <c:v>6.2</c:v>
                </c:pt>
                <c:pt idx="20392">
                  <c:v>9.4</c:v>
                </c:pt>
                <c:pt idx="20393">
                  <c:v>5</c:v>
                </c:pt>
                <c:pt idx="20394">
                  <c:v>4.0999999999999996</c:v>
                </c:pt>
                <c:pt idx="20395">
                  <c:v>4.3</c:v>
                </c:pt>
                <c:pt idx="20396">
                  <c:v>9.9</c:v>
                </c:pt>
                <c:pt idx="20397">
                  <c:v>4.2</c:v>
                </c:pt>
                <c:pt idx="20398">
                  <c:v>6.6</c:v>
                </c:pt>
                <c:pt idx="20399">
                  <c:v>8.5</c:v>
                </c:pt>
                <c:pt idx="20400">
                  <c:v>6</c:v>
                </c:pt>
                <c:pt idx="20401">
                  <c:v>6.9</c:v>
                </c:pt>
                <c:pt idx="20402">
                  <c:v>7.1</c:v>
                </c:pt>
                <c:pt idx="20403">
                  <c:v>7.6</c:v>
                </c:pt>
                <c:pt idx="20404">
                  <c:v>7.1</c:v>
                </c:pt>
                <c:pt idx="20405">
                  <c:v>5.6</c:v>
                </c:pt>
                <c:pt idx="20406">
                  <c:v>9.1</c:v>
                </c:pt>
                <c:pt idx="20407">
                  <c:v>8</c:v>
                </c:pt>
                <c:pt idx="20408">
                  <c:v>7.7</c:v>
                </c:pt>
                <c:pt idx="20409">
                  <c:v>4.2</c:v>
                </c:pt>
                <c:pt idx="20410">
                  <c:v>4.8</c:v>
                </c:pt>
                <c:pt idx="20411">
                  <c:v>6.8</c:v>
                </c:pt>
                <c:pt idx="20412">
                  <c:v>7.5</c:v>
                </c:pt>
                <c:pt idx="20413">
                  <c:v>4.5</c:v>
                </c:pt>
                <c:pt idx="20414">
                  <c:v>9.9</c:v>
                </c:pt>
                <c:pt idx="20415">
                  <c:v>4.3</c:v>
                </c:pt>
                <c:pt idx="20416">
                  <c:v>9.1999999999999993</c:v>
                </c:pt>
                <c:pt idx="20417">
                  <c:v>7.5</c:v>
                </c:pt>
                <c:pt idx="20418">
                  <c:v>4.2</c:v>
                </c:pt>
                <c:pt idx="20419">
                  <c:v>5.2</c:v>
                </c:pt>
                <c:pt idx="20420">
                  <c:v>8.9</c:v>
                </c:pt>
                <c:pt idx="20421">
                  <c:v>4.7</c:v>
                </c:pt>
                <c:pt idx="20422">
                  <c:v>5.3</c:v>
                </c:pt>
                <c:pt idx="20423">
                  <c:v>7.3</c:v>
                </c:pt>
                <c:pt idx="20424">
                  <c:v>5.6</c:v>
                </c:pt>
                <c:pt idx="20425">
                  <c:v>9</c:v>
                </c:pt>
                <c:pt idx="20426">
                  <c:v>4.7</c:v>
                </c:pt>
                <c:pt idx="20427">
                  <c:v>7.4</c:v>
                </c:pt>
                <c:pt idx="20428">
                  <c:v>5.8</c:v>
                </c:pt>
                <c:pt idx="20429">
                  <c:v>7.8</c:v>
                </c:pt>
                <c:pt idx="20430">
                  <c:v>9.8000000000000007</c:v>
                </c:pt>
                <c:pt idx="20431">
                  <c:v>8.8000000000000007</c:v>
                </c:pt>
                <c:pt idx="20432">
                  <c:v>10</c:v>
                </c:pt>
                <c:pt idx="20433">
                  <c:v>6</c:v>
                </c:pt>
                <c:pt idx="20434">
                  <c:v>6.4</c:v>
                </c:pt>
                <c:pt idx="20435">
                  <c:v>7.3</c:v>
                </c:pt>
                <c:pt idx="20436">
                  <c:v>7.6</c:v>
                </c:pt>
                <c:pt idx="20437">
                  <c:v>9.1</c:v>
                </c:pt>
                <c:pt idx="20438">
                  <c:v>7.2</c:v>
                </c:pt>
                <c:pt idx="20439">
                  <c:v>6.2</c:v>
                </c:pt>
                <c:pt idx="20440">
                  <c:v>6.9</c:v>
                </c:pt>
                <c:pt idx="20441">
                  <c:v>4.4000000000000004</c:v>
                </c:pt>
                <c:pt idx="20442">
                  <c:v>6.9</c:v>
                </c:pt>
                <c:pt idx="20443">
                  <c:v>4.7</c:v>
                </c:pt>
                <c:pt idx="20444">
                  <c:v>7.2</c:v>
                </c:pt>
                <c:pt idx="20445">
                  <c:v>6.5</c:v>
                </c:pt>
                <c:pt idx="20446">
                  <c:v>9.8000000000000007</c:v>
                </c:pt>
                <c:pt idx="20447">
                  <c:v>6.2</c:v>
                </c:pt>
                <c:pt idx="20448">
                  <c:v>8.6999999999999993</c:v>
                </c:pt>
                <c:pt idx="20449">
                  <c:v>6.2</c:v>
                </c:pt>
                <c:pt idx="20450">
                  <c:v>8.6999999999999993</c:v>
                </c:pt>
                <c:pt idx="20451">
                  <c:v>6.3</c:v>
                </c:pt>
                <c:pt idx="20452">
                  <c:v>4.9000000000000004</c:v>
                </c:pt>
                <c:pt idx="20453">
                  <c:v>5.2</c:v>
                </c:pt>
                <c:pt idx="20454">
                  <c:v>4.0999999999999996</c:v>
                </c:pt>
                <c:pt idx="20455">
                  <c:v>4.5999999999999996</c:v>
                </c:pt>
                <c:pt idx="20456">
                  <c:v>5.8</c:v>
                </c:pt>
                <c:pt idx="20457">
                  <c:v>4.5999999999999996</c:v>
                </c:pt>
                <c:pt idx="20458">
                  <c:v>6.4</c:v>
                </c:pt>
                <c:pt idx="20459">
                  <c:v>8.6</c:v>
                </c:pt>
                <c:pt idx="20460">
                  <c:v>4.9000000000000004</c:v>
                </c:pt>
                <c:pt idx="20461">
                  <c:v>5.8</c:v>
                </c:pt>
                <c:pt idx="20462">
                  <c:v>7</c:v>
                </c:pt>
                <c:pt idx="20463">
                  <c:v>5.0999999999999996</c:v>
                </c:pt>
                <c:pt idx="20464">
                  <c:v>8.6999999999999993</c:v>
                </c:pt>
                <c:pt idx="20465">
                  <c:v>7.9</c:v>
                </c:pt>
                <c:pt idx="20466">
                  <c:v>5</c:v>
                </c:pt>
                <c:pt idx="20467">
                  <c:v>6.4</c:v>
                </c:pt>
                <c:pt idx="20468">
                  <c:v>6.7</c:v>
                </c:pt>
                <c:pt idx="20469">
                  <c:v>9</c:v>
                </c:pt>
                <c:pt idx="20470">
                  <c:v>5.9</c:v>
                </c:pt>
                <c:pt idx="20471">
                  <c:v>4.5999999999999996</c:v>
                </c:pt>
                <c:pt idx="20472">
                  <c:v>7.8</c:v>
                </c:pt>
                <c:pt idx="20473">
                  <c:v>6.6</c:v>
                </c:pt>
                <c:pt idx="20474">
                  <c:v>9.1999999999999993</c:v>
                </c:pt>
                <c:pt idx="20475">
                  <c:v>9.6</c:v>
                </c:pt>
                <c:pt idx="20476">
                  <c:v>7.4</c:v>
                </c:pt>
                <c:pt idx="20477">
                  <c:v>9.6999999999999993</c:v>
                </c:pt>
                <c:pt idx="20478">
                  <c:v>9.4</c:v>
                </c:pt>
                <c:pt idx="20479">
                  <c:v>7.9</c:v>
                </c:pt>
                <c:pt idx="20480">
                  <c:v>7.3</c:v>
                </c:pt>
                <c:pt idx="20481">
                  <c:v>6.8</c:v>
                </c:pt>
                <c:pt idx="20482">
                  <c:v>7.6</c:v>
                </c:pt>
                <c:pt idx="20483">
                  <c:v>9.3000000000000007</c:v>
                </c:pt>
                <c:pt idx="20484">
                  <c:v>7.8</c:v>
                </c:pt>
                <c:pt idx="20485">
                  <c:v>8.5</c:v>
                </c:pt>
                <c:pt idx="20486">
                  <c:v>8.9</c:v>
                </c:pt>
                <c:pt idx="20487">
                  <c:v>7.6</c:v>
                </c:pt>
                <c:pt idx="20488">
                  <c:v>4.2</c:v>
                </c:pt>
                <c:pt idx="20489">
                  <c:v>5.7</c:v>
                </c:pt>
                <c:pt idx="20490">
                  <c:v>5.4</c:v>
                </c:pt>
                <c:pt idx="20491">
                  <c:v>5.4</c:v>
                </c:pt>
                <c:pt idx="20492">
                  <c:v>6.2</c:v>
                </c:pt>
                <c:pt idx="20493">
                  <c:v>8.5</c:v>
                </c:pt>
                <c:pt idx="20494">
                  <c:v>9.1999999999999993</c:v>
                </c:pt>
                <c:pt idx="20495">
                  <c:v>6.4</c:v>
                </c:pt>
                <c:pt idx="20496">
                  <c:v>9.1999999999999993</c:v>
                </c:pt>
                <c:pt idx="20497">
                  <c:v>7</c:v>
                </c:pt>
                <c:pt idx="20498">
                  <c:v>8.1</c:v>
                </c:pt>
                <c:pt idx="20499">
                  <c:v>9.3000000000000007</c:v>
                </c:pt>
                <c:pt idx="20500">
                  <c:v>5.6</c:v>
                </c:pt>
                <c:pt idx="20501">
                  <c:v>7.5</c:v>
                </c:pt>
                <c:pt idx="20502">
                  <c:v>9.9</c:v>
                </c:pt>
                <c:pt idx="20503">
                  <c:v>8.1999999999999993</c:v>
                </c:pt>
                <c:pt idx="20504">
                  <c:v>4.9000000000000004</c:v>
                </c:pt>
                <c:pt idx="20505">
                  <c:v>4.2</c:v>
                </c:pt>
                <c:pt idx="20506">
                  <c:v>4.4000000000000004</c:v>
                </c:pt>
                <c:pt idx="20507">
                  <c:v>5.2</c:v>
                </c:pt>
                <c:pt idx="20508">
                  <c:v>9.4</c:v>
                </c:pt>
                <c:pt idx="20509">
                  <c:v>7.1</c:v>
                </c:pt>
                <c:pt idx="20510">
                  <c:v>9.4</c:v>
                </c:pt>
                <c:pt idx="20511">
                  <c:v>7</c:v>
                </c:pt>
                <c:pt idx="20512">
                  <c:v>8</c:v>
                </c:pt>
                <c:pt idx="20513">
                  <c:v>6</c:v>
                </c:pt>
                <c:pt idx="20514">
                  <c:v>7.4</c:v>
                </c:pt>
                <c:pt idx="20515">
                  <c:v>9.6999999999999993</c:v>
                </c:pt>
                <c:pt idx="20516">
                  <c:v>5.8</c:v>
                </c:pt>
                <c:pt idx="20517">
                  <c:v>4.4000000000000004</c:v>
                </c:pt>
                <c:pt idx="20518">
                  <c:v>8.1</c:v>
                </c:pt>
                <c:pt idx="20519">
                  <c:v>9.5</c:v>
                </c:pt>
                <c:pt idx="20520">
                  <c:v>8.1</c:v>
                </c:pt>
                <c:pt idx="20521">
                  <c:v>4.5999999999999996</c:v>
                </c:pt>
                <c:pt idx="20522">
                  <c:v>9.9</c:v>
                </c:pt>
                <c:pt idx="20523">
                  <c:v>4.0999999999999996</c:v>
                </c:pt>
                <c:pt idx="20524">
                  <c:v>5.3</c:v>
                </c:pt>
                <c:pt idx="20525">
                  <c:v>9.1999999999999993</c:v>
                </c:pt>
                <c:pt idx="20526">
                  <c:v>9.3000000000000007</c:v>
                </c:pt>
                <c:pt idx="20527">
                  <c:v>8.3000000000000007</c:v>
                </c:pt>
                <c:pt idx="20528">
                  <c:v>5.7</c:v>
                </c:pt>
                <c:pt idx="20529">
                  <c:v>7</c:v>
                </c:pt>
                <c:pt idx="20530">
                  <c:v>5.9</c:v>
                </c:pt>
                <c:pt idx="20531">
                  <c:v>6.7</c:v>
                </c:pt>
                <c:pt idx="20532">
                  <c:v>8.4</c:v>
                </c:pt>
                <c:pt idx="20533">
                  <c:v>8.6999999999999993</c:v>
                </c:pt>
                <c:pt idx="20534">
                  <c:v>6.9</c:v>
                </c:pt>
                <c:pt idx="20535">
                  <c:v>5.3</c:v>
                </c:pt>
                <c:pt idx="20536">
                  <c:v>9.4</c:v>
                </c:pt>
                <c:pt idx="20537">
                  <c:v>8</c:v>
                </c:pt>
                <c:pt idx="20538">
                  <c:v>6.1</c:v>
                </c:pt>
                <c:pt idx="20539">
                  <c:v>8.1</c:v>
                </c:pt>
                <c:pt idx="20540">
                  <c:v>4.8</c:v>
                </c:pt>
                <c:pt idx="20541">
                  <c:v>6.8</c:v>
                </c:pt>
                <c:pt idx="20542">
                  <c:v>6.3</c:v>
                </c:pt>
                <c:pt idx="20543">
                  <c:v>4.0999999999999996</c:v>
                </c:pt>
                <c:pt idx="20544">
                  <c:v>9.6999999999999993</c:v>
                </c:pt>
                <c:pt idx="20545">
                  <c:v>8.8000000000000007</c:v>
                </c:pt>
                <c:pt idx="20546">
                  <c:v>7.3</c:v>
                </c:pt>
                <c:pt idx="20547">
                  <c:v>6.2</c:v>
                </c:pt>
                <c:pt idx="20548">
                  <c:v>5.0999999999999996</c:v>
                </c:pt>
                <c:pt idx="20549">
                  <c:v>7.5</c:v>
                </c:pt>
                <c:pt idx="20550">
                  <c:v>5.0999999999999996</c:v>
                </c:pt>
                <c:pt idx="20551">
                  <c:v>4.3</c:v>
                </c:pt>
                <c:pt idx="20552">
                  <c:v>9.6999999999999993</c:v>
                </c:pt>
                <c:pt idx="20553">
                  <c:v>7.4</c:v>
                </c:pt>
                <c:pt idx="20554">
                  <c:v>4.0999999999999996</c:v>
                </c:pt>
                <c:pt idx="20555">
                  <c:v>7.2</c:v>
                </c:pt>
                <c:pt idx="20556">
                  <c:v>8.6</c:v>
                </c:pt>
                <c:pt idx="20557">
                  <c:v>4.9000000000000004</c:v>
                </c:pt>
                <c:pt idx="20558">
                  <c:v>5.9</c:v>
                </c:pt>
                <c:pt idx="20559">
                  <c:v>4.8</c:v>
                </c:pt>
                <c:pt idx="20560">
                  <c:v>5.9</c:v>
                </c:pt>
                <c:pt idx="20561">
                  <c:v>6.2</c:v>
                </c:pt>
                <c:pt idx="20562">
                  <c:v>4.9000000000000004</c:v>
                </c:pt>
                <c:pt idx="20563">
                  <c:v>4.2</c:v>
                </c:pt>
                <c:pt idx="20564">
                  <c:v>6.4</c:v>
                </c:pt>
                <c:pt idx="20565">
                  <c:v>7.6</c:v>
                </c:pt>
                <c:pt idx="20566">
                  <c:v>6.8</c:v>
                </c:pt>
                <c:pt idx="20567">
                  <c:v>7</c:v>
                </c:pt>
                <c:pt idx="20568">
                  <c:v>7.1</c:v>
                </c:pt>
                <c:pt idx="20569">
                  <c:v>5.3</c:v>
                </c:pt>
                <c:pt idx="20570">
                  <c:v>7.6</c:v>
                </c:pt>
                <c:pt idx="20571">
                  <c:v>8.6</c:v>
                </c:pt>
                <c:pt idx="20572">
                  <c:v>9.6999999999999993</c:v>
                </c:pt>
                <c:pt idx="20573">
                  <c:v>4.3</c:v>
                </c:pt>
                <c:pt idx="20574">
                  <c:v>8.6</c:v>
                </c:pt>
                <c:pt idx="20575">
                  <c:v>4.2</c:v>
                </c:pt>
                <c:pt idx="20576">
                  <c:v>9.4</c:v>
                </c:pt>
                <c:pt idx="20577">
                  <c:v>8</c:v>
                </c:pt>
                <c:pt idx="20578">
                  <c:v>5.2</c:v>
                </c:pt>
                <c:pt idx="20579">
                  <c:v>6.9</c:v>
                </c:pt>
                <c:pt idx="20580">
                  <c:v>6.3</c:v>
                </c:pt>
                <c:pt idx="20581">
                  <c:v>4.5999999999999996</c:v>
                </c:pt>
                <c:pt idx="20582">
                  <c:v>5.7</c:v>
                </c:pt>
                <c:pt idx="20583">
                  <c:v>4.5</c:v>
                </c:pt>
                <c:pt idx="20584">
                  <c:v>7</c:v>
                </c:pt>
                <c:pt idx="20585">
                  <c:v>8.6</c:v>
                </c:pt>
                <c:pt idx="20586">
                  <c:v>4.3</c:v>
                </c:pt>
                <c:pt idx="20587">
                  <c:v>9.4</c:v>
                </c:pt>
                <c:pt idx="20588">
                  <c:v>9.6</c:v>
                </c:pt>
                <c:pt idx="20589">
                  <c:v>4.5</c:v>
                </c:pt>
                <c:pt idx="20590">
                  <c:v>5.0999999999999996</c:v>
                </c:pt>
                <c:pt idx="20591">
                  <c:v>8.8000000000000007</c:v>
                </c:pt>
                <c:pt idx="20592">
                  <c:v>6.2</c:v>
                </c:pt>
                <c:pt idx="20593">
                  <c:v>4.4000000000000004</c:v>
                </c:pt>
                <c:pt idx="20594">
                  <c:v>8.3000000000000007</c:v>
                </c:pt>
                <c:pt idx="20595">
                  <c:v>6.6</c:v>
                </c:pt>
                <c:pt idx="20596">
                  <c:v>6.1</c:v>
                </c:pt>
                <c:pt idx="20597">
                  <c:v>6.1</c:v>
                </c:pt>
                <c:pt idx="20598">
                  <c:v>5.8</c:v>
                </c:pt>
                <c:pt idx="20599">
                  <c:v>9.6999999999999993</c:v>
                </c:pt>
                <c:pt idx="20600">
                  <c:v>5.4</c:v>
                </c:pt>
                <c:pt idx="20601">
                  <c:v>7.6</c:v>
                </c:pt>
                <c:pt idx="20602">
                  <c:v>6.7</c:v>
                </c:pt>
                <c:pt idx="20603">
                  <c:v>5.3</c:v>
                </c:pt>
                <c:pt idx="20604">
                  <c:v>5.3</c:v>
                </c:pt>
                <c:pt idx="20605">
                  <c:v>8.1999999999999993</c:v>
                </c:pt>
                <c:pt idx="20606">
                  <c:v>9.8000000000000007</c:v>
                </c:pt>
                <c:pt idx="20607">
                  <c:v>8.4</c:v>
                </c:pt>
                <c:pt idx="20608">
                  <c:v>9.5</c:v>
                </c:pt>
                <c:pt idx="20609">
                  <c:v>5.7</c:v>
                </c:pt>
                <c:pt idx="20610">
                  <c:v>6.2</c:v>
                </c:pt>
                <c:pt idx="20611">
                  <c:v>4.4000000000000004</c:v>
                </c:pt>
                <c:pt idx="20612">
                  <c:v>5.5</c:v>
                </c:pt>
                <c:pt idx="20613">
                  <c:v>5.3</c:v>
                </c:pt>
                <c:pt idx="20614">
                  <c:v>5.8</c:v>
                </c:pt>
                <c:pt idx="20615">
                  <c:v>9.6</c:v>
                </c:pt>
                <c:pt idx="20616">
                  <c:v>7.9</c:v>
                </c:pt>
                <c:pt idx="20617">
                  <c:v>7.4</c:v>
                </c:pt>
                <c:pt idx="20618">
                  <c:v>9.9</c:v>
                </c:pt>
                <c:pt idx="20619">
                  <c:v>6.1</c:v>
                </c:pt>
                <c:pt idx="20620">
                  <c:v>5.8</c:v>
                </c:pt>
                <c:pt idx="20621">
                  <c:v>8.5</c:v>
                </c:pt>
                <c:pt idx="20622">
                  <c:v>7.3</c:v>
                </c:pt>
                <c:pt idx="20623">
                  <c:v>8.6</c:v>
                </c:pt>
                <c:pt idx="20624">
                  <c:v>5.7</c:v>
                </c:pt>
                <c:pt idx="20625">
                  <c:v>6.1</c:v>
                </c:pt>
                <c:pt idx="20626">
                  <c:v>9.5</c:v>
                </c:pt>
                <c:pt idx="20627">
                  <c:v>6.6</c:v>
                </c:pt>
                <c:pt idx="20628">
                  <c:v>8.3000000000000007</c:v>
                </c:pt>
                <c:pt idx="20629">
                  <c:v>8.3000000000000007</c:v>
                </c:pt>
                <c:pt idx="20630">
                  <c:v>9.6</c:v>
                </c:pt>
                <c:pt idx="20631">
                  <c:v>8.4</c:v>
                </c:pt>
                <c:pt idx="20632">
                  <c:v>6.9</c:v>
                </c:pt>
                <c:pt idx="20633">
                  <c:v>6</c:v>
                </c:pt>
                <c:pt idx="20634">
                  <c:v>9.6</c:v>
                </c:pt>
                <c:pt idx="20635">
                  <c:v>7</c:v>
                </c:pt>
                <c:pt idx="20636">
                  <c:v>7.1</c:v>
                </c:pt>
                <c:pt idx="20637">
                  <c:v>5.2</c:v>
                </c:pt>
                <c:pt idx="20638">
                  <c:v>7</c:v>
                </c:pt>
                <c:pt idx="20639">
                  <c:v>9.9</c:v>
                </c:pt>
                <c:pt idx="20640">
                  <c:v>6.3</c:v>
                </c:pt>
                <c:pt idx="20641">
                  <c:v>9.1</c:v>
                </c:pt>
                <c:pt idx="20642">
                  <c:v>7.6</c:v>
                </c:pt>
                <c:pt idx="20643">
                  <c:v>6.1</c:v>
                </c:pt>
                <c:pt idx="20644">
                  <c:v>9.6</c:v>
                </c:pt>
                <c:pt idx="20645">
                  <c:v>4.8</c:v>
                </c:pt>
                <c:pt idx="20646">
                  <c:v>9.8000000000000007</c:v>
                </c:pt>
                <c:pt idx="20647">
                  <c:v>4.2</c:v>
                </c:pt>
                <c:pt idx="20648">
                  <c:v>5.0999999999999996</c:v>
                </c:pt>
                <c:pt idx="20649">
                  <c:v>5.7</c:v>
                </c:pt>
                <c:pt idx="20650">
                  <c:v>5.9</c:v>
                </c:pt>
                <c:pt idx="20651">
                  <c:v>9.6999999999999993</c:v>
                </c:pt>
                <c:pt idx="20652">
                  <c:v>5.0999999999999996</c:v>
                </c:pt>
                <c:pt idx="20653">
                  <c:v>5.6</c:v>
                </c:pt>
                <c:pt idx="20654">
                  <c:v>6.5</c:v>
                </c:pt>
                <c:pt idx="20655">
                  <c:v>9.4</c:v>
                </c:pt>
                <c:pt idx="20656">
                  <c:v>9.6</c:v>
                </c:pt>
                <c:pt idx="20657">
                  <c:v>9</c:v>
                </c:pt>
                <c:pt idx="20658">
                  <c:v>5.4</c:v>
                </c:pt>
                <c:pt idx="20659">
                  <c:v>7</c:v>
                </c:pt>
                <c:pt idx="20660">
                  <c:v>6</c:v>
                </c:pt>
                <c:pt idx="20661">
                  <c:v>7.7</c:v>
                </c:pt>
                <c:pt idx="20662">
                  <c:v>6.5</c:v>
                </c:pt>
                <c:pt idx="20663">
                  <c:v>9.1</c:v>
                </c:pt>
                <c:pt idx="20664">
                  <c:v>9.5</c:v>
                </c:pt>
                <c:pt idx="20665">
                  <c:v>4.9000000000000004</c:v>
                </c:pt>
                <c:pt idx="20666">
                  <c:v>7.8</c:v>
                </c:pt>
                <c:pt idx="20667">
                  <c:v>5</c:v>
                </c:pt>
                <c:pt idx="20668">
                  <c:v>8.6999999999999993</c:v>
                </c:pt>
                <c:pt idx="20669">
                  <c:v>9</c:v>
                </c:pt>
                <c:pt idx="20670">
                  <c:v>8.1</c:v>
                </c:pt>
                <c:pt idx="20671">
                  <c:v>9.6999999999999993</c:v>
                </c:pt>
                <c:pt idx="20672">
                  <c:v>9.1</c:v>
                </c:pt>
                <c:pt idx="20673">
                  <c:v>5.8</c:v>
                </c:pt>
                <c:pt idx="20674">
                  <c:v>7.5</c:v>
                </c:pt>
                <c:pt idx="20675">
                  <c:v>8.5</c:v>
                </c:pt>
                <c:pt idx="20676">
                  <c:v>9.1</c:v>
                </c:pt>
                <c:pt idx="20677">
                  <c:v>4.0999999999999996</c:v>
                </c:pt>
                <c:pt idx="20678">
                  <c:v>7.1</c:v>
                </c:pt>
                <c:pt idx="20679">
                  <c:v>5.7</c:v>
                </c:pt>
                <c:pt idx="20680">
                  <c:v>8.1999999999999993</c:v>
                </c:pt>
                <c:pt idx="20681">
                  <c:v>8.9</c:v>
                </c:pt>
                <c:pt idx="20682">
                  <c:v>6.7</c:v>
                </c:pt>
                <c:pt idx="20683">
                  <c:v>5.9</c:v>
                </c:pt>
                <c:pt idx="20684">
                  <c:v>8.9</c:v>
                </c:pt>
                <c:pt idx="20685">
                  <c:v>9.8000000000000007</c:v>
                </c:pt>
                <c:pt idx="20686">
                  <c:v>6.2</c:v>
                </c:pt>
                <c:pt idx="20687">
                  <c:v>8.5</c:v>
                </c:pt>
                <c:pt idx="20688">
                  <c:v>7.1</c:v>
                </c:pt>
                <c:pt idx="20689">
                  <c:v>5.3</c:v>
                </c:pt>
                <c:pt idx="20690">
                  <c:v>9.1999999999999993</c:v>
                </c:pt>
                <c:pt idx="20691">
                  <c:v>5.2</c:v>
                </c:pt>
                <c:pt idx="20692">
                  <c:v>6.7</c:v>
                </c:pt>
                <c:pt idx="20693">
                  <c:v>7.1</c:v>
                </c:pt>
                <c:pt idx="20694">
                  <c:v>5.2</c:v>
                </c:pt>
                <c:pt idx="20695">
                  <c:v>6.8</c:v>
                </c:pt>
                <c:pt idx="20696">
                  <c:v>8.5</c:v>
                </c:pt>
                <c:pt idx="20697">
                  <c:v>8</c:v>
                </c:pt>
                <c:pt idx="20698">
                  <c:v>4.8</c:v>
                </c:pt>
                <c:pt idx="20699">
                  <c:v>4.8</c:v>
                </c:pt>
                <c:pt idx="20700">
                  <c:v>5.5</c:v>
                </c:pt>
                <c:pt idx="20701">
                  <c:v>7.8</c:v>
                </c:pt>
                <c:pt idx="20702">
                  <c:v>6.5</c:v>
                </c:pt>
                <c:pt idx="20703">
                  <c:v>7.8</c:v>
                </c:pt>
                <c:pt idx="20704">
                  <c:v>6.6</c:v>
                </c:pt>
                <c:pt idx="20705">
                  <c:v>7</c:v>
                </c:pt>
                <c:pt idx="20706">
                  <c:v>9.4</c:v>
                </c:pt>
                <c:pt idx="20707">
                  <c:v>9.5</c:v>
                </c:pt>
                <c:pt idx="20708">
                  <c:v>6.1</c:v>
                </c:pt>
                <c:pt idx="20709">
                  <c:v>6.8</c:v>
                </c:pt>
                <c:pt idx="20710">
                  <c:v>5.9</c:v>
                </c:pt>
                <c:pt idx="20711">
                  <c:v>5.8</c:v>
                </c:pt>
                <c:pt idx="20712">
                  <c:v>8.1</c:v>
                </c:pt>
                <c:pt idx="20713">
                  <c:v>9</c:v>
                </c:pt>
                <c:pt idx="20714">
                  <c:v>8</c:v>
                </c:pt>
                <c:pt idx="20715">
                  <c:v>5.3</c:v>
                </c:pt>
                <c:pt idx="20716">
                  <c:v>6</c:v>
                </c:pt>
                <c:pt idx="20717">
                  <c:v>5.0999999999999996</c:v>
                </c:pt>
                <c:pt idx="20718">
                  <c:v>9.6999999999999993</c:v>
                </c:pt>
                <c:pt idx="20719">
                  <c:v>5.7</c:v>
                </c:pt>
                <c:pt idx="20720">
                  <c:v>5.9</c:v>
                </c:pt>
                <c:pt idx="20721">
                  <c:v>6.7</c:v>
                </c:pt>
                <c:pt idx="20722">
                  <c:v>4.5</c:v>
                </c:pt>
                <c:pt idx="20723">
                  <c:v>7.4</c:v>
                </c:pt>
                <c:pt idx="20724">
                  <c:v>10</c:v>
                </c:pt>
                <c:pt idx="20725">
                  <c:v>9</c:v>
                </c:pt>
                <c:pt idx="20726">
                  <c:v>8.3000000000000007</c:v>
                </c:pt>
                <c:pt idx="20727">
                  <c:v>5.3</c:v>
                </c:pt>
                <c:pt idx="20728">
                  <c:v>4.4000000000000004</c:v>
                </c:pt>
                <c:pt idx="20729">
                  <c:v>7.7</c:v>
                </c:pt>
                <c:pt idx="20730">
                  <c:v>4.3</c:v>
                </c:pt>
                <c:pt idx="20731">
                  <c:v>7.8</c:v>
                </c:pt>
                <c:pt idx="20732">
                  <c:v>6.4</c:v>
                </c:pt>
                <c:pt idx="20733">
                  <c:v>8.6999999999999993</c:v>
                </c:pt>
                <c:pt idx="20734">
                  <c:v>4.3</c:v>
                </c:pt>
                <c:pt idx="20735">
                  <c:v>7.2</c:v>
                </c:pt>
                <c:pt idx="20736">
                  <c:v>5.6</c:v>
                </c:pt>
                <c:pt idx="20737">
                  <c:v>4.9000000000000004</c:v>
                </c:pt>
                <c:pt idx="20738">
                  <c:v>7.3</c:v>
                </c:pt>
                <c:pt idx="20739">
                  <c:v>5.3</c:v>
                </c:pt>
                <c:pt idx="20740">
                  <c:v>7</c:v>
                </c:pt>
                <c:pt idx="20741">
                  <c:v>6.6</c:v>
                </c:pt>
                <c:pt idx="20742">
                  <c:v>8.9</c:v>
                </c:pt>
                <c:pt idx="20743">
                  <c:v>6</c:v>
                </c:pt>
                <c:pt idx="20744">
                  <c:v>9.1999999999999993</c:v>
                </c:pt>
                <c:pt idx="20745">
                  <c:v>4</c:v>
                </c:pt>
                <c:pt idx="20746">
                  <c:v>6</c:v>
                </c:pt>
                <c:pt idx="20747">
                  <c:v>8.9</c:v>
                </c:pt>
                <c:pt idx="20748">
                  <c:v>6.6</c:v>
                </c:pt>
                <c:pt idx="20749">
                  <c:v>4.3</c:v>
                </c:pt>
                <c:pt idx="20750">
                  <c:v>9.4</c:v>
                </c:pt>
                <c:pt idx="20751">
                  <c:v>5.3</c:v>
                </c:pt>
                <c:pt idx="20752">
                  <c:v>7.8</c:v>
                </c:pt>
                <c:pt idx="20753">
                  <c:v>8.6999999999999993</c:v>
                </c:pt>
                <c:pt idx="20754">
                  <c:v>8.6999999999999993</c:v>
                </c:pt>
                <c:pt idx="20755">
                  <c:v>4.8</c:v>
                </c:pt>
                <c:pt idx="20756">
                  <c:v>4.3</c:v>
                </c:pt>
                <c:pt idx="20757">
                  <c:v>5.0999999999999996</c:v>
                </c:pt>
                <c:pt idx="20758">
                  <c:v>5.2</c:v>
                </c:pt>
                <c:pt idx="20759">
                  <c:v>9.5</c:v>
                </c:pt>
                <c:pt idx="20760">
                  <c:v>6.1</c:v>
                </c:pt>
                <c:pt idx="20761">
                  <c:v>8.6999999999999993</c:v>
                </c:pt>
                <c:pt idx="20762">
                  <c:v>8.1</c:v>
                </c:pt>
                <c:pt idx="20763">
                  <c:v>5.3</c:v>
                </c:pt>
                <c:pt idx="20764">
                  <c:v>9.6</c:v>
                </c:pt>
                <c:pt idx="20765">
                  <c:v>9.5</c:v>
                </c:pt>
                <c:pt idx="20766">
                  <c:v>4.2</c:v>
                </c:pt>
                <c:pt idx="20767">
                  <c:v>8.6999999999999993</c:v>
                </c:pt>
                <c:pt idx="20768">
                  <c:v>9.8000000000000007</c:v>
                </c:pt>
                <c:pt idx="20769">
                  <c:v>7.2</c:v>
                </c:pt>
                <c:pt idx="20770">
                  <c:v>6.1</c:v>
                </c:pt>
                <c:pt idx="20771">
                  <c:v>4.3</c:v>
                </c:pt>
                <c:pt idx="20772">
                  <c:v>8.6</c:v>
                </c:pt>
                <c:pt idx="20773">
                  <c:v>4</c:v>
                </c:pt>
                <c:pt idx="20774">
                  <c:v>7.7</c:v>
                </c:pt>
                <c:pt idx="20775">
                  <c:v>8.1999999999999993</c:v>
                </c:pt>
                <c:pt idx="20776">
                  <c:v>7.8</c:v>
                </c:pt>
                <c:pt idx="20777">
                  <c:v>5.3</c:v>
                </c:pt>
                <c:pt idx="20778">
                  <c:v>6.6</c:v>
                </c:pt>
                <c:pt idx="20779">
                  <c:v>8.3000000000000007</c:v>
                </c:pt>
                <c:pt idx="20780">
                  <c:v>6</c:v>
                </c:pt>
                <c:pt idx="20781">
                  <c:v>5.6</c:v>
                </c:pt>
                <c:pt idx="20782">
                  <c:v>8.6</c:v>
                </c:pt>
                <c:pt idx="20783">
                  <c:v>5.7</c:v>
                </c:pt>
                <c:pt idx="20784">
                  <c:v>4.9000000000000004</c:v>
                </c:pt>
                <c:pt idx="20785">
                  <c:v>6.1</c:v>
                </c:pt>
                <c:pt idx="20786">
                  <c:v>6.6</c:v>
                </c:pt>
                <c:pt idx="20787">
                  <c:v>8.6</c:v>
                </c:pt>
                <c:pt idx="20788">
                  <c:v>4.9000000000000004</c:v>
                </c:pt>
                <c:pt idx="20789">
                  <c:v>7.8</c:v>
                </c:pt>
                <c:pt idx="20790">
                  <c:v>5.6</c:v>
                </c:pt>
                <c:pt idx="20791">
                  <c:v>7.8</c:v>
                </c:pt>
                <c:pt idx="20792">
                  <c:v>4.2</c:v>
                </c:pt>
                <c:pt idx="20793">
                  <c:v>9.4</c:v>
                </c:pt>
                <c:pt idx="20794">
                  <c:v>5.0999999999999996</c:v>
                </c:pt>
                <c:pt idx="20795">
                  <c:v>10</c:v>
                </c:pt>
                <c:pt idx="20796">
                  <c:v>5.6</c:v>
                </c:pt>
                <c:pt idx="20797">
                  <c:v>9.8000000000000007</c:v>
                </c:pt>
                <c:pt idx="20798">
                  <c:v>4.2</c:v>
                </c:pt>
                <c:pt idx="20799">
                  <c:v>8</c:v>
                </c:pt>
                <c:pt idx="20800">
                  <c:v>7.2</c:v>
                </c:pt>
                <c:pt idx="20801">
                  <c:v>5.5</c:v>
                </c:pt>
                <c:pt idx="20802">
                  <c:v>9.8000000000000007</c:v>
                </c:pt>
                <c:pt idx="20803">
                  <c:v>6.6</c:v>
                </c:pt>
                <c:pt idx="20804">
                  <c:v>6.3</c:v>
                </c:pt>
                <c:pt idx="20805">
                  <c:v>7.1</c:v>
                </c:pt>
                <c:pt idx="20806">
                  <c:v>6.8</c:v>
                </c:pt>
                <c:pt idx="20807">
                  <c:v>9.9</c:v>
                </c:pt>
                <c:pt idx="20808">
                  <c:v>6.5</c:v>
                </c:pt>
                <c:pt idx="20809">
                  <c:v>6.7</c:v>
                </c:pt>
                <c:pt idx="20810">
                  <c:v>8.8000000000000007</c:v>
                </c:pt>
                <c:pt idx="20811">
                  <c:v>8.1</c:v>
                </c:pt>
                <c:pt idx="20812">
                  <c:v>7.2</c:v>
                </c:pt>
                <c:pt idx="20813">
                  <c:v>9.1</c:v>
                </c:pt>
                <c:pt idx="20814">
                  <c:v>6</c:v>
                </c:pt>
                <c:pt idx="20815">
                  <c:v>8.9</c:v>
                </c:pt>
                <c:pt idx="20816">
                  <c:v>8.8000000000000007</c:v>
                </c:pt>
                <c:pt idx="20817">
                  <c:v>7</c:v>
                </c:pt>
                <c:pt idx="20818">
                  <c:v>8.5</c:v>
                </c:pt>
                <c:pt idx="20819">
                  <c:v>8.5</c:v>
                </c:pt>
                <c:pt idx="20820">
                  <c:v>5.3</c:v>
                </c:pt>
                <c:pt idx="20821">
                  <c:v>6.3</c:v>
                </c:pt>
                <c:pt idx="20822">
                  <c:v>9.3000000000000007</c:v>
                </c:pt>
                <c:pt idx="20823">
                  <c:v>9.8000000000000007</c:v>
                </c:pt>
                <c:pt idx="20824">
                  <c:v>6</c:v>
                </c:pt>
                <c:pt idx="20825">
                  <c:v>5.7</c:v>
                </c:pt>
                <c:pt idx="20826">
                  <c:v>4.0999999999999996</c:v>
                </c:pt>
                <c:pt idx="20827">
                  <c:v>5.0999999999999996</c:v>
                </c:pt>
                <c:pt idx="20828">
                  <c:v>7.3</c:v>
                </c:pt>
                <c:pt idx="20829">
                  <c:v>8.6</c:v>
                </c:pt>
                <c:pt idx="20830">
                  <c:v>8</c:v>
                </c:pt>
                <c:pt idx="20831">
                  <c:v>7</c:v>
                </c:pt>
                <c:pt idx="20832">
                  <c:v>7.9</c:v>
                </c:pt>
                <c:pt idx="20833">
                  <c:v>4.8</c:v>
                </c:pt>
                <c:pt idx="20834">
                  <c:v>5.0999999999999996</c:v>
                </c:pt>
                <c:pt idx="20835">
                  <c:v>9.6</c:v>
                </c:pt>
                <c:pt idx="20836">
                  <c:v>5.9</c:v>
                </c:pt>
                <c:pt idx="20837">
                  <c:v>8.1</c:v>
                </c:pt>
                <c:pt idx="20838">
                  <c:v>4</c:v>
                </c:pt>
                <c:pt idx="20839">
                  <c:v>4.5</c:v>
                </c:pt>
                <c:pt idx="20840">
                  <c:v>5.8</c:v>
                </c:pt>
                <c:pt idx="20841">
                  <c:v>7.2</c:v>
                </c:pt>
                <c:pt idx="20842">
                  <c:v>7</c:v>
                </c:pt>
                <c:pt idx="20843">
                  <c:v>7.8</c:v>
                </c:pt>
                <c:pt idx="20844">
                  <c:v>8.9</c:v>
                </c:pt>
                <c:pt idx="20845">
                  <c:v>5.4</c:v>
                </c:pt>
                <c:pt idx="20846">
                  <c:v>9.1</c:v>
                </c:pt>
                <c:pt idx="20847">
                  <c:v>7.9</c:v>
                </c:pt>
                <c:pt idx="20848">
                  <c:v>6.3</c:v>
                </c:pt>
                <c:pt idx="20849">
                  <c:v>4.5999999999999996</c:v>
                </c:pt>
                <c:pt idx="20850">
                  <c:v>7.1</c:v>
                </c:pt>
                <c:pt idx="20851">
                  <c:v>9.6</c:v>
                </c:pt>
                <c:pt idx="20852">
                  <c:v>9.4</c:v>
                </c:pt>
                <c:pt idx="20853">
                  <c:v>4.5</c:v>
                </c:pt>
                <c:pt idx="20854">
                  <c:v>9.6999999999999993</c:v>
                </c:pt>
                <c:pt idx="20855">
                  <c:v>8.1</c:v>
                </c:pt>
                <c:pt idx="20856">
                  <c:v>9.4</c:v>
                </c:pt>
                <c:pt idx="20857">
                  <c:v>7.4</c:v>
                </c:pt>
                <c:pt idx="20858">
                  <c:v>5.0999999999999996</c:v>
                </c:pt>
                <c:pt idx="20859">
                  <c:v>8.5</c:v>
                </c:pt>
                <c:pt idx="20860">
                  <c:v>9.6</c:v>
                </c:pt>
                <c:pt idx="20861">
                  <c:v>7.3</c:v>
                </c:pt>
                <c:pt idx="20862">
                  <c:v>8.1999999999999993</c:v>
                </c:pt>
                <c:pt idx="20863">
                  <c:v>7.9</c:v>
                </c:pt>
                <c:pt idx="20864">
                  <c:v>4.8</c:v>
                </c:pt>
                <c:pt idx="20865">
                  <c:v>9.5</c:v>
                </c:pt>
                <c:pt idx="20866">
                  <c:v>8</c:v>
                </c:pt>
                <c:pt idx="20867">
                  <c:v>6</c:v>
                </c:pt>
                <c:pt idx="20868">
                  <c:v>5</c:v>
                </c:pt>
                <c:pt idx="20869">
                  <c:v>8.5</c:v>
                </c:pt>
                <c:pt idx="20870">
                  <c:v>5.8</c:v>
                </c:pt>
                <c:pt idx="20871">
                  <c:v>4.5999999999999996</c:v>
                </c:pt>
                <c:pt idx="20872">
                  <c:v>9.1999999999999993</c:v>
                </c:pt>
                <c:pt idx="20873">
                  <c:v>5.6</c:v>
                </c:pt>
                <c:pt idx="20874">
                  <c:v>4.3</c:v>
                </c:pt>
                <c:pt idx="20875">
                  <c:v>6.9</c:v>
                </c:pt>
                <c:pt idx="20876">
                  <c:v>7.5</c:v>
                </c:pt>
                <c:pt idx="20877">
                  <c:v>4</c:v>
                </c:pt>
                <c:pt idx="20878">
                  <c:v>8.3000000000000007</c:v>
                </c:pt>
                <c:pt idx="20879">
                  <c:v>5.2</c:v>
                </c:pt>
                <c:pt idx="20880">
                  <c:v>4.7</c:v>
                </c:pt>
                <c:pt idx="20881">
                  <c:v>8.1</c:v>
                </c:pt>
                <c:pt idx="20882">
                  <c:v>7.8</c:v>
                </c:pt>
                <c:pt idx="20883">
                  <c:v>7</c:v>
                </c:pt>
                <c:pt idx="20884">
                  <c:v>7.5</c:v>
                </c:pt>
                <c:pt idx="20885">
                  <c:v>7.9</c:v>
                </c:pt>
                <c:pt idx="20886">
                  <c:v>4.4000000000000004</c:v>
                </c:pt>
                <c:pt idx="20887">
                  <c:v>4.0999999999999996</c:v>
                </c:pt>
                <c:pt idx="20888">
                  <c:v>5.6</c:v>
                </c:pt>
                <c:pt idx="20889">
                  <c:v>4.5999999999999996</c:v>
                </c:pt>
                <c:pt idx="20890">
                  <c:v>5.6</c:v>
                </c:pt>
                <c:pt idx="20891">
                  <c:v>8.1</c:v>
                </c:pt>
                <c:pt idx="20892">
                  <c:v>8.4</c:v>
                </c:pt>
                <c:pt idx="20893">
                  <c:v>4.0999999999999996</c:v>
                </c:pt>
                <c:pt idx="20894">
                  <c:v>7.5</c:v>
                </c:pt>
                <c:pt idx="20895">
                  <c:v>7.3</c:v>
                </c:pt>
                <c:pt idx="20896">
                  <c:v>5.4</c:v>
                </c:pt>
                <c:pt idx="20897">
                  <c:v>5.2</c:v>
                </c:pt>
                <c:pt idx="20898">
                  <c:v>6.1</c:v>
                </c:pt>
                <c:pt idx="20899">
                  <c:v>9.4</c:v>
                </c:pt>
                <c:pt idx="20900">
                  <c:v>4.7</c:v>
                </c:pt>
                <c:pt idx="20901">
                  <c:v>7.4</c:v>
                </c:pt>
                <c:pt idx="20902">
                  <c:v>7.2</c:v>
                </c:pt>
                <c:pt idx="20903">
                  <c:v>5.9</c:v>
                </c:pt>
                <c:pt idx="20904">
                  <c:v>5.2</c:v>
                </c:pt>
                <c:pt idx="20905">
                  <c:v>8.5</c:v>
                </c:pt>
                <c:pt idx="20906">
                  <c:v>6.7</c:v>
                </c:pt>
                <c:pt idx="20907">
                  <c:v>8.1999999999999993</c:v>
                </c:pt>
                <c:pt idx="20908">
                  <c:v>7.1</c:v>
                </c:pt>
                <c:pt idx="20909">
                  <c:v>4.2</c:v>
                </c:pt>
                <c:pt idx="20910">
                  <c:v>8.3000000000000007</c:v>
                </c:pt>
                <c:pt idx="20911">
                  <c:v>8.4</c:v>
                </c:pt>
                <c:pt idx="20912">
                  <c:v>6.4</c:v>
                </c:pt>
                <c:pt idx="20913">
                  <c:v>10</c:v>
                </c:pt>
                <c:pt idx="20914">
                  <c:v>4.9000000000000004</c:v>
                </c:pt>
                <c:pt idx="20915">
                  <c:v>6.7</c:v>
                </c:pt>
                <c:pt idx="20916">
                  <c:v>9.8000000000000007</c:v>
                </c:pt>
                <c:pt idx="20917">
                  <c:v>9.6999999999999993</c:v>
                </c:pt>
                <c:pt idx="20918">
                  <c:v>5</c:v>
                </c:pt>
                <c:pt idx="20919">
                  <c:v>6.1</c:v>
                </c:pt>
                <c:pt idx="20920">
                  <c:v>8.3000000000000007</c:v>
                </c:pt>
                <c:pt idx="20921">
                  <c:v>9</c:v>
                </c:pt>
                <c:pt idx="20922">
                  <c:v>7.1</c:v>
                </c:pt>
                <c:pt idx="20923">
                  <c:v>6.3</c:v>
                </c:pt>
                <c:pt idx="20924">
                  <c:v>8.5</c:v>
                </c:pt>
                <c:pt idx="20925">
                  <c:v>5.6</c:v>
                </c:pt>
                <c:pt idx="20926">
                  <c:v>4.5</c:v>
                </c:pt>
                <c:pt idx="20927">
                  <c:v>8.1</c:v>
                </c:pt>
                <c:pt idx="20928">
                  <c:v>8.5</c:v>
                </c:pt>
                <c:pt idx="20929">
                  <c:v>8.1999999999999993</c:v>
                </c:pt>
                <c:pt idx="20930">
                  <c:v>8.3000000000000007</c:v>
                </c:pt>
                <c:pt idx="20931">
                  <c:v>9.4</c:v>
                </c:pt>
                <c:pt idx="20932">
                  <c:v>6.5</c:v>
                </c:pt>
                <c:pt idx="20933">
                  <c:v>7.4</c:v>
                </c:pt>
                <c:pt idx="20934">
                  <c:v>5.8</c:v>
                </c:pt>
                <c:pt idx="20935">
                  <c:v>9.8000000000000007</c:v>
                </c:pt>
                <c:pt idx="20936">
                  <c:v>6.8</c:v>
                </c:pt>
                <c:pt idx="20937">
                  <c:v>9.5</c:v>
                </c:pt>
                <c:pt idx="20938">
                  <c:v>9.3000000000000007</c:v>
                </c:pt>
                <c:pt idx="20939">
                  <c:v>4.2</c:v>
                </c:pt>
                <c:pt idx="20940">
                  <c:v>8</c:v>
                </c:pt>
                <c:pt idx="20941">
                  <c:v>6.7</c:v>
                </c:pt>
                <c:pt idx="20942">
                  <c:v>8</c:v>
                </c:pt>
                <c:pt idx="20943">
                  <c:v>8.6999999999999993</c:v>
                </c:pt>
                <c:pt idx="20944">
                  <c:v>6.8</c:v>
                </c:pt>
                <c:pt idx="20945">
                  <c:v>8.6999999999999993</c:v>
                </c:pt>
                <c:pt idx="20946">
                  <c:v>9.4</c:v>
                </c:pt>
                <c:pt idx="20947">
                  <c:v>6</c:v>
                </c:pt>
                <c:pt idx="20948">
                  <c:v>8.6</c:v>
                </c:pt>
                <c:pt idx="20949">
                  <c:v>5.6</c:v>
                </c:pt>
                <c:pt idx="20950">
                  <c:v>4.0999999999999996</c:v>
                </c:pt>
                <c:pt idx="20951">
                  <c:v>9.9</c:v>
                </c:pt>
                <c:pt idx="20952">
                  <c:v>7.6</c:v>
                </c:pt>
                <c:pt idx="20953">
                  <c:v>7.7</c:v>
                </c:pt>
                <c:pt idx="20954">
                  <c:v>7.8</c:v>
                </c:pt>
                <c:pt idx="20955">
                  <c:v>7</c:v>
                </c:pt>
                <c:pt idx="20956">
                  <c:v>7.9</c:v>
                </c:pt>
                <c:pt idx="20957">
                  <c:v>4.7</c:v>
                </c:pt>
                <c:pt idx="20958">
                  <c:v>6.4</c:v>
                </c:pt>
                <c:pt idx="20959">
                  <c:v>9.6</c:v>
                </c:pt>
                <c:pt idx="20960">
                  <c:v>6.6</c:v>
                </c:pt>
                <c:pt idx="20961">
                  <c:v>7.6</c:v>
                </c:pt>
                <c:pt idx="20962">
                  <c:v>9.6999999999999993</c:v>
                </c:pt>
                <c:pt idx="20963">
                  <c:v>9.9</c:v>
                </c:pt>
                <c:pt idx="20964">
                  <c:v>6.2</c:v>
                </c:pt>
                <c:pt idx="20965">
                  <c:v>4.3</c:v>
                </c:pt>
                <c:pt idx="20966">
                  <c:v>9.3000000000000007</c:v>
                </c:pt>
                <c:pt idx="20967">
                  <c:v>4.2</c:v>
                </c:pt>
                <c:pt idx="20968">
                  <c:v>8.5</c:v>
                </c:pt>
                <c:pt idx="20969">
                  <c:v>5.8</c:v>
                </c:pt>
                <c:pt idx="20970">
                  <c:v>9.3000000000000007</c:v>
                </c:pt>
                <c:pt idx="20971">
                  <c:v>4.7</c:v>
                </c:pt>
                <c:pt idx="20972">
                  <c:v>9.6</c:v>
                </c:pt>
                <c:pt idx="20973">
                  <c:v>8.5</c:v>
                </c:pt>
                <c:pt idx="20974">
                  <c:v>6.4</c:v>
                </c:pt>
                <c:pt idx="20975">
                  <c:v>4.3</c:v>
                </c:pt>
                <c:pt idx="20976">
                  <c:v>9.8000000000000007</c:v>
                </c:pt>
                <c:pt idx="20977">
                  <c:v>9.9</c:v>
                </c:pt>
                <c:pt idx="20978">
                  <c:v>7.4</c:v>
                </c:pt>
                <c:pt idx="20979">
                  <c:v>4.0999999999999996</c:v>
                </c:pt>
                <c:pt idx="20980">
                  <c:v>7.7</c:v>
                </c:pt>
                <c:pt idx="20981">
                  <c:v>4.5999999999999996</c:v>
                </c:pt>
                <c:pt idx="20982">
                  <c:v>8.1</c:v>
                </c:pt>
                <c:pt idx="20983">
                  <c:v>4.9000000000000004</c:v>
                </c:pt>
                <c:pt idx="20984">
                  <c:v>9.1</c:v>
                </c:pt>
                <c:pt idx="20985">
                  <c:v>8.1999999999999993</c:v>
                </c:pt>
                <c:pt idx="20986">
                  <c:v>8.1</c:v>
                </c:pt>
                <c:pt idx="20987">
                  <c:v>6.8</c:v>
                </c:pt>
                <c:pt idx="20988">
                  <c:v>7.3</c:v>
                </c:pt>
                <c:pt idx="20989">
                  <c:v>8.1</c:v>
                </c:pt>
                <c:pt idx="20990">
                  <c:v>7.4</c:v>
                </c:pt>
                <c:pt idx="20991">
                  <c:v>4.5</c:v>
                </c:pt>
                <c:pt idx="20992">
                  <c:v>6</c:v>
                </c:pt>
                <c:pt idx="20993">
                  <c:v>9.4</c:v>
                </c:pt>
                <c:pt idx="20994">
                  <c:v>4.5999999999999996</c:v>
                </c:pt>
                <c:pt idx="20995">
                  <c:v>8.9</c:v>
                </c:pt>
                <c:pt idx="20996">
                  <c:v>4.5999999999999996</c:v>
                </c:pt>
                <c:pt idx="20997">
                  <c:v>5.6</c:v>
                </c:pt>
                <c:pt idx="20998">
                  <c:v>9.6</c:v>
                </c:pt>
                <c:pt idx="20999">
                  <c:v>5.4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A6D-4762-A4AF-65510639B3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8583264"/>
        <c:axId val="1498575104"/>
      </c:scatterChart>
      <c:valAx>
        <c:axId val="1498583264"/>
        <c:scaling>
          <c:orientation val="minMax"/>
        </c:scaling>
        <c:delete val="0"/>
        <c:axPos val="b"/>
        <c:numFmt formatCode="[$$-409]#,##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498575104"/>
        <c:crosses val="autoZero"/>
        <c:crossBetween val="midCat"/>
      </c:valAx>
      <c:valAx>
        <c:axId val="149857510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498583264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Strategic Analysis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/>
              <a:t>(Q1-Q3)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A9E576-0AFC-4410-D677-D6D312EBBA56}"/>
              </a:ext>
            </a:extLst>
          </p:cNvPr>
          <p:cNvGrpSpPr/>
          <p:nvPr/>
        </p:nvGrpSpPr>
        <p:grpSpPr>
          <a:xfrm>
            <a:off x="1360492" y="2922588"/>
            <a:ext cx="6717323" cy="1927225"/>
            <a:chOff x="1575582" y="2810022"/>
            <a:chExt cx="6098344" cy="147002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5F4EAF-83D4-92E2-F5A9-6F7D61FB9B9F}"/>
                </a:ext>
              </a:extLst>
            </p:cNvPr>
            <p:cNvSpPr/>
            <p:nvPr/>
          </p:nvSpPr>
          <p:spPr>
            <a:xfrm>
              <a:off x="1575582" y="2810022"/>
              <a:ext cx="6098344" cy="1470025"/>
            </a:xfrm>
            <a:prstGeom prst="rect">
              <a:avLst/>
            </a:prstGeom>
            <a:solidFill>
              <a:schemeClr val="bg1"/>
            </a:solidFill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B781CAE-C12E-E5C1-A2DE-5F4DBC264933}"/>
                </a:ext>
              </a:extLst>
            </p:cNvPr>
            <p:cNvSpPr/>
            <p:nvPr/>
          </p:nvSpPr>
          <p:spPr>
            <a:xfrm>
              <a:off x="1575582" y="2810022"/>
              <a:ext cx="196947" cy="1470025"/>
            </a:xfrm>
            <a:prstGeom prst="rect">
              <a:avLst/>
            </a:prstGeom>
            <a:solidFill>
              <a:srgbClr val="FFC000"/>
            </a:solidFill>
            <a:ln w="1905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7015" y="3034506"/>
            <a:ext cx="6400800" cy="17526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dirty="0">
                <a:solidFill>
                  <a:schemeClr val="tx1"/>
                </a:solidFill>
              </a:rPr>
              <a:t>Performance Gaps &amp; Operational Recommendations</a:t>
            </a:r>
          </a:p>
          <a:p>
            <a:pPr algn="l"/>
            <a:r>
              <a:rPr dirty="0">
                <a:solidFill>
                  <a:schemeClr val="tx1"/>
                </a:solidFill>
              </a:rPr>
              <a:t>Presented to: Marcus Thorne, Regional Director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0FA70A-D343-13D8-52B6-D7D32B5F82DA}"/>
              </a:ext>
            </a:extLst>
          </p:cNvPr>
          <p:cNvSpPr/>
          <p:nvPr/>
        </p:nvSpPr>
        <p:spPr>
          <a:xfrm>
            <a:off x="-397384" y="-334059"/>
            <a:ext cx="2624711" cy="2384425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DC03B69-6544-64DF-DA76-126F66DCC0DE}"/>
              </a:ext>
            </a:extLst>
          </p:cNvPr>
          <p:cNvSpPr/>
          <p:nvPr/>
        </p:nvSpPr>
        <p:spPr>
          <a:xfrm>
            <a:off x="6699736" y="-225095"/>
            <a:ext cx="2851669" cy="2384425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A2CF63-870D-EC88-D755-9C7F8EAEA44A}"/>
              </a:ext>
            </a:extLst>
          </p:cNvPr>
          <p:cNvSpPr/>
          <p:nvPr/>
        </p:nvSpPr>
        <p:spPr>
          <a:xfrm>
            <a:off x="7022207" y="5071512"/>
            <a:ext cx="2624711" cy="2384426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E6D63A0-21E9-E07B-8096-F640A61F9250}"/>
              </a:ext>
            </a:extLst>
          </p:cNvPr>
          <p:cNvSpPr/>
          <p:nvPr/>
        </p:nvSpPr>
        <p:spPr>
          <a:xfrm>
            <a:off x="-502918" y="4912518"/>
            <a:ext cx="2624711" cy="2736741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2000"/>
              </a:spcAft>
              <a:defRPr sz="2000"/>
            </a:pPr>
            <a:r>
              <a:rPr dirty="0"/>
              <a:t>Staffing: </a:t>
            </a:r>
            <a:r>
              <a:rPr dirty="0">
                <a:solidFill>
                  <a:srgbClr val="FFC000"/>
                </a:solidFill>
              </a:rPr>
              <a:t>Universal Schedule </a:t>
            </a:r>
            <a:r>
              <a:rPr dirty="0"/>
              <a:t>is failing. Each city has a distinct peak hour.</a:t>
            </a:r>
          </a:p>
          <a:p>
            <a:pPr>
              <a:spcAft>
                <a:spcPts val="2000"/>
              </a:spcAft>
              <a:defRPr sz="2000"/>
            </a:pPr>
            <a:r>
              <a:rPr dirty="0"/>
              <a:t>Membership: Program is cost-inefficient. Members do not spend more than walk-ins.</a:t>
            </a:r>
          </a:p>
          <a:p>
            <a:pPr>
              <a:spcAft>
                <a:spcPts val="2000"/>
              </a:spcAft>
              <a:defRPr sz="2000"/>
            </a:pPr>
            <a:r>
              <a:rPr dirty="0"/>
              <a:t>Marketing: Current demographic targeting is flawed. Buying habits are gender-neutral.</a:t>
            </a:r>
          </a:p>
          <a:p>
            <a:pPr>
              <a:spcAft>
                <a:spcPts val="2000"/>
              </a:spcAft>
              <a:defRPr sz="2000"/>
            </a:pPr>
            <a:r>
              <a:rPr dirty="0"/>
              <a:t>Experience: No correlation between high spend and high satisfaction. </a:t>
            </a:r>
            <a:r>
              <a:rPr dirty="0">
                <a:solidFill>
                  <a:srgbClr val="FFC000"/>
                </a:solidFill>
              </a:rPr>
              <a:t>Premium</a:t>
            </a:r>
            <a:r>
              <a:rPr dirty="0"/>
              <a:t> gap identified.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349CBD-FEDF-FD89-8A87-4C225B2951FA}"/>
              </a:ext>
            </a:extLst>
          </p:cNvPr>
          <p:cNvSpPr/>
          <p:nvPr/>
        </p:nvSpPr>
        <p:spPr>
          <a:xfrm>
            <a:off x="-397384" y="-225095"/>
            <a:ext cx="2620079" cy="2300067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8748BB-43A8-1A79-556B-17BF6BB49434}"/>
              </a:ext>
            </a:extLst>
          </p:cNvPr>
          <p:cNvSpPr/>
          <p:nvPr/>
        </p:nvSpPr>
        <p:spPr>
          <a:xfrm>
            <a:off x="6808762" y="-225095"/>
            <a:ext cx="2742643" cy="2300067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B79E93-EAF2-8133-941A-4A494FE0C5C0}"/>
              </a:ext>
            </a:extLst>
          </p:cNvPr>
          <p:cNvSpPr/>
          <p:nvPr/>
        </p:nvSpPr>
        <p:spPr>
          <a:xfrm>
            <a:off x="6808761" y="4941384"/>
            <a:ext cx="2838157" cy="2514553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98ED9F-9ED7-C3E5-B311-108D322CBDA5}"/>
              </a:ext>
            </a:extLst>
          </p:cNvPr>
          <p:cNvSpPr/>
          <p:nvPr/>
        </p:nvSpPr>
        <p:spPr>
          <a:xfrm>
            <a:off x="-502918" y="5134708"/>
            <a:ext cx="2620079" cy="2514552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>
                <a:solidFill>
                  <a:srgbClr val="002060"/>
                </a:solidFill>
              </a:rPr>
              <a:t>The Staffing Mismatch Crisis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8988B1-2767-5217-E508-D9FFE94A4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135" y="1659985"/>
            <a:ext cx="5296431" cy="3449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2566" y="2294252"/>
            <a:ext cx="3381433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1600"/>
            </a:pPr>
            <a:r>
              <a:rPr lang="en-US" b="1" dirty="0">
                <a:solidFill>
                  <a:srgbClr val="002060"/>
                </a:solidFill>
              </a:rPr>
              <a:t>INSIGHHT</a:t>
            </a:r>
            <a:r>
              <a:rPr b="1" dirty="0"/>
              <a:t>: </a:t>
            </a:r>
            <a:r>
              <a:rPr dirty="0"/>
              <a:t>Peak hours vary drastically by city.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600"/>
            </a:pPr>
            <a:r>
              <a:rPr dirty="0"/>
              <a:t>Chicago: Morning Peak (9:00 AM)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600"/>
            </a:pPr>
            <a:r>
              <a:rPr dirty="0"/>
              <a:t>Austin: Afternoon Peak (5:00 PM)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600"/>
            </a:pPr>
            <a:r>
              <a:rPr dirty="0"/>
              <a:t>New York: Evening Peak (8:00 PM)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82646-0DE2-51D9-795B-204D77F85C92}"/>
              </a:ext>
            </a:extLst>
          </p:cNvPr>
          <p:cNvSpPr txBox="1"/>
          <p:nvPr/>
        </p:nvSpPr>
        <p:spPr>
          <a:xfrm>
            <a:off x="585450" y="5594478"/>
            <a:ext cx="78551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rPr lang="en-US" dirty="0">
                <a:solidFill>
                  <a:srgbClr val="FFC000"/>
                </a:solidFill>
              </a:rPr>
              <a:t>ACTION</a:t>
            </a:r>
            <a:r>
              <a:rPr lang="en-US" dirty="0"/>
              <a:t>: Abandon universal rosters and Implement city-specific shift patterns immediately.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0948E5-E6EC-820F-8603-AF41506F52DD}"/>
              </a:ext>
            </a:extLst>
          </p:cNvPr>
          <p:cNvSpPr/>
          <p:nvPr/>
        </p:nvSpPr>
        <p:spPr>
          <a:xfrm>
            <a:off x="-397384" y="-334058"/>
            <a:ext cx="2563809" cy="2134724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5432B6-C88E-E9D8-D72F-5554FDB35518}"/>
              </a:ext>
            </a:extLst>
          </p:cNvPr>
          <p:cNvSpPr/>
          <p:nvPr/>
        </p:nvSpPr>
        <p:spPr>
          <a:xfrm>
            <a:off x="6987596" y="-225094"/>
            <a:ext cx="2563809" cy="2253976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CB4C10-97C0-C6E5-63DC-314DFD43306C}"/>
              </a:ext>
            </a:extLst>
          </p:cNvPr>
          <p:cNvSpPr/>
          <p:nvPr/>
        </p:nvSpPr>
        <p:spPr>
          <a:xfrm>
            <a:off x="7202658" y="5158793"/>
            <a:ext cx="2444260" cy="2297144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48DE25-4D7F-70B1-37E1-C3E5F84F87E7}"/>
              </a:ext>
            </a:extLst>
          </p:cNvPr>
          <p:cNvSpPr/>
          <p:nvPr/>
        </p:nvSpPr>
        <p:spPr>
          <a:xfrm>
            <a:off x="-620854" y="5680268"/>
            <a:ext cx="2444260" cy="2297144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>
                <a:solidFill>
                  <a:srgbClr val="002060"/>
                </a:solidFill>
              </a:rPr>
              <a:t>Membership Program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572355"/>
            <a:ext cx="320040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1600"/>
            </a:pPr>
            <a:r>
              <a:rPr lang="en-US" b="1" dirty="0">
                <a:solidFill>
                  <a:srgbClr val="002060"/>
                </a:solidFill>
              </a:rPr>
              <a:t>INSIGHT</a:t>
            </a:r>
            <a:r>
              <a:rPr b="1" dirty="0">
                <a:solidFill>
                  <a:srgbClr val="002060"/>
                </a:solidFill>
              </a:rPr>
              <a:t>: </a:t>
            </a:r>
            <a:r>
              <a:rPr dirty="0"/>
              <a:t>Loyalty program adds cost, not revenue.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600"/>
            </a:pPr>
            <a:r>
              <a:rPr dirty="0"/>
              <a:t>Member Avg Ticket: $31,601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600"/>
            </a:pPr>
            <a:r>
              <a:rPr dirty="0"/>
              <a:t>Normal Avg Ticket: $31,905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530215F-4CA2-19A9-6280-64EBC2F9EE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8187408"/>
              </p:ext>
            </p:extLst>
          </p:nvPr>
        </p:nvGraphicFramePr>
        <p:xfrm>
          <a:off x="457201" y="1600201"/>
          <a:ext cx="5486400" cy="3562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470FB4C-ED95-0FF8-0EF8-44F0C8106B1E}"/>
              </a:ext>
            </a:extLst>
          </p:cNvPr>
          <p:cNvSpPr txBox="1"/>
          <p:nvPr/>
        </p:nvSpPr>
        <p:spPr>
          <a:xfrm>
            <a:off x="457200" y="5732785"/>
            <a:ext cx="85742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rPr lang="en-US" dirty="0">
                <a:solidFill>
                  <a:srgbClr val="FFC000"/>
                </a:solidFill>
              </a:rPr>
              <a:t>ACTION: </a:t>
            </a:r>
            <a:r>
              <a:rPr lang="en-US" dirty="0"/>
              <a:t>The Finance Department is correct, Revamp the value proposition or discontinue the program to save operational costs.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C34D46-F788-D97D-E05B-4799E1332084}"/>
              </a:ext>
            </a:extLst>
          </p:cNvPr>
          <p:cNvSpPr/>
          <p:nvPr/>
        </p:nvSpPr>
        <p:spPr>
          <a:xfrm>
            <a:off x="-407406" y="-225095"/>
            <a:ext cx="2704486" cy="2029216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CFADEFD-DF97-B5FB-74DB-898FFE0F069E}"/>
              </a:ext>
            </a:extLst>
          </p:cNvPr>
          <p:cNvSpPr/>
          <p:nvPr/>
        </p:nvSpPr>
        <p:spPr>
          <a:xfrm>
            <a:off x="7005710" y="-225095"/>
            <a:ext cx="2545695" cy="2180504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248893-748A-1990-5A49-22EA7B41E166}"/>
              </a:ext>
            </a:extLst>
          </p:cNvPr>
          <p:cNvSpPr/>
          <p:nvPr/>
        </p:nvSpPr>
        <p:spPr>
          <a:xfrm>
            <a:off x="7132321" y="5162842"/>
            <a:ext cx="2514598" cy="2293095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0BB19B-D403-0185-5E4C-9D6232522196}"/>
              </a:ext>
            </a:extLst>
          </p:cNvPr>
          <p:cNvSpPr/>
          <p:nvPr/>
        </p:nvSpPr>
        <p:spPr>
          <a:xfrm>
            <a:off x="-685798" y="5257799"/>
            <a:ext cx="2514598" cy="2486417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>
                <a:solidFill>
                  <a:srgbClr val="002060"/>
                </a:solidFill>
              </a:rPr>
              <a:t>Marketing Spend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8855" y="2539013"/>
            <a:ext cx="3200400" cy="177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1600"/>
            </a:pPr>
            <a:r>
              <a:rPr lang="en-US" b="1" dirty="0">
                <a:solidFill>
                  <a:srgbClr val="002060"/>
                </a:solidFill>
              </a:rPr>
              <a:t>INSIGHTS</a:t>
            </a:r>
            <a:r>
              <a:rPr b="1" dirty="0">
                <a:solidFill>
                  <a:srgbClr val="002060"/>
                </a:solidFill>
              </a:rPr>
              <a:t>: </a:t>
            </a:r>
            <a:r>
              <a:rPr dirty="0"/>
              <a:t>No gender divide in key categories.</a:t>
            </a:r>
          </a:p>
          <a:p>
            <a:pPr>
              <a:spcAft>
                <a:spcPts val="1400"/>
              </a:spcAft>
              <a:defRPr sz="1600"/>
            </a:pPr>
            <a:r>
              <a:rPr dirty="0"/>
              <a:t>- Men and Women spend equally (~$56M each) in </a:t>
            </a:r>
            <a:r>
              <a:rPr b="1" dirty="0">
                <a:solidFill>
                  <a:srgbClr val="002060"/>
                </a:solidFill>
              </a:rPr>
              <a:t>Health &amp; Beauty </a:t>
            </a:r>
            <a:r>
              <a:rPr dirty="0"/>
              <a:t>and 'Electronics'.</a:t>
            </a:r>
            <a:endParaRPr lang="en-NG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FA0E249-75FA-7925-5069-873BDB5033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031731"/>
              </p:ext>
            </p:extLst>
          </p:nvPr>
        </p:nvGraphicFramePr>
        <p:xfrm>
          <a:off x="457199" y="1417638"/>
          <a:ext cx="5451231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14F87B3-93F9-01A3-C1A7-26A64208D469}"/>
              </a:ext>
            </a:extLst>
          </p:cNvPr>
          <p:cNvSpPr txBox="1"/>
          <p:nvPr/>
        </p:nvSpPr>
        <p:spPr>
          <a:xfrm>
            <a:off x="808892" y="5687177"/>
            <a:ext cx="7491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rPr lang="en-US" dirty="0">
                <a:solidFill>
                  <a:srgbClr val="FFC000"/>
                </a:solidFill>
              </a:rPr>
              <a:t>ACTION: </a:t>
            </a:r>
            <a:r>
              <a:rPr lang="en-US" dirty="0"/>
              <a:t>Stop gender-segmented digital ads and Reallocate budget to City-based or Interest-based targeting.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F76ADF-A78E-CD3A-B2D4-0D82032A8B83}"/>
              </a:ext>
            </a:extLst>
          </p:cNvPr>
          <p:cNvSpPr/>
          <p:nvPr/>
        </p:nvSpPr>
        <p:spPr>
          <a:xfrm>
            <a:off x="-334108" y="-225095"/>
            <a:ext cx="2778372" cy="1969489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08178EF-6E85-90D4-ABF2-B47C0C9DB39E}"/>
              </a:ext>
            </a:extLst>
          </p:cNvPr>
          <p:cNvSpPr/>
          <p:nvPr/>
        </p:nvSpPr>
        <p:spPr>
          <a:xfrm>
            <a:off x="6868546" y="-225095"/>
            <a:ext cx="2682859" cy="2384425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3EDC24-7D2B-417F-075A-FC0BFC4AC6D5}"/>
              </a:ext>
            </a:extLst>
          </p:cNvPr>
          <p:cNvSpPr/>
          <p:nvPr/>
        </p:nvSpPr>
        <p:spPr>
          <a:xfrm>
            <a:off x="7220239" y="4853354"/>
            <a:ext cx="2426679" cy="2602584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2A4A5D8-4D89-CDF5-F44F-DCA28C3B2F5F}"/>
              </a:ext>
            </a:extLst>
          </p:cNvPr>
          <p:cNvSpPr/>
          <p:nvPr/>
        </p:nvSpPr>
        <p:spPr>
          <a:xfrm>
            <a:off x="-502918" y="5219115"/>
            <a:ext cx="2148838" cy="2430146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>
                <a:solidFill>
                  <a:srgbClr val="002060"/>
                </a:solidFill>
              </a:rPr>
              <a:t>The Premium Experience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6017" y="2726846"/>
            <a:ext cx="3200400" cy="15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1600"/>
            </a:pPr>
            <a:r>
              <a:rPr lang="en-US" dirty="0"/>
              <a:t>INSIGHT</a:t>
            </a:r>
            <a:r>
              <a:rPr dirty="0"/>
              <a:t>: High spenders are not </a:t>
            </a:r>
            <a:r>
              <a:rPr dirty="0">
                <a:solidFill>
                  <a:srgbClr val="FF0000"/>
                </a:solidFill>
              </a:rPr>
              <a:t>delighted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1600"/>
            </a:pPr>
            <a:r>
              <a:rPr lang="en-US" dirty="0"/>
              <a:t>$80k+ transactions rate us the same (6.9/10) as $20k transactions.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1373072-2031-9D02-374A-9F80DAB812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773587"/>
              </p:ext>
            </p:extLst>
          </p:nvPr>
        </p:nvGraphicFramePr>
        <p:xfrm>
          <a:off x="457200" y="1696915"/>
          <a:ext cx="5212080" cy="3464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DDE413E-6836-09D9-CE8A-707E91DD37A4}"/>
              </a:ext>
            </a:extLst>
          </p:cNvPr>
          <p:cNvSpPr txBox="1"/>
          <p:nvPr/>
        </p:nvSpPr>
        <p:spPr>
          <a:xfrm>
            <a:off x="724486" y="5662542"/>
            <a:ext cx="79623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rPr lang="en-US" dirty="0">
                <a:solidFill>
                  <a:srgbClr val="FFC000"/>
                </a:solidFill>
              </a:rPr>
              <a:t>ACTION: </a:t>
            </a:r>
            <a:r>
              <a:rPr lang="en-US" dirty="0"/>
              <a:t>Investigate service protocols for high-value purchases. VIP treatment is currently ineffective.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274248-E0BC-52B1-C78E-3998AE0518FD}"/>
              </a:ext>
            </a:extLst>
          </p:cNvPr>
          <p:cNvSpPr/>
          <p:nvPr/>
        </p:nvSpPr>
        <p:spPr>
          <a:xfrm>
            <a:off x="-397384" y="-334059"/>
            <a:ext cx="2634147" cy="2402010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E5B145-78B5-6984-72BA-F7A0A6CA3DC3}"/>
              </a:ext>
            </a:extLst>
          </p:cNvPr>
          <p:cNvSpPr/>
          <p:nvPr/>
        </p:nvSpPr>
        <p:spPr>
          <a:xfrm>
            <a:off x="6917258" y="-225095"/>
            <a:ext cx="2634147" cy="2436579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B6685D-4A26-4A96-ECB4-DE84CD3BEEC9}"/>
              </a:ext>
            </a:extLst>
          </p:cNvPr>
          <p:cNvSpPr/>
          <p:nvPr/>
        </p:nvSpPr>
        <p:spPr>
          <a:xfrm>
            <a:off x="7526217" y="5161084"/>
            <a:ext cx="2120702" cy="2294854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BAC292-2DDA-FEC7-22D3-7D94C732CE97}"/>
              </a:ext>
            </a:extLst>
          </p:cNvPr>
          <p:cNvSpPr/>
          <p:nvPr/>
        </p:nvSpPr>
        <p:spPr>
          <a:xfrm>
            <a:off x="-502917" y="5440361"/>
            <a:ext cx="2120702" cy="2208899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CBDA-738E-0BC6-BA80-22094DEA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The Premium Experience Gap 2</a:t>
            </a:r>
            <a:endParaRPr lang="en-NG" sz="3200" dirty="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BD3D61C0-B58C-4081-B5AB-D9DFE9A769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5872691"/>
              </p:ext>
            </p:extLst>
          </p:nvPr>
        </p:nvGraphicFramePr>
        <p:xfrm>
          <a:off x="457200" y="1600200"/>
          <a:ext cx="8229600" cy="3647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7F18A86-D8BF-3C51-F0DB-11B7CF2EFCAD}"/>
              </a:ext>
            </a:extLst>
          </p:cNvPr>
          <p:cNvSpPr txBox="1"/>
          <p:nvPr/>
        </p:nvSpPr>
        <p:spPr>
          <a:xfrm>
            <a:off x="1554480" y="5805958"/>
            <a:ext cx="6478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rPr lang="en-US" b="1" dirty="0">
                <a:solidFill>
                  <a:srgbClr val="002060"/>
                </a:solidFill>
              </a:rPr>
              <a:t>INSIGHT: </a:t>
            </a:r>
            <a:r>
              <a:rPr lang="en-US" dirty="0"/>
              <a:t>Correlation between Spend and Rating is near zero.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CE5E27E-9382-F38F-595A-51A895C81C68}"/>
              </a:ext>
            </a:extLst>
          </p:cNvPr>
          <p:cNvSpPr/>
          <p:nvPr/>
        </p:nvSpPr>
        <p:spPr>
          <a:xfrm>
            <a:off x="-397384" y="-334059"/>
            <a:ext cx="2507538" cy="2050317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100C09D-E847-D827-1AA1-3E75D9C26A63}"/>
              </a:ext>
            </a:extLst>
          </p:cNvPr>
          <p:cNvSpPr/>
          <p:nvPr/>
        </p:nvSpPr>
        <p:spPr>
          <a:xfrm>
            <a:off x="7385538" y="-225095"/>
            <a:ext cx="2165868" cy="2222707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2B7D363-DCDF-239E-7BF6-CB7FFDDFB414}"/>
              </a:ext>
            </a:extLst>
          </p:cNvPr>
          <p:cNvSpPr/>
          <p:nvPr/>
        </p:nvSpPr>
        <p:spPr>
          <a:xfrm>
            <a:off x="7019777" y="5022166"/>
            <a:ext cx="2627141" cy="2433772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E57F2B-D628-D992-5C3D-87C58C02E829}"/>
              </a:ext>
            </a:extLst>
          </p:cNvPr>
          <p:cNvSpPr/>
          <p:nvPr/>
        </p:nvSpPr>
        <p:spPr>
          <a:xfrm>
            <a:off x="-502918" y="5022166"/>
            <a:ext cx="2303583" cy="2627094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87810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2000"/>
              </a:spcAft>
              <a:defRPr sz="2000" b="1"/>
            </a:pPr>
            <a:r>
              <a:rPr dirty="0"/>
              <a:t>IMMEDIATE: Decentralize scheduling authority to local Branch Managers.</a:t>
            </a:r>
          </a:p>
          <a:p>
            <a:pPr>
              <a:spcAft>
                <a:spcPts val="2000"/>
              </a:spcAft>
              <a:defRPr sz="2000" b="1"/>
            </a:pPr>
            <a:r>
              <a:rPr dirty="0"/>
              <a:t>SHORT TERM: Pause 'Member' acquisition campaigns while auditing benefits.</a:t>
            </a:r>
          </a:p>
          <a:p>
            <a:pPr>
              <a:spcAft>
                <a:spcPts val="2000"/>
              </a:spcAft>
              <a:defRPr sz="2000" b="1"/>
            </a:pPr>
            <a:r>
              <a:rPr dirty="0"/>
              <a:t>SHORT TERM: Unify marketing creative for 'Health &amp; Beauty' (remove gendered messaging).</a:t>
            </a:r>
          </a:p>
          <a:p>
            <a:pPr marL="0" indent="0">
              <a:spcAft>
                <a:spcPts val="2000"/>
              </a:spcAft>
              <a:buNone/>
              <a:defRPr sz="2000" b="1"/>
            </a:pPr>
            <a:r>
              <a:rPr lang="en-US" dirty="0"/>
              <a:t>.  </a:t>
            </a:r>
            <a:r>
              <a:rPr dirty="0"/>
              <a:t>Launch 'White Glove' service pilot for transactions over $50k to boost VIP satisfaction.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31F27A-DBDE-09B8-FCFA-739E490DFE2D}"/>
              </a:ext>
            </a:extLst>
          </p:cNvPr>
          <p:cNvSpPr/>
          <p:nvPr/>
        </p:nvSpPr>
        <p:spPr>
          <a:xfrm>
            <a:off x="-397384" y="-334059"/>
            <a:ext cx="2296522" cy="2300067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0DF67A-FE2A-8C84-5461-502389ED4FB2}"/>
              </a:ext>
            </a:extLst>
          </p:cNvPr>
          <p:cNvSpPr/>
          <p:nvPr/>
        </p:nvSpPr>
        <p:spPr>
          <a:xfrm>
            <a:off x="7254884" y="-225095"/>
            <a:ext cx="2296522" cy="2191103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E7E46D-5A27-191A-24A1-318B975AB275}"/>
              </a:ext>
            </a:extLst>
          </p:cNvPr>
          <p:cNvSpPr/>
          <p:nvPr/>
        </p:nvSpPr>
        <p:spPr>
          <a:xfrm>
            <a:off x="6949439" y="4891992"/>
            <a:ext cx="2697479" cy="2563946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62E074-8377-7919-0287-0390C0AA67E3}"/>
              </a:ext>
            </a:extLst>
          </p:cNvPr>
          <p:cNvSpPr/>
          <p:nvPr/>
        </p:nvSpPr>
        <p:spPr>
          <a:xfrm>
            <a:off x="-502918" y="5257800"/>
            <a:ext cx="2402056" cy="2391460"/>
          </a:xfrm>
          <a:prstGeom prst="ellipse">
            <a:avLst/>
          </a:prstGeom>
          <a:solidFill>
            <a:srgbClr val="002060">
              <a:alpha val="40000"/>
            </a:srgbClr>
          </a:solidFill>
          <a:effectLst>
            <a:softEdge rad="990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342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Strategic Analysis (Q1-Q3)</vt:lpstr>
      <vt:lpstr>Executive Summary</vt:lpstr>
      <vt:lpstr>The Staffing Mismatch Crisis</vt:lpstr>
      <vt:lpstr>Membership Program Audit</vt:lpstr>
      <vt:lpstr>Marketing Spend Efficiency</vt:lpstr>
      <vt:lpstr>The Premium Experience Gap</vt:lpstr>
      <vt:lpstr>The Premium Experience Gap 2</vt:lpstr>
      <vt:lpstr>STRATEGIC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ibrahim bayo</cp:lastModifiedBy>
  <cp:revision>3</cp:revision>
  <dcterms:created xsi:type="dcterms:W3CDTF">2013-01-27T09:14:16Z</dcterms:created>
  <dcterms:modified xsi:type="dcterms:W3CDTF">2025-12-08T20:30:15Z</dcterms:modified>
  <cp:category/>
</cp:coreProperties>
</file>