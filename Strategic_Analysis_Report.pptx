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47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Desktop\Excel%20Data%20Analysis\Transaction%20Analysis\transaction_dataset_JanToOct%20-%20Analysis%20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AppData\Roaming\Microsoft\Excel\supermarket_sales_2025%20(version%201).xlsb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Desktop\Excel%20Data%20Analysis\Transaction%20Analysis\transaction_dataset_JanToOct%20-%20Analysis%201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Desktop\Excel%20Data%20Analysis\Transaction%20Analysis\transaction_dataset_JanToOct%20-%20Analysis%201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Desktop\Excel%20Data%20Analysis\Transaction%20Analysis\transaction_dataset_JanToOct%20-%20Analysis%201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AppData\Roaming\Microsoft\Excel\supermarket_sales_2025%20(version%201).xlsb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y%20PC\Desktop\Excel%20Data%20Analysis\Transaction%20Analysis\transaction_dataset_JanToOct%20-%20Analysis%201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[transaction_dataset_JanToOct - Analysis 1.xlsx]Approval Problem!PivotTable1</c:name>
    <c:fmtId val="10"/>
  </c:pivotSource>
  <c:chart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rgbClr val="FF0000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6">
                <a:lumMod val="75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rgbClr val="002060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tx2">
                <a:lumMod val="75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rgbClr val="FF0000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6">
                <a:lumMod val="75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 w="28575" cap="rnd">
            <a:solidFill>
              <a:srgbClr val="002060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 w="28575" cap="rnd">
            <a:solidFill>
              <a:schemeClr val="tx2">
                <a:lumMod val="75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28575" cap="rnd">
            <a:solidFill>
              <a:srgbClr val="FF0000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28575" cap="rnd">
            <a:solidFill>
              <a:schemeClr val="accent6">
                <a:lumMod val="75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 w="28575" cap="rnd">
            <a:solidFill>
              <a:srgbClr val="002060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 w="28575" cap="rnd">
            <a:solidFill>
              <a:schemeClr val="tx2">
                <a:lumMod val="75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'Approval Problem'!$B$4:$B$6</c:f>
              <c:strCache>
                <c:ptCount val="1"/>
                <c:pt idx="0">
                  <c:v>Failed - Count of Fraud Flag</c:v>
                </c:pt>
              </c:strCache>
            </c:strRef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cat>
            <c:strRef>
              <c:f>'Approval Problem'!$A$7:$A$310</c:f>
              <c:strCache>
                <c:ptCount val="303"/>
                <c:pt idx="0">
                  <c:v>01-Jan</c:v>
                </c:pt>
                <c:pt idx="1">
                  <c:v>02-Jan</c:v>
                </c:pt>
                <c:pt idx="2">
                  <c:v>03-Jan</c:v>
                </c:pt>
                <c:pt idx="3">
                  <c:v>04-Jan</c:v>
                </c:pt>
                <c:pt idx="4">
                  <c:v>05-Jan</c:v>
                </c:pt>
                <c:pt idx="5">
                  <c:v>06-Jan</c:v>
                </c:pt>
                <c:pt idx="6">
                  <c:v>07-Jan</c:v>
                </c:pt>
                <c:pt idx="7">
                  <c:v>08-Jan</c:v>
                </c:pt>
                <c:pt idx="8">
                  <c:v>09-Jan</c:v>
                </c:pt>
                <c:pt idx="9">
                  <c:v>10-Jan</c:v>
                </c:pt>
                <c:pt idx="10">
                  <c:v>11-Jan</c:v>
                </c:pt>
                <c:pt idx="11">
                  <c:v>12-Jan</c:v>
                </c:pt>
                <c:pt idx="12">
                  <c:v>13-Jan</c:v>
                </c:pt>
                <c:pt idx="13">
                  <c:v>14-Jan</c:v>
                </c:pt>
                <c:pt idx="14">
                  <c:v>15-Jan</c:v>
                </c:pt>
                <c:pt idx="15">
                  <c:v>16-Jan</c:v>
                </c:pt>
                <c:pt idx="16">
                  <c:v>17-Jan</c:v>
                </c:pt>
                <c:pt idx="17">
                  <c:v>18-Jan</c:v>
                </c:pt>
                <c:pt idx="18">
                  <c:v>19-Jan</c:v>
                </c:pt>
                <c:pt idx="19">
                  <c:v>20-Jan</c:v>
                </c:pt>
                <c:pt idx="20">
                  <c:v>21-Jan</c:v>
                </c:pt>
                <c:pt idx="21">
                  <c:v>22-Jan</c:v>
                </c:pt>
                <c:pt idx="22">
                  <c:v>23-Jan</c:v>
                </c:pt>
                <c:pt idx="23">
                  <c:v>24-Jan</c:v>
                </c:pt>
                <c:pt idx="24">
                  <c:v>25-Jan</c:v>
                </c:pt>
                <c:pt idx="25">
                  <c:v>26-Jan</c:v>
                </c:pt>
                <c:pt idx="26">
                  <c:v>27-Jan</c:v>
                </c:pt>
                <c:pt idx="27">
                  <c:v>28-Jan</c:v>
                </c:pt>
                <c:pt idx="28">
                  <c:v>29-Jan</c:v>
                </c:pt>
                <c:pt idx="29">
                  <c:v>30-Jan</c:v>
                </c:pt>
                <c:pt idx="30">
                  <c:v>31-Jan</c:v>
                </c:pt>
                <c:pt idx="31">
                  <c:v>01-Feb</c:v>
                </c:pt>
                <c:pt idx="32">
                  <c:v>02-Feb</c:v>
                </c:pt>
                <c:pt idx="33">
                  <c:v>03-Feb</c:v>
                </c:pt>
                <c:pt idx="34">
                  <c:v>04-Feb</c:v>
                </c:pt>
                <c:pt idx="35">
                  <c:v>05-Feb</c:v>
                </c:pt>
                <c:pt idx="36">
                  <c:v>06-Feb</c:v>
                </c:pt>
                <c:pt idx="37">
                  <c:v>07-Feb</c:v>
                </c:pt>
                <c:pt idx="38">
                  <c:v>08-Feb</c:v>
                </c:pt>
                <c:pt idx="39">
                  <c:v>09-Feb</c:v>
                </c:pt>
                <c:pt idx="40">
                  <c:v>10-Feb</c:v>
                </c:pt>
                <c:pt idx="41">
                  <c:v>11-Feb</c:v>
                </c:pt>
                <c:pt idx="42">
                  <c:v>12-Feb</c:v>
                </c:pt>
                <c:pt idx="43">
                  <c:v>13-Feb</c:v>
                </c:pt>
                <c:pt idx="44">
                  <c:v>14-Feb</c:v>
                </c:pt>
                <c:pt idx="45">
                  <c:v>15-Feb</c:v>
                </c:pt>
                <c:pt idx="46">
                  <c:v>16-Feb</c:v>
                </c:pt>
                <c:pt idx="47">
                  <c:v>17-Feb</c:v>
                </c:pt>
                <c:pt idx="48">
                  <c:v>18-Feb</c:v>
                </c:pt>
                <c:pt idx="49">
                  <c:v>19-Feb</c:v>
                </c:pt>
                <c:pt idx="50">
                  <c:v>20-Feb</c:v>
                </c:pt>
                <c:pt idx="51">
                  <c:v>21-Feb</c:v>
                </c:pt>
                <c:pt idx="52">
                  <c:v>22-Feb</c:v>
                </c:pt>
                <c:pt idx="53">
                  <c:v>23-Feb</c:v>
                </c:pt>
                <c:pt idx="54">
                  <c:v>24-Feb</c:v>
                </c:pt>
                <c:pt idx="55">
                  <c:v>25-Feb</c:v>
                </c:pt>
                <c:pt idx="56">
                  <c:v>26-Feb</c:v>
                </c:pt>
                <c:pt idx="57">
                  <c:v>27-Feb</c:v>
                </c:pt>
                <c:pt idx="58">
                  <c:v>28-Feb</c:v>
                </c:pt>
                <c:pt idx="59">
                  <c:v>01-Mar</c:v>
                </c:pt>
                <c:pt idx="60">
                  <c:v>02-Mar</c:v>
                </c:pt>
                <c:pt idx="61">
                  <c:v>03-Mar</c:v>
                </c:pt>
                <c:pt idx="62">
                  <c:v>04-Mar</c:v>
                </c:pt>
                <c:pt idx="63">
                  <c:v>05-Mar</c:v>
                </c:pt>
                <c:pt idx="64">
                  <c:v>06-Mar</c:v>
                </c:pt>
                <c:pt idx="65">
                  <c:v>07-Mar</c:v>
                </c:pt>
                <c:pt idx="66">
                  <c:v>08-Mar</c:v>
                </c:pt>
                <c:pt idx="67">
                  <c:v>09-Mar</c:v>
                </c:pt>
                <c:pt idx="68">
                  <c:v>10-Mar</c:v>
                </c:pt>
                <c:pt idx="69">
                  <c:v>11-Mar</c:v>
                </c:pt>
                <c:pt idx="70">
                  <c:v>12-Mar</c:v>
                </c:pt>
                <c:pt idx="71">
                  <c:v>13-Mar</c:v>
                </c:pt>
                <c:pt idx="72">
                  <c:v>14-Mar</c:v>
                </c:pt>
                <c:pt idx="73">
                  <c:v>15-Mar</c:v>
                </c:pt>
                <c:pt idx="74">
                  <c:v>16-Mar</c:v>
                </c:pt>
                <c:pt idx="75">
                  <c:v>17-Mar</c:v>
                </c:pt>
                <c:pt idx="76">
                  <c:v>18-Mar</c:v>
                </c:pt>
                <c:pt idx="77">
                  <c:v>19-Mar</c:v>
                </c:pt>
                <c:pt idx="78">
                  <c:v>20-Mar</c:v>
                </c:pt>
                <c:pt idx="79">
                  <c:v>21-Mar</c:v>
                </c:pt>
                <c:pt idx="80">
                  <c:v>22-Mar</c:v>
                </c:pt>
                <c:pt idx="81">
                  <c:v>23-Mar</c:v>
                </c:pt>
                <c:pt idx="82">
                  <c:v>24-Mar</c:v>
                </c:pt>
                <c:pt idx="83">
                  <c:v>25-Mar</c:v>
                </c:pt>
                <c:pt idx="84">
                  <c:v>26-Mar</c:v>
                </c:pt>
                <c:pt idx="85">
                  <c:v>27-Mar</c:v>
                </c:pt>
                <c:pt idx="86">
                  <c:v>28-Mar</c:v>
                </c:pt>
                <c:pt idx="87">
                  <c:v>29-Mar</c:v>
                </c:pt>
                <c:pt idx="88">
                  <c:v>30-Mar</c:v>
                </c:pt>
                <c:pt idx="89">
                  <c:v>31-Mar</c:v>
                </c:pt>
                <c:pt idx="90">
                  <c:v>01-Apr</c:v>
                </c:pt>
                <c:pt idx="91">
                  <c:v>02-Apr</c:v>
                </c:pt>
                <c:pt idx="92">
                  <c:v>03-Apr</c:v>
                </c:pt>
                <c:pt idx="93">
                  <c:v>04-Apr</c:v>
                </c:pt>
                <c:pt idx="94">
                  <c:v>05-Apr</c:v>
                </c:pt>
                <c:pt idx="95">
                  <c:v>06-Apr</c:v>
                </c:pt>
                <c:pt idx="96">
                  <c:v>07-Apr</c:v>
                </c:pt>
                <c:pt idx="97">
                  <c:v>08-Apr</c:v>
                </c:pt>
                <c:pt idx="98">
                  <c:v>09-Apr</c:v>
                </c:pt>
                <c:pt idx="99">
                  <c:v>10-Apr</c:v>
                </c:pt>
                <c:pt idx="100">
                  <c:v>11-Apr</c:v>
                </c:pt>
                <c:pt idx="101">
                  <c:v>12-Apr</c:v>
                </c:pt>
                <c:pt idx="102">
                  <c:v>13-Apr</c:v>
                </c:pt>
                <c:pt idx="103">
                  <c:v>14-Apr</c:v>
                </c:pt>
                <c:pt idx="104">
                  <c:v>15-Apr</c:v>
                </c:pt>
                <c:pt idx="105">
                  <c:v>16-Apr</c:v>
                </c:pt>
                <c:pt idx="106">
                  <c:v>17-Apr</c:v>
                </c:pt>
                <c:pt idx="107">
                  <c:v>18-Apr</c:v>
                </c:pt>
                <c:pt idx="108">
                  <c:v>19-Apr</c:v>
                </c:pt>
                <c:pt idx="109">
                  <c:v>20-Apr</c:v>
                </c:pt>
                <c:pt idx="110">
                  <c:v>21-Apr</c:v>
                </c:pt>
                <c:pt idx="111">
                  <c:v>22-Apr</c:v>
                </c:pt>
                <c:pt idx="112">
                  <c:v>23-Apr</c:v>
                </c:pt>
                <c:pt idx="113">
                  <c:v>24-Apr</c:v>
                </c:pt>
                <c:pt idx="114">
                  <c:v>25-Apr</c:v>
                </c:pt>
                <c:pt idx="115">
                  <c:v>26-Apr</c:v>
                </c:pt>
                <c:pt idx="116">
                  <c:v>27-Apr</c:v>
                </c:pt>
                <c:pt idx="117">
                  <c:v>28-Apr</c:v>
                </c:pt>
                <c:pt idx="118">
                  <c:v>29-Apr</c:v>
                </c:pt>
                <c:pt idx="119">
                  <c:v>30-Apr</c:v>
                </c:pt>
                <c:pt idx="120">
                  <c:v>01-May</c:v>
                </c:pt>
                <c:pt idx="121">
                  <c:v>02-May</c:v>
                </c:pt>
                <c:pt idx="122">
                  <c:v>03-May</c:v>
                </c:pt>
                <c:pt idx="123">
                  <c:v>04-May</c:v>
                </c:pt>
                <c:pt idx="124">
                  <c:v>05-May</c:v>
                </c:pt>
                <c:pt idx="125">
                  <c:v>06-May</c:v>
                </c:pt>
                <c:pt idx="126">
                  <c:v>07-May</c:v>
                </c:pt>
                <c:pt idx="127">
                  <c:v>08-May</c:v>
                </c:pt>
                <c:pt idx="128">
                  <c:v>09-May</c:v>
                </c:pt>
                <c:pt idx="129">
                  <c:v>10-May</c:v>
                </c:pt>
                <c:pt idx="130">
                  <c:v>11-May</c:v>
                </c:pt>
                <c:pt idx="131">
                  <c:v>12-May</c:v>
                </c:pt>
                <c:pt idx="132">
                  <c:v>13-May</c:v>
                </c:pt>
                <c:pt idx="133">
                  <c:v>14-May</c:v>
                </c:pt>
                <c:pt idx="134">
                  <c:v>15-May</c:v>
                </c:pt>
                <c:pt idx="135">
                  <c:v>16-May</c:v>
                </c:pt>
                <c:pt idx="136">
                  <c:v>17-May</c:v>
                </c:pt>
                <c:pt idx="137">
                  <c:v>18-May</c:v>
                </c:pt>
                <c:pt idx="138">
                  <c:v>19-May</c:v>
                </c:pt>
                <c:pt idx="139">
                  <c:v>20-May</c:v>
                </c:pt>
                <c:pt idx="140">
                  <c:v>21-May</c:v>
                </c:pt>
                <c:pt idx="141">
                  <c:v>22-May</c:v>
                </c:pt>
                <c:pt idx="142">
                  <c:v>23-May</c:v>
                </c:pt>
                <c:pt idx="143">
                  <c:v>24-May</c:v>
                </c:pt>
                <c:pt idx="144">
                  <c:v>25-May</c:v>
                </c:pt>
                <c:pt idx="145">
                  <c:v>26-May</c:v>
                </c:pt>
                <c:pt idx="146">
                  <c:v>27-May</c:v>
                </c:pt>
                <c:pt idx="147">
                  <c:v>28-May</c:v>
                </c:pt>
                <c:pt idx="148">
                  <c:v>29-May</c:v>
                </c:pt>
                <c:pt idx="149">
                  <c:v>30-May</c:v>
                </c:pt>
                <c:pt idx="150">
                  <c:v>31-May</c:v>
                </c:pt>
                <c:pt idx="151">
                  <c:v>01-Jun</c:v>
                </c:pt>
                <c:pt idx="152">
                  <c:v>02-Jun</c:v>
                </c:pt>
                <c:pt idx="153">
                  <c:v>03-Jun</c:v>
                </c:pt>
                <c:pt idx="154">
                  <c:v>04-Jun</c:v>
                </c:pt>
                <c:pt idx="155">
                  <c:v>05-Jun</c:v>
                </c:pt>
                <c:pt idx="156">
                  <c:v>06-Jun</c:v>
                </c:pt>
                <c:pt idx="157">
                  <c:v>07-Jun</c:v>
                </c:pt>
                <c:pt idx="158">
                  <c:v>08-Jun</c:v>
                </c:pt>
                <c:pt idx="159">
                  <c:v>09-Jun</c:v>
                </c:pt>
                <c:pt idx="160">
                  <c:v>10-Jun</c:v>
                </c:pt>
                <c:pt idx="161">
                  <c:v>11-Jun</c:v>
                </c:pt>
                <c:pt idx="162">
                  <c:v>12-Jun</c:v>
                </c:pt>
                <c:pt idx="163">
                  <c:v>13-Jun</c:v>
                </c:pt>
                <c:pt idx="164">
                  <c:v>14-Jun</c:v>
                </c:pt>
                <c:pt idx="165">
                  <c:v>15-Jun</c:v>
                </c:pt>
                <c:pt idx="166">
                  <c:v>16-Jun</c:v>
                </c:pt>
                <c:pt idx="167">
                  <c:v>17-Jun</c:v>
                </c:pt>
                <c:pt idx="168">
                  <c:v>18-Jun</c:v>
                </c:pt>
                <c:pt idx="169">
                  <c:v>19-Jun</c:v>
                </c:pt>
                <c:pt idx="170">
                  <c:v>20-Jun</c:v>
                </c:pt>
                <c:pt idx="171">
                  <c:v>21-Jun</c:v>
                </c:pt>
                <c:pt idx="172">
                  <c:v>22-Jun</c:v>
                </c:pt>
                <c:pt idx="173">
                  <c:v>23-Jun</c:v>
                </c:pt>
                <c:pt idx="174">
                  <c:v>24-Jun</c:v>
                </c:pt>
                <c:pt idx="175">
                  <c:v>25-Jun</c:v>
                </c:pt>
                <c:pt idx="176">
                  <c:v>26-Jun</c:v>
                </c:pt>
                <c:pt idx="177">
                  <c:v>27-Jun</c:v>
                </c:pt>
                <c:pt idx="178">
                  <c:v>28-Jun</c:v>
                </c:pt>
                <c:pt idx="179">
                  <c:v>29-Jun</c:v>
                </c:pt>
                <c:pt idx="180">
                  <c:v>30-Jun</c:v>
                </c:pt>
                <c:pt idx="181">
                  <c:v>01-Jul</c:v>
                </c:pt>
                <c:pt idx="182">
                  <c:v>02-Jul</c:v>
                </c:pt>
                <c:pt idx="183">
                  <c:v>03-Jul</c:v>
                </c:pt>
                <c:pt idx="184">
                  <c:v>04-Jul</c:v>
                </c:pt>
                <c:pt idx="185">
                  <c:v>05-Jul</c:v>
                </c:pt>
                <c:pt idx="186">
                  <c:v>06-Jul</c:v>
                </c:pt>
                <c:pt idx="187">
                  <c:v>07-Jul</c:v>
                </c:pt>
                <c:pt idx="188">
                  <c:v>08-Jul</c:v>
                </c:pt>
                <c:pt idx="189">
                  <c:v>09-Jul</c:v>
                </c:pt>
                <c:pt idx="190">
                  <c:v>10-Jul</c:v>
                </c:pt>
                <c:pt idx="191">
                  <c:v>11-Jul</c:v>
                </c:pt>
                <c:pt idx="192">
                  <c:v>12-Jul</c:v>
                </c:pt>
                <c:pt idx="193">
                  <c:v>13-Jul</c:v>
                </c:pt>
                <c:pt idx="194">
                  <c:v>14-Jul</c:v>
                </c:pt>
                <c:pt idx="195">
                  <c:v>15-Jul</c:v>
                </c:pt>
                <c:pt idx="196">
                  <c:v>16-Jul</c:v>
                </c:pt>
                <c:pt idx="197">
                  <c:v>17-Jul</c:v>
                </c:pt>
                <c:pt idx="198">
                  <c:v>18-Jul</c:v>
                </c:pt>
                <c:pt idx="199">
                  <c:v>19-Jul</c:v>
                </c:pt>
                <c:pt idx="200">
                  <c:v>20-Jul</c:v>
                </c:pt>
                <c:pt idx="201">
                  <c:v>21-Jul</c:v>
                </c:pt>
                <c:pt idx="202">
                  <c:v>22-Jul</c:v>
                </c:pt>
                <c:pt idx="203">
                  <c:v>23-Jul</c:v>
                </c:pt>
                <c:pt idx="204">
                  <c:v>24-Jul</c:v>
                </c:pt>
                <c:pt idx="205">
                  <c:v>25-Jul</c:v>
                </c:pt>
                <c:pt idx="206">
                  <c:v>26-Jul</c:v>
                </c:pt>
                <c:pt idx="207">
                  <c:v>27-Jul</c:v>
                </c:pt>
                <c:pt idx="208">
                  <c:v>28-Jul</c:v>
                </c:pt>
                <c:pt idx="209">
                  <c:v>29-Jul</c:v>
                </c:pt>
                <c:pt idx="210">
                  <c:v>30-Jul</c:v>
                </c:pt>
                <c:pt idx="211">
                  <c:v>31-Jul</c:v>
                </c:pt>
                <c:pt idx="212">
                  <c:v>01-Aug</c:v>
                </c:pt>
                <c:pt idx="213">
                  <c:v>02-Aug</c:v>
                </c:pt>
                <c:pt idx="214">
                  <c:v>03-Aug</c:v>
                </c:pt>
                <c:pt idx="215">
                  <c:v>04-Aug</c:v>
                </c:pt>
                <c:pt idx="216">
                  <c:v>05-Aug</c:v>
                </c:pt>
                <c:pt idx="217">
                  <c:v>06-Aug</c:v>
                </c:pt>
                <c:pt idx="218">
                  <c:v>07-Aug</c:v>
                </c:pt>
                <c:pt idx="219">
                  <c:v>08-Aug</c:v>
                </c:pt>
                <c:pt idx="220">
                  <c:v>09-Aug</c:v>
                </c:pt>
                <c:pt idx="221">
                  <c:v>10-Aug</c:v>
                </c:pt>
                <c:pt idx="222">
                  <c:v>11-Aug</c:v>
                </c:pt>
                <c:pt idx="223">
                  <c:v>12-Aug</c:v>
                </c:pt>
                <c:pt idx="224">
                  <c:v>13-Aug</c:v>
                </c:pt>
                <c:pt idx="225">
                  <c:v>14-Aug</c:v>
                </c:pt>
                <c:pt idx="226">
                  <c:v>15-Aug</c:v>
                </c:pt>
                <c:pt idx="227">
                  <c:v>16-Aug</c:v>
                </c:pt>
                <c:pt idx="228">
                  <c:v>17-Aug</c:v>
                </c:pt>
                <c:pt idx="229">
                  <c:v>18-Aug</c:v>
                </c:pt>
                <c:pt idx="230">
                  <c:v>19-Aug</c:v>
                </c:pt>
                <c:pt idx="231">
                  <c:v>20-Aug</c:v>
                </c:pt>
                <c:pt idx="232">
                  <c:v>21-Aug</c:v>
                </c:pt>
                <c:pt idx="233">
                  <c:v>22-Aug</c:v>
                </c:pt>
                <c:pt idx="234">
                  <c:v>23-Aug</c:v>
                </c:pt>
                <c:pt idx="235">
                  <c:v>24-Aug</c:v>
                </c:pt>
                <c:pt idx="236">
                  <c:v>25-Aug</c:v>
                </c:pt>
                <c:pt idx="237">
                  <c:v>26-Aug</c:v>
                </c:pt>
                <c:pt idx="238">
                  <c:v>27-Aug</c:v>
                </c:pt>
                <c:pt idx="239">
                  <c:v>28-Aug</c:v>
                </c:pt>
                <c:pt idx="240">
                  <c:v>29-Aug</c:v>
                </c:pt>
                <c:pt idx="241">
                  <c:v>30-Aug</c:v>
                </c:pt>
                <c:pt idx="242">
                  <c:v>31-Aug</c:v>
                </c:pt>
                <c:pt idx="243">
                  <c:v>01-Sep</c:v>
                </c:pt>
                <c:pt idx="244">
                  <c:v>02-Sep</c:v>
                </c:pt>
                <c:pt idx="245">
                  <c:v>03-Sep</c:v>
                </c:pt>
                <c:pt idx="246">
                  <c:v>04-Sep</c:v>
                </c:pt>
                <c:pt idx="247">
                  <c:v>05-Sep</c:v>
                </c:pt>
                <c:pt idx="248">
                  <c:v>06-Sep</c:v>
                </c:pt>
                <c:pt idx="249">
                  <c:v>07-Sep</c:v>
                </c:pt>
                <c:pt idx="250">
                  <c:v>08-Sep</c:v>
                </c:pt>
                <c:pt idx="251">
                  <c:v>09-Sep</c:v>
                </c:pt>
                <c:pt idx="252">
                  <c:v>10-Sep</c:v>
                </c:pt>
                <c:pt idx="253">
                  <c:v>11-Sep</c:v>
                </c:pt>
                <c:pt idx="254">
                  <c:v>12-Sep</c:v>
                </c:pt>
                <c:pt idx="255">
                  <c:v>13-Sep</c:v>
                </c:pt>
                <c:pt idx="256">
                  <c:v>14-Sep</c:v>
                </c:pt>
                <c:pt idx="257">
                  <c:v>15-Sep</c:v>
                </c:pt>
                <c:pt idx="258">
                  <c:v>16-Sep</c:v>
                </c:pt>
                <c:pt idx="259">
                  <c:v>17-Sep</c:v>
                </c:pt>
                <c:pt idx="260">
                  <c:v>18-Sep</c:v>
                </c:pt>
                <c:pt idx="261">
                  <c:v>19-Sep</c:v>
                </c:pt>
                <c:pt idx="262">
                  <c:v>20-Sep</c:v>
                </c:pt>
                <c:pt idx="263">
                  <c:v>21-Sep</c:v>
                </c:pt>
                <c:pt idx="264">
                  <c:v>22-Sep</c:v>
                </c:pt>
                <c:pt idx="265">
                  <c:v>23-Sep</c:v>
                </c:pt>
                <c:pt idx="266">
                  <c:v>24-Sep</c:v>
                </c:pt>
                <c:pt idx="267">
                  <c:v>25-Sep</c:v>
                </c:pt>
                <c:pt idx="268">
                  <c:v>26-Sep</c:v>
                </c:pt>
                <c:pt idx="269">
                  <c:v>27-Sep</c:v>
                </c:pt>
                <c:pt idx="270">
                  <c:v>28-Sep</c:v>
                </c:pt>
                <c:pt idx="271">
                  <c:v>29-Sep</c:v>
                </c:pt>
                <c:pt idx="272">
                  <c:v>30-Sep</c:v>
                </c:pt>
                <c:pt idx="273">
                  <c:v>01-Oct</c:v>
                </c:pt>
                <c:pt idx="274">
                  <c:v>02-Oct</c:v>
                </c:pt>
                <c:pt idx="275">
                  <c:v>03-Oct</c:v>
                </c:pt>
                <c:pt idx="276">
                  <c:v>04-Oct</c:v>
                </c:pt>
                <c:pt idx="277">
                  <c:v>05-Oct</c:v>
                </c:pt>
                <c:pt idx="278">
                  <c:v>06-Oct</c:v>
                </c:pt>
                <c:pt idx="279">
                  <c:v>07-Oct</c:v>
                </c:pt>
                <c:pt idx="280">
                  <c:v>08-Oct</c:v>
                </c:pt>
                <c:pt idx="281">
                  <c:v>09-Oct</c:v>
                </c:pt>
                <c:pt idx="282">
                  <c:v>10-Oct</c:v>
                </c:pt>
                <c:pt idx="283">
                  <c:v>11-Oct</c:v>
                </c:pt>
                <c:pt idx="284">
                  <c:v>12-Oct</c:v>
                </c:pt>
                <c:pt idx="285">
                  <c:v>13-Oct</c:v>
                </c:pt>
                <c:pt idx="286">
                  <c:v>14-Oct</c:v>
                </c:pt>
                <c:pt idx="287">
                  <c:v>15-Oct</c:v>
                </c:pt>
                <c:pt idx="288">
                  <c:v>16-Oct</c:v>
                </c:pt>
                <c:pt idx="289">
                  <c:v>17-Oct</c:v>
                </c:pt>
                <c:pt idx="290">
                  <c:v>18-Oct</c:v>
                </c:pt>
                <c:pt idx="291">
                  <c:v>19-Oct</c:v>
                </c:pt>
                <c:pt idx="292">
                  <c:v>20-Oct</c:v>
                </c:pt>
                <c:pt idx="293">
                  <c:v>21-Oct</c:v>
                </c:pt>
                <c:pt idx="294">
                  <c:v>22-Oct</c:v>
                </c:pt>
                <c:pt idx="295">
                  <c:v>23-Oct</c:v>
                </c:pt>
                <c:pt idx="296">
                  <c:v>24-Oct</c:v>
                </c:pt>
                <c:pt idx="297">
                  <c:v>25-Oct</c:v>
                </c:pt>
                <c:pt idx="298">
                  <c:v>26-Oct</c:v>
                </c:pt>
                <c:pt idx="299">
                  <c:v>27-Oct</c:v>
                </c:pt>
                <c:pt idx="300">
                  <c:v>28-Oct</c:v>
                </c:pt>
                <c:pt idx="301">
                  <c:v>29-Oct</c:v>
                </c:pt>
                <c:pt idx="302">
                  <c:v>30-Oct</c:v>
                </c:pt>
              </c:strCache>
            </c:strRef>
          </c:cat>
          <c:val>
            <c:numRef>
              <c:f>'Approval Problem'!$B$7:$B$310</c:f>
              <c:numCache>
                <c:formatCode>General</c:formatCode>
                <c:ptCount val="303"/>
                <c:pt idx="0">
                  <c:v>22</c:v>
                </c:pt>
                <c:pt idx="1">
                  <c:v>32</c:v>
                </c:pt>
                <c:pt idx="2">
                  <c:v>30</c:v>
                </c:pt>
                <c:pt idx="3">
                  <c:v>25</c:v>
                </c:pt>
                <c:pt idx="4">
                  <c:v>19</c:v>
                </c:pt>
                <c:pt idx="5">
                  <c:v>40</c:v>
                </c:pt>
                <c:pt idx="6">
                  <c:v>24</c:v>
                </c:pt>
                <c:pt idx="7">
                  <c:v>28</c:v>
                </c:pt>
                <c:pt idx="8">
                  <c:v>25</c:v>
                </c:pt>
                <c:pt idx="9">
                  <c:v>27</c:v>
                </c:pt>
                <c:pt idx="10">
                  <c:v>39</c:v>
                </c:pt>
                <c:pt idx="11">
                  <c:v>17</c:v>
                </c:pt>
                <c:pt idx="12">
                  <c:v>26</c:v>
                </c:pt>
                <c:pt idx="13">
                  <c:v>24</c:v>
                </c:pt>
                <c:pt idx="14">
                  <c:v>32</c:v>
                </c:pt>
                <c:pt idx="15">
                  <c:v>26</c:v>
                </c:pt>
                <c:pt idx="16">
                  <c:v>20</c:v>
                </c:pt>
                <c:pt idx="17">
                  <c:v>24</c:v>
                </c:pt>
                <c:pt idx="18">
                  <c:v>27</c:v>
                </c:pt>
                <c:pt idx="19">
                  <c:v>32</c:v>
                </c:pt>
                <c:pt idx="20">
                  <c:v>28</c:v>
                </c:pt>
                <c:pt idx="21">
                  <c:v>27</c:v>
                </c:pt>
                <c:pt idx="22">
                  <c:v>29</c:v>
                </c:pt>
                <c:pt idx="23">
                  <c:v>24</c:v>
                </c:pt>
                <c:pt idx="24">
                  <c:v>29</c:v>
                </c:pt>
                <c:pt idx="25">
                  <c:v>29</c:v>
                </c:pt>
                <c:pt idx="26">
                  <c:v>17</c:v>
                </c:pt>
                <c:pt idx="27">
                  <c:v>27</c:v>
                </c:pt>
                <c:pt idx="28">
                  <c:v>30</c:v>
                </c:pt>
                <c:pt idx="29">
                  <c:v>18</c:v>
                </c:pt>
                <c:pt idx="30">
                  <c:v>34</c:v>
                </c:pt>
                <c:pt idx="31">
                  <c:v>26</c:v>
                </c:pt>
                <c:pt idx="32">
                  <c:v>24</c:v>
                </c:pt>
                <c:pt idx="33">
                  <c:v>28</c:v>
                </c:pt>
                <c:pt idx="34">
                  <c:v>19</c:v>
                </c:pt>
                <c:pt idx="35">
                  <c:v>30</c:v>
                </c:pt>
                <c:pt idx="36">
                  <c:v>23</c:v>
                </c:pt>
                <c:pt idx="37">
                  <c:v>22</c:v>
                </c:pt>
                <c:pt idx="38">
                  <c:v>23</c:v>
                </c:pt>
                <c:pt idx="39">
                  <c:v>25</c:v>
                </c:pt>
                <c:pt idx="40">
                  <c:v>29</c:v>
                </c:pt>
                <c:pt idx="41">
                  <c:v>25</c:v>
                </c:pt>
                <c:pt idx="42">
                  <c:v>25</c:v>
                </c:pt>
                <c:pt idx="43">
                  <c:v>18</c:v>
                </c:pt>
                <c:pt idx="44">
                  <c:v>25</c:v>
                </c:pt>
                <c:pt idx="45">
                  <c:v>27</c:v>
                </c:pt>
                <c:pt idx="46">
                  <c:v>23</c:v>
                </c:pt>
                <c:pt idx="47">
                  <c:v>30</c:v>
                </c:pt>
                <c:pt idx="48">
                  <c:v>29</c:v>
                </c:pt>
                <c:pt idx="49">
                  <c:v>27</c:v>
                </c:pt>
                <c:pt idx="50">
                  <c:v>28</c:v>
                </c:pt>
                <c:pt idx="51">
                  <c:v>30</c:v>
                </c:pt>
                <c:pt idx="52">
                  <c:v>29</c:v>
                </c:pt>
                <c:pt idx="53">
                  <c:v>31</c:v>
                </c:pt>
                <c:pt idx="54">
                  <c:v>34</c:v>
                </c:pt>
                <c:pt idx="55">
                  <c:v>30</c:v>
                </c:pt>
                <c:pt idx="56">
                  <c:v>29</c:v>
                </c:pt>
                <c:pt idx="57">
                  <c:v>30</c:v>
                </c:pt>
                <c:pt idx="58">
                  <c:v>19</c:v>
                </c:pt>
                <c:pt idx="59">
                  <c:v>21</c:v>
                </c:pt>
                <c:pt idx="60">
                  <c:v>21</c:v>
                </c:pt>
                <c:pt idx="61">
                  <c:v>26</c:v>
                </c:pt>
                <c:pt idx="62">
                  <c:v>30</c:v>
                </c:pt>
                <c:pt idx="63">
                  <c:v>28</c:v>
                </c:pt>
                <c:pt idx="64">
                  <c:v>32</c:v>
                </c:pt>
                <c:pt idx="65">
                  <c:v>24</c:v>
                </c:pt>
                <c:pt idx="66">
                  <c:v>31</c:v>
                </c:pt>
                <c:pt idx="67">
                  <c:v>23</c:v>
                </c:pt>
                <c:pt idx="68">
                  <c:v>29</c:v>
                </c:pt>
                <c:pt idx="69">
                  <c:v>24</c:v>
                </c:pt>
                <c:pt idx="70">
                  <c:v>27</c:v>
                </c:pt>
                <c:pt idx="71">
                  <c:v>32</c:v>
                </c:pt>
                <c:pt idx="72">
                  <c:v>28</c:v>
                </c:pt>
                <c:pt idx="73">
                  <c:v>30</c:v>
                </c:pt>
                <c:pt idx="74">
                  <c:v>27</c:v>
                </c:pt>
                <c:pt idx="75">
                  <c:v>31</c:v>
                </c:pt>
                <c:pt idx="76">
                  <c:v>24</c:v>
                </c:pt>
                <c:pt idx="77">
                  <c:v>24</c:v>
                </c:pt>
                <c:pt idx="78">
                  <c:v>28</c:v>
                </c:pt>
                <c:pt idx="79">
                  <c:v>33</c:v>
                </c:pt>
                <c:pt idx="80">
                  <c:v>19</c:v>
                </c:pt>
                <c:pt idx="81">
                  <c:v>28</c:v>
                </c:pt>
                <c:pt idx="82">
                  <c:v>34</c:v>
                </c:pt>
                <c:pt idx="83">
                  <c:v>28</c:v>
                </c:pt>
                <c:pt idx="84">
                  <c:v>22</c:v>
                </c:pt>
                <c:pt idx="85">
                  <c:v>23</c:v>
                </c:pt>
                <c:pt idx="86">
                  <c:v>29</c:v>
                </c:pt>
                <c:pt idx="87">
                  <c:v>20</c:v>
                </c:pt>
                <c:pt idx="88">
                  <c:v>25</c:v>
                </c:pt>
                <c:pt idx="89">
                  <c:v>27</c:v>
                </c:pt>
                <c:pt idx="90">
                  <c:v>26</c:v>
                </c:pt>
                <c:pt idx="91">
                  <c:v>21</c:v>
                </c:pt>
                <c:pt idx="92">
                  <c:v>27</c:v>
                </c:pt>
                <c:pt idx="93">
                  <c:v>31</c:v>
                </c:pt>
                <c:pt idx="94">
                  <c:v>26</c:v>
                </c:pt>
                <c:pt idx="95">
                  <c:v>32</c:v>
                </c:pt>
                <c:pt idx="96">
                  <c:v>24</c:v>
                </c:pt>
                <c:pt idx="97">
                  <c:v>20</c:v>
                </c:pt>
                <c:pt idx="98">
                  <c:v>25</c:v>
                </c:pt>
                <c:pt idx="99">
                  <c:v>26</c:v>
                </c:pt>
                <c:pt idx="100">
                  <c:v>24</c:v>
                </c:pt>
                <c:pt idx="101">
                  <c:v>26</c:v>
                </c:pt>
                <c:pt idx="102">
                  <c:v>28</c:v>
                </c:pt>
                <c:pt idx="103">
                  <c:v>24</c:v>
                </c:pt>
                <c:pt idx="104">
                  <c:v>30</c:v>
                </c:pt>
                <c:pt idx="105">
                  <c:v>29</c:v>
                </c:pt>
                <c:pt idx="106">
                  <c:v>24</c:v>
                </c:pt>
                <c:pt idx="107">
                  <c:v>23</c:v>
                </c:pt>
                <c:pt idx="108">
                  <c:v>23</c:v>
                </c:pt>
                <c:pt idx="109">
                  <c:v>30</c:v>
                </c:pt>
                <c:pt idx="110">
                  <c:v>22</c:v>
                </c:pt>
                <c:pt idx="111">
                  <c:v>30</c:v>
                </c:pt>
                <c:pt idx="112">
                  <c:v>25</c:v>
                </c:pt>
                <c:pt idx="113">
                  <c:v>25</c:v>
                </c:pt>
                <c:pt idx="114">
                  <c:v>29</c:v>
                </c:pt>
                <c:pt idx="115">
                  <c:v>34</c:v>
                </c:pt>
                <c:pt idx="116">
                  <c:v>24</c:v>
                </c:pt>
                <c:pt idx="117">
                  <c:v>33</c:v>
                </c:pt>
                <c:pt idx="118">
                  <c:v>30</c:v>
                </c:pt>
                <c:pt idx="119">
                  <c:v>16</c:v>
                </c:pt>
                <c:pt idx="120">
                  <c:v>18</c:v>
                </c:pt>
                <c:pt idx="121">
                  <c:v>20</c:v>
                </c:pt>
                <c:pt idx="122">
                  <c:v>29</c:v>
                </c:pt>
                <c:pt idx="123">
                  <c:v>21</c:v>
                </c:pt>
                <c:pt idx="124">
                  <c:v>30</c:v>
                </c:pt>
                <c:pt idx="125">
                  <c:v>29</c:v>
                </c:pt>
                <c:pt idx="126">
                  <c:v>21</c:v>
                </c:pt>
                <c:pt idx="127">
                  <c:v>23</c:v>
                </c:pt>
                <c:pt idx="128">
                  <c:v>28</c:v>
                </c:pt>
                <c:pt idx="129">
                  <c:v>22</c:v>
                </c:pt>
                <c:pt idx="130">
                  <c:v>23</c:v>
                </c:pt>
                <c:pt idx="131">
                  <c:v>30</c:v>
                </c:pt>
                <c:pt idx="132">
                  <c:v>21</c:v>
                </c:pt>
                <c:pt idx="133">
                  <c:v>24</c:v>
                </c:pt>
                <c:pt idx="134">
                  <c:v>27</c:v>
                </c:pt>
                <c:pt idx="135">
                  <c:v>28</c:v>
                </c:pt>
                <c:pt idx="136">
                  <c:v>29</c:v>
                </c:pt>
                <c:pt idx="137">
                  <c:v>38</c:v>
                </c:pt>
                <c:pt idx="138">
                  <c:v>33</c:v>
                </c:pt>
                <c:pt idx="139">
                  <c:v>23</c:v>
                </c:pt>
                <c:pt idx="140">
                  <c:v>22</c:v>
                </c:pt>
                <c:pt idx="141">
                  <c:v>25</c:v>
                </c:pt>
                <c:pt idx="142">
                  <c:v>27</c:v>
                </c:pt>
                <c:pt idx="143">
                  <c:v>21</c:v>
                </c:pt>
                <c:pt idx="144">
                  <c:v>22</c:v>
                </c:pt>
                <c:pt idx="145">
                  <c:v>28</c:v>
                </c:pt>
                <c:pt idx="146">
                  <c:v>20</c:v>
                </c:pt>
                <c:pt idx="147">
                  <c:v>28</c:v>
                </c:pt>
                <c:pt idx="148">
                  <c:v>25</c:v>
                </c:pt>
                <c:pt idx="149">
                  <c:v>24</c:v>
                </c:pt>
                <c:pt idx="150">
                  <c:v>35</c:v>
                </c:pt>
                <c:pt idx="151">
                  <c:v>21</c:v>
                </c:pt>
                <c:pt idx="152">
                  <c:v>24</c:v>
                </c:pt>
                <c:pt idx="153">
                  <c:v>21</c:v>
                </c:pt>
                <c:pt idx="154">
                  <c:v>18</c:v>
                </c:pt>
                <c:pt idx="155">
                  <c:v>26</c:v>
                </c:pt>
                <c:pt idx="156">
                  <c:v>27</c:v>
                </c:pt>
                <c:pt idx="157">
                  <c:v>36</c:v>
                </c:pt>
                <c:pt idx="158">
                  <c:v>21</c:v>
                </c:pt>
                <c:pt idx="159">
                  <c:v>27</c:v>
                </c:pt>
                <c:pt idx="160">
                  <c:v>23</c:v>
                </c:pt>
                <c:pt idx="161">
                  <c:v>27</c:v>
                </c:pt>
                <c:pt idx="162">
                  <c:v>34</c:v>
                </c:pt>
                <c:pt idx="163">
                  <c:v>24</c:v>
                </c:pt>
                <c:pt idx="164">
                  <c:v>23</c:v>
                </c:pt>
                <c:pt idx="165">
                  <c:v>24</c:v>
                </c:pt>
                <c:pt idx="166">
                  <c:v>21</c:v>
                </c:pt>
                <c:pt idx="167">
                  <c:v>26</c:v>
                </c:pt>
                <c:pt idx="168">
                  <c:v>28</c:v>
                </c:pt>
                <c:pt idx="169">
                  <c:v>24</c:v>
                </c:pt>
                <c:pt idx="170">
                  <c:v>22</c:v>
                </c:pt>
                <c:pt idx="171">
                  <c:v>27</c:v>
                </c:pt>
                <c:pt idx="172">
                  <c:v>21</c:v>
                </c:pt>
                <c:pt idx="173">
                  <c:v>28</c:v>
                </c:pt>
                <c:pt idx="174">
                  <c:v>24</c:v>
                </c:pt>
                <c:pt idx="175">
                  <c:v>22</c:v>
                </c:pt>
                <c:pt idx="176">
                  <c:v>27</c:v>
                </c:pt>
                <c:pt idx="177">
                  <c:v>28</c:v>
                </c:pt>
                <c:pt idx="178">
                  <c:v>30</c:v>
                </c:pt>
                <c:pt idx="179">
                  <c:v>27</c:v>
                </c:pt>
                <c:pt idx="180">
                  <c:v>28</c:v>
                </c:pt>
                <c:pt idx="181">
                  <c:v>32</c:v>
                </c:pt>
                <c:pt idx="182">
                  <c:v>27</c:v>
                </c:pt>
                <c:pt idx="183">
                  <c:v>31</c:v>
                </c:pt>
                <c:pt idx="184">
                  <c:v>37</c:v>
                </c:pt>
                <c:pt idx="185">
                  <c:v>29</c:v>
                </c:pt>
                <c:pt idx="186">
                  <c:v>33</c:v>
                </c:pt>
                <c:pt idx="187">
                  <c:v>25</c:v>
                </c:pt>
                <c:pt idx="188">
                  <c:v>33</c:v>
                </c:pt>
                <c:pt idx="189">
                  <c:v>18</c:v>
                </c:pt>
                <c:pt idx="190">
                  <c:v>28</c:v>
                </c:pt>
                <c:pt idx="191">
                  <c:v>25</c:v>
                </c:pt>
                <c:pt idx="192">
                  <c:v>38</c:v>
                </c:pt>
                <c:pt idx="193">
                  <c:v>19</c:v>
                </c:pt>
                <c:pt idx="194">
                  <c:v>33</c:v>
                </c:pt>
                <c:pt idx="195">
                  <c:v>22</c:v>
                </c:pt>
                <c:pt idx="196">
                  <c:v>26</c:v>
                </c:pt>
                <c:pt idx="197">
                  <c:v>27</c:v>
                </c:pt>
                <c:pt idx="198">
                  <c:v>19</c:v>
                </c:pt>
                <c:pt idx="199">
                  <c:v>19</c:v>
                </c:pt>
                <c:pt idx="200">
                  <c:v>24</c:v>
                </c:pt>
                <c:pt idx="201">
                  <c:v>25</c:v>
                </c:pt>
                <c:pt idx="202">
                  <c:v>20</c:v>
                </c:pt>
                <c:pt idx="203">
                  <c:v>26</c:v>
                </c:pt>
                <c:pt idx="204">
                  <c:v>24</c:v>
                </c:pt>
                <c:pt idx="205">
                  <c:v>28</c:v>
                </c:pt>
                <c:pt idx="206">
                  <c:v>30</c:v>
                </c:pt>
                <c:pt idx="207">
                  <c:v>31</c:v>
                </c:pt>
                <c:pt idx="208">
                  <c:v>22</c:v>
                </c:pt>
                <c:pt idx="209">
                  <c:v>19</c:v>
                </c:pt>
                <c:pt idx="210">
                  <c:v>22</c:v>
                </c:pt>
                <c:pt idx="211">
                  <c:v>26</c:v>
                </c:pt>
                <c:pt idx="212">
                  <c:v>23</c:v>
                </c:pt>
                <c:pt idx="213">
                  <c:v>28</c:v>
                </c:pt>
                <c:pt idx="214">
                  <c:v>22</c:v>
                </c:pt>
                <c:pt idx="215">
                  <c:v>26</c:v>
                </c:pt>
                <c:pt idx="216">
                  <c:v>22</c:v>
                </c:pt>
                <c:pt idx="217">
                  <c:v>29</c:v>
                </c:pt>
                <c:pt idx="218">
                  <c:v>33</c:v>
                </c:pt>
                <c:pt idx="219">
                  <c:v>23</c:v>
                </c:pt>
                <c:pt idx="220">
                  <c:v>17</c:v>
                </c:pt>
                <c:pt idx="221">
                  <c:v>29</c:v>
                </c:pt>
                <c:pt idx="222">
                  <c:v>23</c:v>
                </c:pt>
                <c:pt idx="223">
                  <c:v>25</c:v>
                </c:pt>
                <c:pt idx="224">
                  <c:v>26</c:v>
                </c:pt>
                <c:pt idx="225">
                  <c:v>35</c:v>
                </c:pt>
                <c:pt idx="226">
                  <c:v>23</c:v>
                </c:pt>
                <c:pt idx="227">
                  <c:v>20</c:v>
                </c:pt>
                <c:pt idx="228">
                  <c:v>24</c:v>
                </c:pt>
                <c:pt idx="229">
                  <c:v>30</c:v>
                </c:pt>
                <c:pt idx="230">
                  <c:v>28</c:v>
                </c:pt>
                <c:pt idx="231">
                  <c:v>30</c:v>
                </c:pt>
                <c:pt idx="232">
                  <c:v>24</c:v>
                </c:pt>
                <c:pt idx="233">
                  <c:v>31</c:v>
                </c:pt>
                <c:pt idx="234">
                  <c:v>28</c:v>
                </c:pt>
                <c:pt idx="235">
                  <c:v>32</c:v>
                </c:pt>
                <c:pt idx="236">
                  <c:v>17</c:v>
                </c:pt>
                <c:pt idx="237">
                  <c:v>18</c:v>
                </c:pt>
                <c:pt idx="238">
                  <c:v>23</c:v>
                </c:pt>
                <c:pt idx="239">
                  <c:v>22</c:v>
                </c:pt>
                <c:pt idx="240">
                  <c:v>29</c:v>
                </c:pt>
                <c:pt idx="241">
                  <c:v>23</c:v>
                </c:pt>
                <c:pt idx="242">
                  <c:v>30</c:v>
                </c:pt>
                <c:pt idx="243">
                  <c:v>31</c:v>
                </c:pt>
                <c:pt idx="244">
                  <c:v>27</c:v>
                </c:pt>
                <c:pt idx="245">
                  <c:v>13</c:v>
                </c:pt>
                <c:pt idx="246">
                  <c:v>31</c:v>
                </c:pt>
                <c:pt idx="247">
                  <c:v>36</c:v>
                </c:pt>
                <c:pt idx="248">
                  <c:v>27</c:v>
                </c:pt>
                <c:pt idx="249">
                  <c:v>26</c:v>
                </c:pt>
                <c:pt idx="250">
                  <c:v>27</c:v>
                </c:pt>
                <c:pt idx="251">
                  <c:v>28</c:v>
                </c:pt>
                <c:pt idx="252">
                  <c:v>21</c:v>
                </c:pt>
                <c:pt idx="253">
                  <c:v>34</c:v>
                </c:pt>
                <c:pt idx="254">
                  <c:v>26</c:v>
                </c:pt>
                <c:pt idx="255">
                  <c:v>29</c:v>
                </c:pt>
                <c:pt idx="256">
                  <c:v>32</c:v>
                </c:pt>
                <c:pt idx="257">
                  <c:v>26</c:v>
                </c:pt>
                <c:pt idx="258">
                  <c:v>27</c:v>
                </c:pt>
                <c:pt idx="259">
                  <c:v>26</c:v>
                </c:pt>
                <c:pt idx="260">
                  <c:v>32</c:v>
                </c:pt>
                <c:pt idx="261">
                  <c:v>31</c:v>
                </c:pt>
                <c:pt idx="262">
                  <c:v>36</c:v>
                </c:pt>
                <c:pt idx="263">
                  <c:v>21</c:v>
                </c:pt>
                <c:pt idx="264">
                  <c:v>24</c:v>
                </c:pt>
                <c:pt idx="265">
                  <c:v>31</c:v>
                </c:pt>
                <c:pt idx="266">
                  <c:v>24</c:v>
                </c:pt>
                <c:pt idx="267">
                  <c:v>16</c:v>
                </c:pt>
                <c:pt idx="268">
                  <c:v>24</c:v>
                </c:pt>
                <c:pt idx="269">
                  <c:v>18</c:v>
                </c:pt>
                <c:pt idx="270">
                  <c:v>27</c:v>
                </c:pt>
                <c:pt idx="271">
                  <c:v>27</c:v>
                </c:pt>
                <c:pt idx="272">
                  <c:v>38</c:v>
                </c:pt>
                <c:pt idx="273">
                  <c:v>29</c:v>
                </c:pt>
                <c:pt idx="274">
                  <c:v>32</c:v>
                </c:pt>
                <c:pt idx="275">
                  <c:v>34</c:v>
                </c:pt>
                <c:pt idx="276">
                  <c:v>24</c:v>
                </c:pt>
                <c:pt idx="277">
                  <c:v>29</c:v>
                </c:pt>
                <c:pt idx="278">
                  <c:v>20</c:v>
                </c:pt>
                <c:pt idx="279">
                  <c:v>24</c:v>
                </c:pt>
                <c:pt idx="280">
                  <c:v>24</c:v>
                </c:pt>
                <c:pt idx="281">
                  <c:v>26</c:v>
                </c:pt>
                <c:pt idx="282">
                  <c:v>35</c:v>
                </c:pt>
                <c:pt idx="283">
                  <c:v>27</c:v>
                </c:pt>
                <c:pt idx="284">
                  <c:v>29</c:v>
                </c:pt>
                <c:pt idx="285">
                  <c:v>39</c:v>
                </c:pt>
                <c:pt idx="286">
                  <c:v>25</c:v>
                </c:pt>
                <c:pt idx="287">
                  <c:v>23</c:v>
                </c:pt>
                <c:pt idx="288">
                  <c:v>22</c:v>
                </c:pt>
                <c:pt idx="289">
                  <c:v>23</c:v>
                </c:pt>
                <c:pt idx="290">
                  <c:v>23</c:v>
                </c:pt>
                <c:pt idx="291">
                  <c:v>22</c:v>
                </c:pt>
                <c:pt idx="292">
                  <c:v>28</c:v>
                </c:pt>
                <c:pt idx="293">
                  <c:v>38</c:v>
                </c:pt>
                <c:pt idx="294">
                  <c:v>22</c:v>
                </c:pt>
                <c:pt idx="295">
                  <c:v>28</c:v>
                </c:pt>
                <c:pt idx="296">
                  <c:v>23</c:v>
                </c:pt>
                <c:pt idx="297">
                  <c:v>21</c:v>
                </c:pt>
                <c:pt idx="298">
                  <c:v>16</c:v>
                </c:pt>
                <c:pt idx="299">
                  <c:v>31</c:v>
                </c:pt>
                <c:pt idx="300">
                  <c:v>35</c:v>
                </c:pt>
                <c:pt idx="301">
                  <c:v>25</c:v>
                </c:pt>
                <c:pt idx="302">
                  <c:v>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B84-45F7-B473-E2D348A942B0}"/>
            </c:ext>
          </c:extLst>
        </c:ser>
        <c:ser>
          <c:idx val="1"/>
          <c:order val="1"/>
          <c:tx>
            <c:strRef>
              <c:f>'Approval Problem'!$C$4:$C$6</c:f>
              <c:strCache>
                <c:ptCount val="1"/>
                <c:pt idx="0">
                  <c:v>Failed - Average of Latency (ms)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'Approval Problem'!$A$7:$A$310</c:f>
              <c:strCache>
                <c:ptCount val="303"/>
                <c:pt idx="0">
                  <c:v>01-Jan</c:v>
                </c:pt>
                <c:pt idx="1">
                  <c:v>02-Jan</c:v>
                </c:pt>
                <c:pt idx="2">
                  <c:v>03-Jan</c:v>
                </c:pt>
                <c:pt idx="3">
                  <c:v>04-Jan</c:v>
                </c:pt>
                <c:pt idx="4">
                  <c:v>05-Jan</c:v>
                </c:pt>
                <c:pt idx="5">
                  <c:v>06-Jan</c:v>
                </c:pt>
                <c:pt idx="6">
                  <c:v>07-Jan</c:v>
                </c:pt>
                <c:pt idx="7">
                  <c:v>08-Jan</c:v>
                </c:pt>
                <c:pt idx="8">
                  <c:v>09-Jan</c:v>
                </c:pt>
                <c:pt idx="9">
                  <c:v>10-Jan</c:v>
                </c:pt>
                <c:pt idx="10">
                  <c:v>11-Jan</c:v>
                </c:pt>
                <c:pt idx="11">
                  <c:v>12-Jan</c:v>
                </c:pt>
                <c:pt idx="12">
                  <c:v>13-Jan</c:v>
                </c:pt>
                <c:pt idx="13">
                  <c:v>14-Jan</c:v>
                </c:pt>
                <c:pt idx="14">
                  <c:v>15-Jan</c:v>
                </c:pt>
                <c:pt idx="15">
                  <c:v>16-Jan</c:v>
                </c:pt>
                <c:pt idx="16">
                  <c:v>17-Jan</c:v>
                </c:pt>
                <c:pt idx="17">
                  <c:v>18-Jan</c:v>
                </c:pt>
                <c:pt idx="18">
                  <c:v>19-Jan</c:v>
                </c:pt>
                <c:pt idx="19">
                  <c:v>20-Jan</c:v>
                </c:pt>
                <c:pt idx="20">
                  <c:v>21-Jan</c:v>
                </c:pt>
                <c:pt idx="21">
                  <c:v>22-Jan</c:v>
                </c:pt>
                <c:pt idx="22">
                  <c:v>23-Jan</c:v>
                </c:pt>
                <c:pt idx="23">
                  <c:v>24-Jan</c:v>
                </c:pt>
                <c:pt idx="24">
                  <c:v>25-Jan</c:v>
                </c:pt>
                <c:pt idx="25">
                  <c:v>26-Jan</c:v>
                </c:pt>
                <c:pt idx="26">
                  <c:v>27-Jan</c:v>
                </c:pt>
                <c:pt idx="27">
                  <c:v>28-Jan</c:v>
                </c:pt>
                <c:pt idx="28">
                  <c:v>29-Jan</c:v>
                </c:pt>
                <c:pt idx="29">
                  <c:v>30-Jan</c:v>
                </c:pt>
                <c:pt idx="30">
                  <c:v>31-Jan</c:v>
                </c:pt>
                <c:pt idx="31">
                  <c:v>01-Feb</c:v>
                </c:pt>
                <c:pt idx="32">
                  <c:v>02-Feb</c:v>
                </c:pt>
                <c:pt idx="33">
                  <c:v>03-Feb</c:v>
                </c:pt>
                <c:pt idx="34">
                  <c:v>04-Feb</c:v>
                </c:pt>
                <c:pt idx="35">
                  <c:v>05-Feb</c:v>
                </c:pt>
                <c:pt idx="36">
                  <c:v>06-Feb</c:v>
                </c:pt>
                <c:pt idx="37">
                  <c:v>07-Feb</c:v>
                </c:pt>
                <c:pt idx="38">
                  <c:v>08-Feb</c:v>
                </c:pt>
                <c:pt idx="39">
                  <c:v>09-Feb</c:v>
                </c:pt>
                <c:pt idx="40">
                  <c:v>10-Feb</c:v>
                </c:pt>
                <c:pt idx="41">
                  <c:v>11-Feb</c:v>
                </c:pt>
                <c:pt idx="42">
                  <c:v>12-Feb</c:v>
                </c:pt>
                <c:pt idx="43">
                  <c:v>13-Feb</c:v>
                </c:pt>
                <c:pt idx="44">
                  <c:v>14-Feb</c:v>
                </c:pt>
                <c:pt idx="45">
                  <c:v>15-Feb</c:v>
                </c:pt>
                <c:pt idx="46">
                  <c:v>16-Feb</c:v>
                </c:pt>
                <c:pt idx="47">
                  <c:v>17-Feb</c:v>
                </c:pt>
                <c:pt idx="48">
                  <c:v>18-Feb</c:v>
                </c:pt>
                <c:pt idx="49">
                  <c:v>19-Feb</c:v>
                </c:pt>
                <c:pt idx="50">
                  <c:v>20-Feb</c:v>
                </c:pt>
                <c:pt idx="51">
                  <c:v>21-Feb</c:v>
                </c:pt>
                <c:pt idx="52">
                  <c:v>22-Feb</c:v>
                </c:pt>
                <c:pt idx="53">
                  <c:v>23-Feb</c:v>
                </c:pt>
                <c:pt idx="54">
                  <c:v>24-Feb</c:v>
                </c:pt>
                <c:pt idx="55">
                  <c:v>25-Feb</c:v>
                </c:pt>
                <c:pt idx="56">
                  <c:v>26-Feb</c:v>
                </c:pt>
                <c:pt idx="57">
                  <c:v>27-Feb</c:v>
                </c:pt>
                <c:pt idx="58">
                  <c:v>28-Feb</c:v>
                </c:pt>
                <c:pt idx="59">
                  <c:v>01-Mar</c:v>
                </c:pt>
                <c:pt idx="60">
                  <c:v>02-Mar</c:v>
                </c:pt>
                <c:pt idx="61">
                  <c:v>03-Mar</c:v>
                </c:pt>
                <c:pt idx="62">
                  <c:v>04-Mar</c:v>
                </c:pt>
                <c:pt idx="63">
                  <c:v>05-Mar</c:v>
                </c:pt>
                <c:pt idx="64">
                  <c:v>06-Mar</c:v>
                </c:pt>
                <c:pt idx="65">
                  <c:v>07-Mar</c:v>
                </c:pt>
                <c:pt idx="66">
                  <c:v>08-Mar</c:v>
                </c:pt>
                <c:pt idx="67">
                  <c:v>09-Mar</c:v>
                </c:pt>
                <c:pt idx="68">
                  <c:v>10-Mar</c:v>
                </c:pt>
                <c:pt idx="69">
                  <c:v>11-Mar</c:v>
                </c:pt>
                <c:pt idx="70">
                  <c:v>12-Mar</c:v>
                </c:pt>
                <c:pt idx="71">
                  <c:v>13-Mar</c:v>
                </c:pt>
                <c:pt idx="72">
                  <c:v>14-Mar</c:v>
                </c:pt>
                <c:pt idx="73">
                  <c:v>15-Mar</c:v>
                </c:pt>
                <c:pt idx="74">
                  <c:v>16-Mar</c:v>
                </c:pt>
                <c:pt idx="75">
                  <c:v>17-Mar</c:v>
                </c:pt>
                <c:pt idx="76">
                  <c:v>18-Mar</c:v>
                </c:pt>
                <c:pt idx="77">
                  <c:v>19-Mar</c:v>
                </c:pt>
                <c:pt idx="78">
                  <c:v>20-Mar</c:v>
                </c:pt>
                <c:pt idx="79">
                  <c:v>21-Mar</c:v>
                </c:pt>
                <c:pt idx="80">
                  <c:v>22-Mar</c:v>
                </c:pt>
                <c:pt idx="81">
                  <c:v>23-Mar</c:v>
                </c:pt>
                <c:pt idx="82">
                  <c:v>24-Mar</c:v>
                </c:pt>
                <c:pt idx="83">
                  <c:v>25-Mar</c:v>
                </c:pt>
                <c:pt idx="84">
                  <c:v>26-Mar</c:v>
                </c:pt>
                <c:pt idx="85">
                  <c:v>27-Mar</c:v>
                </c:pt>
                <c:pt idx="86">
                  <c:v>28-Mar</c:v>
                </c:pt>
                <c:pt idx="87">
                  <c:v>29-Mar</c:v>
                </c:pt>
                <c:pt idx="88">
                  <c:v>30-Mar</c:v>
                </c:pt>
                <c:pt idx="89">
                  <c:v>31-Mar</c:v>
                </c:pt>
                <c:pt idx="90">
                  <c:v>01-Apr</c:v>
                </c:pt>
                <c:pt idx="91">
                  <c:v>02-Apr</c:v>
                </c:pt>
                <c:pt idx="92">
                  <c:v>03-Apr</c:v>
                </c:pt>
                <c:pt idx="93">
                  <c:v>04-Apr</c:v>
                </c:pt>
                <c:pt idx="94">
                  <c:v>05-Apr</c:v>
                </c:pt>
                <c:pt idx="95">
                  <c:v>06-Apr</c:v>
                </c:pt>
                <c:pt idx="96">
                  <c:v>07-Apr</c:v>
                </c:pt>
                <c:pt idx="97">
                  <c:v>08-Apr</c:v>
                </c:pt>
                <c:pt idx="98">
                  <c:v>09-Apr</c:v>
                </c:pt>
                <c:pt idx="99">
                  <c:v>10-Apr</c:v>
                </c:pt>
                <c:pt idx="100">
                  <c:v>11-Apr</c:v>
                </c:pt>
                <c:pt idx="101">
                  <c:v>12-Apr</c:v>
                </c:pt>
                <c:pt idx="102">
                  <c:v>13-Apr</c:v>
                </c:pt>
                <c:pt idx="103">
                  <c:v>14-Apr</c:v>
                </c:pt>
                <c:pt idx="104">
                  <c:v>15-Apr</c:v>
                </c:pt>
                <c:pt idx="105">
                  <c:v>16-Apr</c:v>
                </c:pt>
                <c:pt idx="106">
                  <c:v>17-Apr</c:v>
                </c:pt>
                <c:pt idx="107">
                  <c:v>18-Apr</c:v>
                </c:pt>
                <c:pt idx="108">
                  <c:v>19-Apr</c:v>
                </c:pt>
                <c:pt idx="109">
                  <c:v>20-Apr</c:v>
                </c:pt>
                <c:pt idx="110">
                  <c:v>21-Apr</c:v>
                </c:pt>
                <c:pt idx="111">
                  <c:v>22-Apr</c:v>
                </c:pt>
                <c:pt idx="112">
                  <c:v>23-Apr</c:v>
                </c:pt>
                <c:pt idx="113">
                  <c:v>24-Apr</c:v>
                </c:pt>
                <c:pt idx="114">
                  <c:v>25-Apr</c:v>
                </c:pt>
                <c:pt idx="115">
                  <c:v>26-Apr</c:v>
                </c:pt>
                <c:pt idx="116">
                  <c:v>27-Apr</c:v>
                </c:pt>
                <c:pt idx="117">
                  <c:v>28-Apr</c:v>
                </c:pt>
                <c:pt idx="118">
                  <c:v>29-Apr</c:v>
                </c:pt>
                <c:pt idx="119">
                  <c:v>30-Apr</c:v>
                </c:pt>
                <c:pt idx="120">
                  <c:v>01-May</c:v>
                </c:pt>
                <c:pt idx="121">
                  <c:v>02-May</c:v>
                </c:pt>
                <c:pt idx="122">
                  <c:v>03-May</c:v>
                </c:pt>
                <c:pt idx="123">
                  <c:v>04-May</c:v>
                </c:pt>
                <c:pt idx="124">
                  <c:v>05-May</c:v>
                </c:pt>
                <c:pt idx="125">
                  <c:v>06-May</c:v>
                </c:pt>
                <c:pt idx="126">
                  <c:v>07-May</c:v>
                </c:pt>
                <c:pt idx="127">
                  <c:v>08-May</c:v>
                </c:pt>
                <c:pt idx="128">
                  <c:v>09-May</c:v>
                </c:pt>
                <c:pt idx="129">
                  <c:v>10-May</c:v>
                </c:pt>
                <c:pt idx="130">
                  <c:v>11-May</c:v>
                </c:pt>
                <c:pt idx="131">
                  <c:v>12-May</c:v>
                </c:pt>
                <c:pt idx="132">
                  <c:v>13-May</c:v>
                </c:pt>
                <c:pt idx="133">
                  <c:v>14-May</c:v>
                </c:pt>
                <c:pt idx="134">
                  <c:v>15-May</c:v>
                </c:pt>
                <c:pt idx="135">
                  <c:v>16-May</c:v>
                </c:pt>
                <c:pt idx="136">
                  <c:v>17-May</c:v>
                </c:pt>
                <c:pt idx="137">
                  <c:v>18-May</c:v>
                </c:pt>
                <c:pt idx="138">
                  <c:v>19-May</c:v>
                </c:pt>
                <c:pt idx="139">
                  <c:v>20-May</c:v>
                </c:pt>
                <c:pt idx="140">
                  <c:v>21-May</c:v>
                </c:pt>
                <c:pt idx="141">
                  <c:v>22-May</c:v>
                </c:pt>
                <c:pt idx="142">
                  <c:v>23-May</c:v>
                </c:pt>
                <c:pt idx="143">
                  <c:v>24-May</c:v>
                </c:pt>
                <c:pt idx="144">
                  <c:v>25-May</c:v>
                </c:pt>
                <c:pt idx="145">
                  <c:v>26-May</c:v>
                </c:pt>
                <c:pt idx="146">
                  <c:v>27-May</c:v>
                </c:pt>
                <c:pt idx="147">
                  <c:v>28-May</c:v>
                </c:pt>
                <c:pt idx="148">
                  <c:v>29-May</c:v>
                </c:pt>
                <c:pt idx="149">
                  <c:v>30-May</c:v>
                </c:pt>
                <c:pt idx="150">
                  <c:v>31-May</c:v>
                </c:pt>
                <c:pt idx="151">
                  <c:v>01-Jun</c:v>
                </c:pt>
                <c:pt idx="152">
                  <c:v>02-Jun</c:v>
                </c:pt>
                <c:pt idx="153">
                  <c:v>03-Jun</c:v>
                </c:pt>
                <c:pt idx="154">
                  <c:v>04-Jun</c:v>
                </c:pt>
                <c:pt idx="155">
                  <c:v>05-Jun</c:v>
                </c:pt>
                <c:pt idx="156">
                  <c:v>06-Jun</c:v>
                </c:pt>
                <c:pt idx="157">
                  <c:v>07-Jun</c:v>
                </c:pt>
                <c:pt idx="158">
                  <c:v>08-Jun</c:v>
                </c:pt>
                <c:pt idx="159">
                  <c:v>09-Jun</c:v>
                </c:pt>
                <c:pt idx="160">
                  <c:v>10-Jun</c:v>
                </c:pt>
                <c:pt idx="161">
                  <c:v>11-Jun</c:v>
                </c:pt>
                <c:pt idx="162">
                  <c:v>12-Jun</c:v>
                </c:pt>
                <c:pt idx="163">
                  <c:v>13-Jun</c:v>
                </c:pt>
                <c:pt idx="164">
                  <c:v>14-Jun</c:v>
                </c:pt>
                <c:pt idx="165">
                  <c:v>15-Jun</c:v>
                </c:pt>
                <c:pt idx="166">
                  <c:v>16-Jun</c:v>
                </c:pt>
                <c:pt idx="167">
                  <c:v>17-Jun</c:v>
                </c:pt>
                <c:pt idx="168">
                  <c:v>18-Jun</c:v>
                </c:pt>
                <c:pt idx="169">
                  <c:v>19-Jun</c:v>
                </c:pt>
                <c:pt idx="170">
                  <c:v>20-Jun</c:v>
                </c:pt>
                <c:pt idx="171">
                  <c:v>21-Jun</c:v>
                </c:pt>
                <c:pt idx="172">
                  <c:v>22-Jun</c:v>
                </c:pt>
                <c:pt idx="173">
                  <c:v>23-Jun</c:v>
                </c:pt>
                <c:pt idx="174">
                  <c:v>24-Jun</c:v>
                </c:pt>
                <c:pt idx="175">
                  <c:v>25-Jun</c:v>
                </c:pt>
                <c:pt idx="176">
                  <c:v>26-Jun</c:v>
                </c:pt>
                <c:pt idx="177">
                  <c:v>27-Jun</c:v>
                </c:pt>
                <c:pt idx="178">
                  <c:v>28-Jun</c:v>
                </c:pt>
                <c:pt idx="179">
                  <c:v>29-Jun</c:v>
                </c:pt>
                <c:pt idx="180">
                  <c:v>30-Jun</c:v>
                </c:pt>
                <c:pt idx="181">
                  <c:v>01-Jul</c:v>
                </c:pt>
                <c:pt idx="182">
                  <c:v>02-Jul</c:v>
                </c:pt>
                <c:pt idx="183">
                  <c:v>03-Jul</c:v>
                </c:pt>
                <c:pt idx="184">
                  <c:v>04-Jul</c:v>
                </c:pt>
                <c:pt idx="185">
                  <c:v>05-Jul</c:v>
                </c:pt>
                <c:pt idx="186">
                  <c:v>06-Jul</c:v>
                </c:pt>
                <c:pt idx="187">
                  <c:v>07-Jul</c:v>
                </c:pt>
                <c:pt idx="188">
                  <c:v>08-Jul</c:v>
                </c:pt>
                <c:pt idx="189">
                  <c:v>09-Jul</c:v>
                </c:pt>
                <c:pt idx="190">
                  <c:v>10-Jul</c:v>
                </c:pt>
                <c:pt idx="191">
                  <c:v>11-Jul</c:v>
                </c:pt>
                <c:pt idx="192">
                  <c:v>12-Jul</c:v>
                </c:pt>
                <c:pt idx="193">
                  <c:v>13-Jul</c:v>
                </c:pt>
                <c:pt idx="194">
                  <c:v>14-Jul</c:v>
                </c:pt>
                <c:pt idx="195">
                  <c:v>15-Jul</c:v>
                </c:pt>
                <c:pt idx="196">
                  <c:v>16-Jul</c:v>
                </c:pt>
                <c:pt idx="197">
                  <c:v>17-Jul</c:v>
                </c:pt>
                <c:pt idx="198">
                  <c:v>18-Jul</c:v>
                </c:pt>
                <c:pt idx="199">
                  <c:v>19-Jul</c:v>
                </c:pt>
                <c:pt idx="200">
                  <c:v>20-Jul</c:v>
                </c:pt>
                <c:pt idx="201">
                  <c:v>21-Jul</c:v>
                </c:pt>
                <c:pt idx="202">
                  <c:v>22-Jul</c:v>
                </c:pt>
                <c:pt idx="203">
                  <c:v>23-Jul</c:v>
                </c:pt>
                <c:pt idx="204">
                  <c:v>24-Jul</c:v>
                </c:pt>
                <c:pt idx="205">
                  <c:v>25-Jul</c:v>
                </c:pt>
                <c:pt idx="206">
                  <c:v>26-Jul</c:v>
                </c:pt>
                <c:pt idx="207">
                  <c:v>27-Jul</c:v>
                </c:pt>
                <c:pt idx="208">
                  <c:v>28-Jul</c:v>
                </c:pt>
                <c:pt idx="209">
                  <c:v>29-Jul</c:v>
                </c:pt>
                <c:pt idx="210">
                  <c:v>30-Jul</c:v>
                </c:pt>
                <c:pt idx="211">
                  <c:v>31-Jul</c:v>
                </c:pt>
                <c:pt idx="212">
                  <c:v>01-Aug</c:v>
                </c:pt>
                <c:pt idx="213">
                  <c:v>02-Aug</c:v>
                </c:pt>
                <c:pt idx="214">
                  <c:v>03-Aug</c:v>
                </c:pt>
                <c:pt idx="215">
                  <c:v>04-Aug</c:v>
                </c:pt>
                <c:pt idx="216">
                  <c:v>05-Aug</c:v>
                </c:pt>
                <c:pt idx="217">
                  <c:v>06-Aug</c:v>
                </c:pt>
                <c:pt idx="218">
                  <c:v>07-Aug</c:v>
                </c:pt>
                <c:pt idx="219">
                  <c:v>08-Aug</c:v>
                </c:pt>
                <c:pt idx="220">
                  <c:v>09-Aug</c:v>
                </c:pt>
                <c:pt idx="221">
                  <c:v>10-Aug</c:v>
                </c:pt>
                <c:pt idx="222">
                  <c:v>11-Aug</c:v>
                </c:pt>
                <c:pt idx="223">
                  <c:v>12-Aug</c:v>
                </c:pt>
                <c:pt idx="224">
                  <c:v>13-Aug</c:v>
                </c:pt>
                <c:pt idx="225">
                  <c:v>14-Aug</c:v>
                </c:pt>
                <c:pt idx="226">
                  <c:v>15-Aug</c:v>
                </c:pt>
                <c:pt idx="227">
                  <c:v>16-Aug</c:v>
                </c:pt>
                <c:pt idx="228">
                  <c:v>17-Aug</c:v>
                </c:pt>
                <c:pt idx="229">
                  <c:v>18-Aug</c:v>
                </c:pt>
                <c:pt idx="230">
                  <c:v>19-Aug</c:v>
                </c:pt>
                <c:pt idx="231">
                  <c:v>20-Aug</c:v>
                </c:pt>
                <c:pt idx="232">
                  <c:v>21-Aug</c:v>
                </c:pt>
                <c:pt idx="233">
                  <c:v>22-Aug</c:v>
                </c:pt>
                <c:pt idx="234">
                  <c:v>23-Aug</c:v>
                </c:pt>
                <c:pt idx="235">
                  <c:v>24-Aug</c:v>
                </c:pt>
                <c:pt idx="236">
                  <c:v>25-Aug</c:v>
                </c:pt>
                <c:pt idx="237">
                  <c:v>26-Aug</c:v>
                </c:pt>
                <c:pt idx="238">
                  <c:v>27-Aug</c:v>
                </c:pt>
                <c:pt idx="239">
                  <c:v>28-Aug</c:v>
                </c:pt>
                <c:pt idx="240">
                  <c:v>29-Aug</c:v>
                </c:pt>
                <c:pt idx="241">
                  <c:v>30-Aug</c:v>
                </c:pt>
                <c:pt idx="242">
                  <c:v>31-Aug</c:v>
                </c:pt>
                <c:pt idx="243">
                  <c:v>01-Sep</c:v>
                </c:pt>
                <c:pt idx="244">
                  <c:v>02-Sep</c:v>
                </c:pt>
                <c:pt idx="245">
                  <c:v>03-Sep</c:v>
                </c:pt>
                <c:pt idx="246">
                  <c:v>04-Sep</c:v>
                </c:pt>
                <c:pt idx="247">
                  <c:v>05-Sep</c:v>
                </c:pt>
                <c:pt idx="248">
                  <c:v>06-Sep</c:v>
                </c:pt>
                <c:pt idx="249">
                  <c:v>07-Sep</c:v>
                </c:pt>
                <c:pt idx="250">
                  <c:v>08-Sep</c:v>
                </c:pt>
                <c:pt idx="251">
                  <c:v>09-Sep</c:v>
                </c:pt>
                <c:pt idx="252">
                  <c:v>10-Sep</c:v>
                </c:pt>
                <c:pt idx="253">
                  <c:v>11-Sep</c:v>
                </c:pt>
                <c:pt idx="254">
                  <c:v>12-Sep</c:v>
                </c:pt>
                <c:pt idx="255">
                  <c:v>13-Sep</c:v>
                </c:pt>
                <c:pt idx="256">
                  <c:v>14-Sep</c:v>
                </c:pt>
                <c:pt idx="257">
                  <c:v>15-Sep</c:v>
                </c:pt>
                <c:pt idx="258">
                  <c:v>16-Sep</c:v>
                </c:pt>
                <c:pt idx="259">
                  <c:v>17-Sep</c:v>
                </c:pt>
                <c:pt idx="260">
                  <c:v>18-Sep</c:v>
                </c:pt>
                <c:pt idx="261">
                  <c:v>19-Sep</c:v>
                </c:pt>
                <c:pt idx="262">
                  <c:v>20-Sep</c:v>
                </c:pt>
                <c:pt idx="263">
                  <c:v>21-Sep</c:v>
                </c:pt>
                <c:pt idx="264">
                  <c:v>22-Sep</c:v>
                </c:pt>
                <c:pt idx="265">
                  <c:v>23-Sep</c:v>
                </c:pt>
                <c:pt idx="266">
                  <c:v>24-Sep</c:v>
                </c:pt>
                <c:pt idx="267">
                  <c:v>25-Sep</c:v>
                </c:pt>
                <c:pt idx="268">
                  <c:v>26-Sep</c:v>
                </c:pt>
                <c:pt idx="269">
                  <c:v>27-Sep</c:v>
                </c:pt>
                <c:pt idx="270">
                  <c:v>28-Sep</c:v>
                </c:pt>
                <c:pt idx="271">
                  <c:v>29-Sep</c:v>
                </c:pt>
                <c:pt idx="272">
                  <c:v>30-Sep</c:v>
                </c:pt>
                <c:pt idx="273">
                  <c:v>01-Oct</c:v>
                </c:pt>
                <c:pt idx="274">
                  <c:v>02-Oct</c:v>
                </c:pt>
                <c:pt idx="275">
                  <c:v>03-Oct</c:v>
                </c:pt>
                <c:pt idx="276">
                  <c:v>04-Oct</c:v>
                </c:pt>
                <c:pt idx="277">
                  <c:v>05-Oct</c:v>
                </c:pt>
                <c:pt idx="278">
                  <c:v>06-Oct</c:v>
                </c:pt>
                <c:pt idx="279">
                  <c:v>07-Oct</c:v>
                </c:pt>
                <c:pt idx="280">
                  <c:v>08-Oct</c:v>
                </c:pt>
                <c:pt idx="281">
                  <c:v>09-Oct</c:v>
                </c:pt>
                <c:pt idx="282">
                  <c:v>10-Oct</c:v>
                </c:pt>
                <c:pt idx="283">
                  <c:v>11-Oct</c:v>
                </c:pt>
                <c:pt idx="284">
                  <c:v>12-Oct</c:v>
                </c:pt>
                <c:pt idx="285">
                  <c:v>13-Oct</c:v>
                </c:pt>
                <c:pt idx="286">
                  <c:v>14-Oct</c:v>
                </c:pt>
                <c:pt idx="287">
                  <c:v>15-Oct</c:v>
                </c:pt>
                <c:pt idx="288">
                  <c:v>16-Oct</c:v>
                </c:pt>
                <c:pt idx="289">
                  <c:v>17-Oct</c:v>
                </c:pt>
                <c:pt idx="290">
                  <c:v>18-Oct</c:v>
                </c:pt>
                <c:pt idx="291">
                  <c:v>19-Oct</c:v>
                </c:pt>
                <c:pt idx="292">
                  <c:v>20-Oct</c:v>
                </c:pt>
                <c:pt idx="293">
                  <c:v>21-Oct</c:v>
                </c:pt>
                <c:pt idx="294">
                  <c:v>22-Oct</c:v>
                </c:pt>
                <c:pt idx="295">
                  <c:v>23-Oct</c:v>
                </c:pt>
                <c:pt idx="296">
                  <c:v>24-Oct</c:v>
                </c:pt>
                <c:pt idx="297">
                  <c:v>25-Oct</c:v>
                </c:pt>
                <c:pt idx="298">
                  <c:v>26-Oct</c:v>
                </c:pt>
                <c:pt idx="299">
                  <c:v>27-Oct</c:v>
                </c:pt>
                <c:pt idx="300">
                  <c:v>28-Oct</c:v>
                </c:pt>
                <c:pt idx="301">
                  <c:v>29-Oct</c:v>
                </c:pt>
                <c:pt idx="302">
                  <c:v>30-Oct</c:v>
                </c:pt>
              </c:strCache>
            </c:strRef>
          </c:cat>
          <c:val>
            <c:numRef>
              <c:f>'Approval Problem'!$C$7:$C$310</c:f>
              <c:numCache>
                <c:formatCode>General</c:formatCode>
                <c:ptCount val="303"/>
                <c:pt idx="0">
                  <c:v>80.63636363636364</c:v>
                </c:pt>
                <c:pt idx="1">
                  <c:v>76.84375</c:v>
                </c:pt>
                <c:pt idx="2">
                  <c:v>75.3</c:v>
                </c:pt>
                <c:pt idx="3">
                  <c:v>76.239999999999995</c:v>
                </c:pt>
                <c:pt idx="4">
                  <c:v>98.94736842105263</c:v>
                </c:pt>
                <c:pt idx="5">
                  <c:v>66.900000000000006</c:v>
                </c:pt>
                <c:pt idx="6">
                  <c:v>71</c:v>
                </c:pt>
                <c:pt idx="7">
                  <c:v>53.678571428571431</c:v>
                </c:pt>
                <c:pt idx="8">
                  <c:v>71.52</c:v>
                </c:pt>
                <c:pt idx="9">
                  <c:v>90.370370370370367</c:v>
                </c:pt>
                <c:pt idx="10">
                  <c:v>85.15384615384616</c:v>
                </c:pt>
                <c:pt idx="11">
                  <c:v>84.882352941176464</c:v>
                </c:pt>
                <c:pt idx="12">
                  <c:v>78.615384615384613</c:v>
                </c:pt>
                <c:pt idx="13">
                  <c:v>65.25</c:v>
                </c:pt>
                <c:pt idx="14">
                  <c:v>67.125</c:v>
                </c:pt>
                <c:pt idx="15">
                  <c:v>61.692307692307693</c:v>
                </c:pt>
                <c:pt idx="16">
                  <c:v>69.8</c:v>
                </c:pt>
                <c:pt idx="17">
                  <c:v>79.083333333333329</c:v>
                </c:pt>
                <c:pt idx="18">
                  <c:v>81.074074074074076</c:v>
                </c:pt>
                <c:pt idx="19">
                  <c:v>77.21875</c:v>
                </c:pt>
                <c:pt idx="20">
                  <c:v>66.392857142857139</c:v>
                </c:pt>
                <c:pt idx="21">
                  <c:v>72.407407407407405</c:v>
                </c:pt>
                <c:pt idx="22">
                  <c:v>76.137931034482762</c:v>
                </c:pt>
                <c:pt idx="23">
                  <c:v>84.833333333333329</c:v>
                </c:pt>
                <c:pt idx="24">
                  <c:v>70.034482758620683</c:v>
                </c:pt>
                <c:pt idx="25">
                  <c:v>74.206896551724142</c:v>
                </c:pt>
                <c:pt idx="26">
                  <c:v>92.588235294117652</c:v>
                </c:pt>
                <c:pt idx="27">
                  <c:v>73.296296296296291</c:v>
                </c:pt>
                <c:pt idx="28">
                  <c:v>64.63333333333334</c:v>
                </c:pt>
                <c:pt idx="29">
                  <c:v>74.944444444444443</c:v>
                </c:pt>
                <c:pt idx="30">
                  <c:v>74.941176470588232</c:v>
                </c:pt>
                <c:pt idx="31">
                  <c:v>88.807692307692307</c:v>
                </c:pt>
                <c:pt idx="32">
                  <c:v>73.75</c:v>
                </c:pt>
                <c:pt idx="33">
                  <c:v>65.607142857142861</c:v>
                </c:pt>
                <c:pt idx="34">
                  <c:v>81.684210526315795</c:v>
                </c:pt>
                <c:pt idx="35">
                  <c:v>75.533333333333331</c:v>
                </c:pt>
                <c:pt idx="36">
                  <c:v>82.782608695652172</c:v>
                </c:pt>
                <c:pt idx="37">
                  <c:v>73.727272727272734</c:v>
                </c:pt>
                <c:pt idx="38">
                  <c:v>74.826086956521735</c:v>
                </c:pt>
                <c:pt idx="39">
                  <c:v>70.8</c:v>
                </c:pt>
                <c:pt idx="40">
                  <c:v>62.103448275862071</c:v>
                </c:pt>
                <c:pt idx="41">
                  <c:v>74.12</c:v>
                </c:pt>
                <c:pt idx="42">
                  <c:v>72.12</c:v>
                </c:pt>
                <c:pt idx="43">
                  <c:v>84</c:v>
                </c:pt>
                <c:pt idx="44">
                  <c:v>98.12</c:v>
                </c:pt>
                <c:pt idx="45">
                  <c:v>60.037037037037038</c:v>
                </c:pt>
                <c:pt idx="46">
                  <c:v>77.521739130434781</c:v>
                </c:pt>
                <c:pt idx="47">
                  <c:v>84.2</c:v>
                </c:pt>
                <c:pt idx="48">
                  <c:v>63.241379310344826</c:v>
                </c:pt>
                <c:pt idx="49">
                  <c:v>73.037037037037038</c:v>
                </c:pt>
                <c:pt idx="50">
                  <c:v>77.107142857142861</c:v>
                </c:pt>
                <c:pt idx="51">
                  <c:v>79.933333333333337</c:v>
                </c:pt>
                <c:pt idx="52">
                  <c:v>70.793103448275858</c:v>
                </c:pt>
                <c:pt idx="53">
                  <c:v>86.967741935483872</c:v>
                </c:pt>
                <c:pt idx="54">
                  <c:v>66.794117647058826</c:v>
                </c:pt>
                <c:pt idx="55">
                  <c:v>68</c:v>
                </c:pt>
                <c:pt idx="56">
                  <c:v>62.551724137931032</c:v>
                </c:pt>
                <c:pt idx="57">
                  <c:v>64</c:v>
                </c:pt>
                <c:pt idx="58">
                  <c:v>57.526315789473685</c:v>
                </c:pt>
                <c:pt idx="59">
                  <c:v>70.80952380952381</c:v>
                </c:pt>
                <c:pt idx="60">
                  <c:v>82.857142857142861</c:v>
                </c:pt>
                <c:pt idx="61">
                  <c:v>85.307692307692307</c:v>
                </c:pt>
                <c:pt idx="62">
                  <c:v>74.666666666666671</c:v>
                </c:pt>
                <c:pt idx="63">
                  <c:v>83.035714285714292</c:v>
                </c:pt>
                <c:pt idx="64">
                  <c:v>76.75</c:v>
                </c:pt>
                <c:pt idx="65">
                  <c:v>57.75</c:v>
                </c:pt>
                <c:pt idx="66">
                  <c:v>87.870967741935488</c:v>
                </c:pt>
                <c:pt idx="67">
                  <c:v>70.130434782608702</c:v>
                </c:pt>
                <c:pt idx="68">
                  <c:v>75.103448275862064</c:v>
                </c:pt>
                <c:pt idx="69">
                  <c:v>82.458333333333329</c:v>
                </c:pt>
                <c:pt idx="70">
                  <c:v>94.259259259259252</c:v>
                </c:pt>
                <c:pt idx="71">
                  <c:v>79.28125</c:v>
                </c:pt>
                <c:pt idx="72">
                  <c:v>82.178571428571431</c:v>
                </c:pt>
                <c:pt idx="73">
                  <c:v>81.966666666666669</c:v>
                </c:pt>
                <c:pt idx="74">
                  <c:v>71.703703703703709</c:v>
                </c:pt>
                <c:pt idx="75">
                  <c:v>64.516129032258064</c:v>
                </c:pt>
                <c:pt idx="76">
                  <c:v>85.416666666666671</c:v>
                </c:pt>
                <c:pt idx="77">
                  <c:v>83.291666666666671</c:v>
                </c:pt>
                <c:pt idx="78">
                  <c:v>84.535714285714292</c:v>
                </c:pt>
                <c:pt idx="79">
                  <c:v>66.545454545454547</c:v>
                </c:pt>
                <c:pt idx="80">
                  <c:v>86.315789473684205</c:v>
                </c:pt>
                <c:pt idx="81">
                  <c:v>74.071428571428569</c:v>
                </c:pt>
                <c:pt idx="82">
                  <c:v>70.32352941176471</c:v>
                </c:pt>
                <c:pt idx="83">
                  <c:v>67.035714285714292</c:v>
                </c:pt>
                <c:pt idx="84">
                  <c:v>58.136363636363633</c:v>
                </c:pt>
                <c:pt idx="85">
                  <c:v>79.086956521739125</c:v>
                </c:pt>
                <c:pt idx="86">
                  <c:v>76.34482758620689</c:v>
                </c:pt>
                <c:pt idx="87">
                  <c:v>71.599999999999994</c:v>
                </c:pt>
                <c:pt idx="88">
                  <c:v>79.040000000000006</c:v>
                </c:pt>
                <c:pt idx="89">
                  <c:v>84.592592592592595</c:v>
                </c:pt>
                <c:pt idx="90">
                  <c:v>79.07692307692308</c:v>
                </c:pt>
                <c:pt idx="91">
                  <c:v>83.428571428571431</c:v>
                </c:pt>
                <c:pt idx="92">
                  <c:v>62.444444444444443</c:v>
                </c:pt>
                <c:pt idx="93">
                  <c:v>72.451612903225808</c:v>
                </c:pt>
                <c:pt idx="94">
                  <c:v>91.730769230769226</c:v>
                </c:pt>
                <c:pt idx="95">
                  <c:v>70.6875</c:v>
                </c:pt>
                <c:pt idx="96">
                  <c:v>72.458333333333329</c:v>
                </c:pt>
                <c:pt idx="97">
                  <c:v>74.45</c:v>
                </c:pt>
                <c:pt idx="98">
                  <c:v>71.760000000000005</c:v>
                </c:pt>
                <c:pt idx="99">
                  <c:v>85.615384615384613</c:v>
                </c:pt>
                <c:pt idx="100">
                  <c:v>77.75</c:v>
                </c:pt>
                <c:pt idx="101">
                  <c:v>94.384615384615387</c:v>
                </c:pt>
                <c:pt idx="102">
                  <c:v>77.892857142857139</c:v>
                </c:pt>
                <c:pt idx="103">
                  <c:v>68.333333333333329</c:v>
                </c:pt>
                <c:pt idx="104">
                  <c:v>72.233333333333334</c:v>
                </c:pt>
                <c:pt idx="105">
                  <c:v>75.965517241379317</c:v>
                </c:pt>
                <c:pt idx="106">
                  <c:v>82.375</c:v>
                </c:pt>
                <c:pt idx="107">
                  <c:v>94.217391304347828</c:v>
                </c:pt>
                <c:pt idx="108">
                  <c:v>68.608695652173907</c:v>
                </c:pt>
                <c:pt idx="109">
                  <c:v>77.066666666666663</c:v>
                </c:pt>
                <c:pt idx="110">
                  <c:v>85.318181818181813</c:v>
                </c:pt>
                <c:pt idx="111">
                  <c:v>69.966666666666669</c:v>
                </c:pt>
                <c:pt idx="112">
                  <c:v>76.88</c:v>
                </c:pt>
                <c:pt idx="113">
                  <c:v>82.76</c:v>
                </c:pt>
                <c:pt idx="114">
                  <c:v>76.448275862068968</c:v>
                </c:pt>
                <c:pt idx="115">
                  <c:v>79.617647058823536</c:v>
                </c:pt>
                <c:pt idx="116">
                  <c:v>85.791666666666671</c:v>
                </c:pt>
                <c:pt idx="117">
                  <c:v>77.575757575757578</c:v>
                </c:pt>
                <c:pt idx="118">
                  <c:v>80.766666666666666</c:v>
                </c:pt>
                <c:pt idx="119">
                  <c:v>90.25</c:v>
                </c:pt>
                <c:pt idx="120">
                  <c:v>81.5</c:v>
                </c:pt>
                <c:pt idx="121">
                  <c:v>83.15</c:v>
                </c:pt>
                <c:pt idx="122">
                  <c:v>89.620689655172413</c:v>
                </c:pt>
                <c:pt idx="123">
                  <c:v>80.19047619047619</c:v>
                </c:pt>
                <c:pt idx="124">
                  <c:v>73.13333333333334</c:v>
                </c:pt>
                <c:pt idx="125">
                  <c:v>76.310344827586206</c:v>
                </c:pt>
                <c:pt idx="126">
                  <c:v>71.333333333333329</c:v>
                </c:pt>
                <c:pt idx="127">
                  <c:v>77.739130434782609</c:v>
                </c:pt>
                <c:pt idx="128">
                  <c:v>73.571428571428569</c:v>
                </c:pt>
                <c:pt idx="129">
                  <c:v>76.181818181818187</c:v>
                </c:pt>
                <c:pt idx="130">
                  <c:v>101.34782608695652</c:v>
                </c:pt>
                <c:pt idx="131">
                  <c:v>80.666666666666671</c:v>
                </c:pt>
                <c:pt idx="132">
                  <c:v>69.047619047619051</c:v>
                </c:pt>
                <c:pt idx="133">
                  <c:v>80.625</c:v>
                </c:pt>
                <c:pt idx="134">
                  <c:v>77.074074074074076</c:v>
                </c:pt>
                <c:pt idx="135">
                  <c:v>84.857142857142861</c:v>
                </c:pt>
                <c:pt idx="136">
                  <c:v>88.103448275862064</c:v>
                </c:pt>
                <c:pt idx="137">
                  <c:v>67.55263157894737</c:v>
                </c:pt>
                <c:pt idx="138">
                  <c:v>83.787878787878782</c:v>
                </c:pt>
                <c:pt idx="139">
                  <c:v>89.956521739130437</c:v>
                </c:pt>
                <c:pt idx="140">
                  <c:v>70.181818181818187</c:v>
                </c:pt>
                <c:pt idx="141">
                  <c:v>66.52</c:v>
                </c:pt>
                <c:pt idx="142">
                  <c:v>83.592592592592595</c:v>
                </c:pt>
                <c:pt idx="143">
                  <c:v>79</c:v>
                </c:pt>
                <c:pt idx="144">
                  <c:v>92.272727272727266</c:v>
                </c:pt>
                <c:pt idx="145">
                  <c:v>74.714285714285708</c:v>
                </c:pt>
                <c:pt idx="146">
                  <c:v>77.75</c:v>
                </c:pt>
                <c:pt idx="147">
                  <c:v>72.428571428571431</c:v>
                </c:pt>
                <c:pt idx="148">
                  <c:v>83.76</c:v>
                </c:pt>
                <c:pt idx="149">
                  <c:v>53.125</c:v>
                </c:pt>
                <c:pt idx="150">
                  <c:v>83.657142857142858</c:v>
                </c:pt>
                <c:pt idx="151">
                  <c:v>81.714285714285708</c:v>
                </c:pt>
                <c:pt idx="152">
                  <c:v>85.333333333333329</c:v>
                </c:pt>
                <c:pt idx="153">
                  <c:v>86.523809523809518</c:v>
                </c:pt>
                <c:pt idx="154">
                  <c:v>64.5</c:v>
                </c:pt>
                <c:pt idx="155">
                  <c:v>89.884615384615387</c:v>
                </c:pt>
                <c:pt idx="156">
                  <c:v>72.407407407407405</c:v>
                </c:pt>
                <c:pt idx="157">
                  <c:v>86.833333333333329</c:v>
                </c:pt>
                <c:pt idx="158">
                  <c:v>85.952380952380949</c:v>
                </c:pt>
                <c:pt idx="159">
                  <c:v>77.407407407407405</c:v>
                </c:pt>
                <c:pt idx="160">
                  <c:v>87.913043478260875</c:v>
                </c:pt>
                <c:pt idx="161">
                  <c:v>71.296296296296291</c:v>
                </c:pt>
                <c:pt idx="162">
                  <c:v>79.941176470588232</c:v>
                </c:pt>
                <c:pt idx="163">
                  <c:v>84.333333333333329</c:v>
                </c:pt>
                <c:pt idx="164">
                  <c:v>83.217391304347828</c:v>
                </c:pt>
                <c:pt idx="165">
                  <c:v>85.25</c:v>
                </c:pt>
                <c:pt idx="166">
                  <c:v>86.19047619047619</c:v>
                </c:pt>
                <c:pt idx="167">
                  <c:v>80.115384615384613</c:v>
                </c:pt>
                <c:pt idx="168">
                  <c:v>75.178571428571431</c:v>
                </c:pt>
                <c:pt idx="169">
                  <c:v>70.75</c:v>
                </c:pt>
                <c:pt idx="170">
                  <c:v>82.818181818181813</c:v>
                </c:pt>
                <c:pt idx="171">
                  <c:v>77.777777777777771</c:v>
                </c:pt>
                <c:pt idx="172">
                  <c:v>86.333333333333329</c:v>
                </c:pt>
                <c:pt idx="173">
                  <c:v>78.642857142857139</c:v>
                </c:pt>
                <c:pt idx="174">
                  <c:v>77.5</c:v>
                </c:pt>
                <c:pt idx="175">
                  <c:v>92.090909090909093</c:v>
                </c:pt>
                <c:pt idx="176">
                  <c:v>68.444444444444443</c:v>
                </c:pt>
                <c:pt idx="177">
                  <c:v>79.5</c:v>
                </c:pt>
                <c:pt idx="178">
                  <c:v>80.733333333333334</c:v>
                </c:pt>
                <c:pt idx="179">
                  <c:v>73.777777777777771</c:v>
                </c:pt>
                <c:pt idx="180">
                  <c:v>67.428571428571431</c:v>
                </c:pt>
                <c:pt idx="181">
                  <c:v>78.84375</c:v>
                </c:pt>
                <c:pt idx="182">
                  <c:v>79.111111111111114</c:v>
                </c:pt>
                <c:pt idx="183">
                  <c:v>77.064516129032256</c:v>
                </c:pt>
                <c:pt idx="184">
                  <c:v>74.027027027027032</c:v>
                </c:pt>
                <c:pt idx="185">
                  <c:v>85.620689655172413</c:v>
                </c:pt>
                <c:pt idx="186">
                  <c:v>76</c:v>
                </c:pt>
                <c:pt idx="187">
                  <c:v>71.760000000000005</c:v>
                </c:pt>
                <c:pt idx="188">
                  <c:v>82.696969696969703</c:v>
                </c:pt>
                <c:pt idx="189">
                  <c:v>70.888888888888886</c:v>
                </c:pt>
                <c:pt idx="190">
                  <c:v>91.964285714285708</c:v>
                </c:pt>
                <c:pt idx="191">
                  <c:v>87.08</c:v>
                </c:pt>
                <c:pt idx="192">
                  <c:v>86</c:v>
                </c:pt>
                <c:pt idx="193">
                  <c:v>63</c:v>
                </c:pt>
                <c:pt idx="194">
                  <c:v>81.212121212121218</c:v>
                </c:pt>
                <c:pt idx="195">
                  <c:v>79.5</c:v>
                </c:pt>
                <c:pt idx="196">
                  <c:v>86.192307692307693</c:v>
                </c:pt>
                <c:pt idx="197">
                  <c:v>72.888888888888886</c:v>
                </c:pt>
                <c:pt idx="198">
                  <c:v>85</c:v>
                </c:pt>
                <c:pt idx="199">
                  <c:v>69.736842105263165</c:v>
                </c:pt>
                <c:pt idx="200">
                  <c:v>77.166666666666671</c:v>
                </c:pt>
                <c:pt idx="201">
                  <c:v>74</c:v>
                </c:pt>
                <c:pt idx="202">
                  <c:v>74.95</c:v>
                </c:pt>
                <c:pt idx="203">
                  <c:v>82.961538461538467</c:v>
                </c:pt>
                <c:pt idx="204">
                  <c:v>88.166666666666671</c:v>
                </c:pt>
                <c:pt idx="205">
                  <c:v>83.178571428571431</c:v>
                </c:pt>
                <c:pt idx="206">
                  <c:v>74.333333333333329</c:v>
                </c:pt>
                <c:pt idx="207">
                  <c:v>72.709677419354833</c:v>
                </c:pt>
                <c:pt idx="208">
                  <c:v>60.227272727272727</c:v>
                </c:pt>
                <c:pt idx="209">
                  <c:v>79.78947368421052</c:v>
                </c:pt>
                <c:pt idx="210">
                  <c:v>69</c:v>
                </c:pt>
                <c:pt idx="211">
                  <c:v>72.57692307692308</c:v>
                </c:pt>
                <c:pt idx="212">
                  <c:v>63.130434782608695</c:v>
                </c:pt>
                <c:pt idx="213">
                  <c:v>71.75</c:v>
                </c:pt>
                <c:pt idx="214">
                  <c:v>61.727272727272727</c:v>
                </c:pt>
                <c:pt idx="215">
                  <c:v>74.384615384615387</c:v>
                </c:pt>
                <c:pt idx="216">
                  <c:v>80.13636363636364</c:v>
                </c:pt>
                <c:pt idx="217">
                  <c:v>60.03448275862069</c:v>
                </c:pt>
                <c:pt idx="218">
                  <c:v>71.63636363636364</c:v>
                </c:pt>
                <c:pt idx="219">
                  <c:v>74.347826086956516</c:v>
                </c:pt>
                <c:pt idx="220">
                  <c:v>88.882352941176464</c:v>
                </c:pt>
                <c:pt idx="221">
                  <c:v>82.310344827586206</c:v>
                </c:pt>
                <c:pt idx="222">
                  <c:v>87.391304347826093</c:v>
                </c:pt>
                <c:pt idx="223">
                  <c:v>75.599999999999994</c:v>
                </c:pt>
                <c:pt idx="224">
                  <c:v>79.461538461538467</c:v>
                </c:pt>
                <c:pt idx="225">
                  <c:v>84.657142857142858</c:v>
                </c:pt>
                <c:pt idx="226">
                  <c:v>78.913043478260875</c:v>
                </c:pt>
                <c:pt idx="227">
                  <c:v>76.650000000000006</c:v>
                </c:pt>
                <c:pt idx="228">
                  <c:v>70.916666666666671</c:v>
                </c:pt>
                <c:pt idx="229">
                  <c:v>60.2</c:v>
                </c:pt>
                <c:pt idx="230">
                  <c:v>62.214285714285715</c:v>
                </c:pt>
                <c:pt idx="231">
                  <c:v>70.599999999999994</c:v>
                </c:pt>
                <c:pt idx="232">
                  <c:v>84.791666666666671</c:v>
                </c:pt>
                <c:pt idx="233">
                  <c:v>82.032258064516128</c:v>
                </c:pt>
                <c:pt idx="234">
                  <c:v>77.214285714285708</c:v>
                </c:pt>
                <c:pt idx="235">
                  <c:v>78.90625</c:v>
                </c:pt>
                <c:pt idx="236">
                  <c:v>86.294117647058826</c:v>
                </c:pt>
                <c:pt idx="237">
                  <c:v>65.5</c:v>
                </c:pt>
                <c:pt idx="238">
                  <c:v>80.217391304347828</c:v>
                </c:pt>
                <c:pt idx="239">
                  <c:v>65.227272727272734</c:v>
                </c:pt>
                <c:pt idx="240">
                  <c:v>69.275862068965523</c:v>
                </c:pt>
                <c:pt idx="241">
                  <c:v>73.434782608695656</c:v>
                </c:pt>
                <c:pt idx="242">
                  <c:v>78.099999999999994</c:v>
                </c:pt>
                <c:pt idx="243">
                  <c:v>84.483870967741936</c:v>
                </c:pt>
                <c:pt idx="244">
                  <c:v>66.740740740740748</c:v>
                </c:pt>
                <c:pt idx="245">
                  <c:v>86.15384615384616</c:v>
                </c:pt>
                <c:pt idx="246">
                  <c:v>66.903225806451616</c:v>
                </c:pt>
                <c:pt idx="247">
                  <c:v>73.777777777777771</c:v>
                </c:pt>
                <c:pt idx="248">
                  <c:v>82.444444444444443</c:v>
                </c:pt>
                <c:pt idx="249">
                  <c:v>84.038461538461533</c:v>
                </c:pt>
                <c:pt idx="250">
                  <c:v>64.148148148148152</c:v>
                </c:pt>
                <c:pt idx="251">
                  <c:v>83.035714285714292</c:v>
                </c:pt>
                <c:pt idx="252">
                  <c:v>81.095238095238102</c:v>
                </c:pt>
                <c:pt idx="253">
                  <c:v>77.058823529411768</c:v>
                </c:pt>
                <c:pt idx="254">
                  <c:v>72.230769230769226</c:v>
                </c:pt>
                <c:pt idx="255">
                  <c:v>82.103448275862064</c:v>
                </c:pt>
                <c:pt idx="256">
                  <c:v>89.125</c:v>
                </c:pt>
                <c:pt idx="257">
                  <c:v>71.038461538461533</c:v>
                </c:pt>
                <c:pt idx="258">
                  <c:v>71.259259259259252</c:v>
                </c:pt>
                <c:pt idx="259">
                  <c:v>71.615384615384613</c:v>
                </c:pt>
                <c:pt idx="260">
                  <c:v>64.21875</c:v>
                </c:pt>
                <c:pt idx="261">
                  <c:v>69.774193548387103</c:v>
                </c:pt>
                <c:pt idx="262">
                  <c:v>76.25</c:v>
                </c:pt>
                <c:pt idx="263">
                  <c:v>68.19047619047619</c:v>
                </c:pt>
                <c:pt idx="264">
                  <c:v>77.125</c:v>
                </c:pt>
                <c:pt idx="265">
                  <c:v>82.096774193548384</c:v>
                </c:pt>
                <c:pt idx="266">
                  <c:v>79.208333333333329</c:v>
                </c:pt>
                <c:pt idx="267">
                  <c:v>74.9375</c:v>
                </c:pt>
                <c:pt idx="268">
                  <c:v>78.208333333333329</c:v>
                </c:pt>
                <c:pt idx="269">
                  <c:v>65.611111111111114</c:v>
                </c:pt>
                <c:pt idx="270">
                  <c:v>87.925925925925924</c:v>
                </c:pt>
                <c:pt idx="271">
                  <c:v>67.629629629629633</c:v>
                </c:pt>
                <c:pt idx="272">
                  <c:v>83.973684210526315</c:v>
                </c:pt>
                <c:pt idx="273">
                  <c:v>78.034482758620683</c:v>
                </c:pt>
                <c:pt idx="274">
                  <c:v>82.875</c:v>
                </c:pt>
                <c:pt idx="275">
                  <c:v>76.647058823529406</c:v>
                </c:pt>
                <c:pt idx="276">
                  <c:v>68.666666666666671</c:v>
                </c:pt>
                <c:pt idx="277">
                  <c:v>79.068965517241381</c:v>
                </c:pt>
                <c:pt idx="278">
                  <c:v>79.05</c:v>
                </c:pt>
                <c:pt idx="279">
                  <c:v>71</c:v>
                </c:pt>
                <c:pt idx="280">
                  <c:v>66.708333333333329</c:v>
                </c:pt>
                <c:pt idx="281">
                  <c:v>76.038461538461533</c:v>
                </c:pt>
                <c:pt idx="282">
                  <c:v>81.771428571428572</c:v>
                </c:pt>
                <c:pt idx="283">
                  <c:v>88.18518518518519</c:v>
                </c:pt>
                <c:pt idx="284">
                  <c:v>90.172413793103445</c:v>
                </c:pt>
                <c:pt idx="285">
                  <c:v>72.692307692307693</c:v>
                </c:pt>
                <c:pt idx="286">
                  <c:v>80.8</c:v>
                </c:pt>
                <c:pt idx="287">
                  <c:v>77.565217391304344</c:v>
                </c:pt>
                <c:pt idx="288">
                  <c:v>74.909090909090907</c:v>
                </c:pt>
                <c:pt idx="289">
                  <c:v>77.521739130434781</c:v>
                </c:pt>
                <c:pt idx="290">
                  <c:v>77.304347826086953</c:v>
                </c:pt>
                <c:pt idx="291">
                  <c:v>86.227272727272734</c:v>
                </c:pt>
                <c:pt idx="292">
                  <c:v>79.928571428571431</c:v>
                </c:pt>
                <c:pt idx="293">
                  <c:v>66.55263157894737</c:v>
                </c:pt>
                <c:pt idx="294">
                  <c:v>70.63636363636364</c:v>
                </c:pt>
                <c:pt idx="295">
                  <c:v>66.214285714285708</c:v>
                </c:pt>
                <c:pt idx="296">
                  <c:v>80.608695652173907</c:v>
                </c:pt>
                <c:pt idx="297">
                  <c:v>92.761904761904759</c:v>
                </c:pt>
                <c:pt idx="298">
                  <c:v>74.1875</c:v>
                </c:pt>
                <c:pt idx="299">
                  <c:v>77.516129032258064</c:v>
                </c:pt>
                <c:pt idx="300">
                  <c:v>70</c:v>
                </c:pt>
                <c:pt idx="301">
                  <c:v>75.400000000000006</c:v>
                </c:pt>
                <c:pt idx="302">
                  <c:v>65.071428571428569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B84-45F7-B473-E2D348A942B0}"/>
            </c:ext>
          </c:extLst>
        </c:ser>
        <c:ser>
          <c:idx val="2"/>
          <c:order val="2"/>
          <c:tx>
            <c:strRef>
              <c:f>'Approval Problem'!$D$4:$D$6</c:f>
              <c:strCache>
                <c:ptCount val="1"/>
                <c:pt idx="0">
                  <c:v>Success - Count of Fraud Flag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strRef>
              <c:f>'Approval Problem'!$A$7:$A$310</c:f>
              <c:strCache>
                <c:ptCount val="303"/>
                <c:pt idx="0">
                  <c:v>01-Jan</c:v>
                </c:pt>
                <c:pt idx="1">
                  <c:v>02-Jan</c:v>
                </c:pt>
                <c:pt idx="2">
                  <c:v>03-Jan</c:v>
                </c:pt>
                <c:pt idx="3">
                  <c:v>04-Jan</c:v>
                </c:pt>
                <c:pt idx="4">
                  <c:v>05-Jan</c:v>
                </c:pt>
                <c:pt idx="5">
                  <c:v>06-Jan</c:v>
                </c:pt>
                <c:pt idx="6">
                  <c:v>07-Jan</c:v>
                </c:pt>
                <c:pt idx="7">
                  <c:v>08-Jan</c:v>
                </c:pt>
                <c:pt idx="8">
                  <c:v>09-Jan</c:v>
                </c:pt>
                <c:pt idx="9">
                  <c:v>10-Jan</c:v>
                </c:pt>
                <c:pt idx="10">
                  <c:v>11-Jan</c:v>
                </c:pt>
                <c:pt idx="11">
                  <c:v>12-Jan</c:v>
                </c:pt>
                <c:pt idx="12">
                  <c:v>13-Jan</c:v>
                </c:pt>
                <c:pt idx="13">
                  <c:v>14-Jan</c:v>
                </c:pt>
                <c:pt idx="14">
                  <c:v>15-Jan</c:v>
                </c:pt>
                <c:pt idx="15">
                  <c:v>16-Jan</c:v>
                </c:pt>
                <c:pt idx="16">
                  <c:v>17-Jan</c:v>
                </c:pt>
                <c:pt idx="17">
                  <c:v>18-Jan</c:v>
                </c:pt>
                <c:pt idx="18">
                  <c:v>19-Jan</c:v>
                </c:pt>
                <c:pt idx="19">
                  <c:v>20-Jan</c:v>
                </c:pt>
                <c:pt idx="20">
                  <c:v>21-Jan</c:v>
                </c:pt>
                <c:pt idx="21">
                  <c:v>22-Jan</c:v>
                </c:pt>
                <c:pt idx="22">
                  <c:v>23-Jan</c:v>
                </c:pt>
                <c:pt idx="23">
                  <c:v>24-Jan</c:v>
                </c:pt>
                <c:pt idx="24">
                  <c:v>25-Jan</c:v>
                </c:pt>
                <c:pt idx="25">
                  <c:v>26-Jan</c:v>
                </c:pt>
                <c:pt idx="26">
                  <c:v>27-Jan</c:v>
                </c:pt>
                <c:pt idx="27">
                  <c:v>28-Jan</c:v>
                </c:pt>
                <c:pt idx="28">
                  <c:v>29-Jan</c:v>
                </c:pt>
                <c:pt idx="29">
                  <c:v>30-Jan</c:v>
                </c:pt>
                <c:pt idx="30">
                  <c:v>31-Jan</c:v>
                </c:pt>
                <c:pt idx="31">
                  <c:v>01-Feb</c:v>
                </c:pt>
                <c:pt idx="32">
                  <c:v>02-Feb</c:v>
                </c:pt>
                <c:pt idx="33">
                  <c:v>03-Feb</c:v>
                </c:pt>
                <c:pt idx="34">
                  <c:v>04-Feb</c:v>
                </c:pt>
                <c:pt idx="35">
                  <c:v>05-Feb</c:v>
                </c:pt>
                <c:pt idx="36">
                  <c:v>06-Feb</c:v>
                </c:pt>
                <c:pt idx="37">
                  <c:v>07-Feb</c:v>
                </c:pt>
                <c:pt idx="38">
                  <c:v>08-Feb</c:v>
                </c:pt>
                <c:pt idx="39">
                  <c:v>09-Feb</c:v>
                </c:pt>
                <c:pt idx="40">
                  <c:v>10-Feb</c:v>
                </c:pt>
                <c:pt idx="41">
                  <c:v>11-Feb</c:v>
                </c:pt>
                <c:pt idx="42">
                  <c:v>12-Feb</c:v>
                </c:pt>
                <c:pt idx="43">
                  <c:v>13-Feb</c:v>
                </c:pt>
                <c:pt idx="44">
                  <c:v>14-Feb</c:v>
                </c:pt>
                <c:pt idx="45">
                  <c:v>15-Feb</c:v>
                </c:pt>
                <c:pt idx="46">
                  <c:v>16-Feb</c:v>
                </c:pt>
                <c:pt idx="47">
                  <c:v>17-Feb</c:v>
                </c:pt>
                <c:pt idx="48">
                  <c:v>18-Feb</c:v>
                </c:pt>
                <c:pt idx="49">
                  <c:v>19-Feb</c:v>
                </c:pt>
                <c:pt idx="50">
                  <c:v>20-Feb</c:v>
                </c:pt>
                <c:pt idx="51">
                  <c:v>21-Feb</c:v>
                </c:pt>
                <c:pt idx="52">
                  <c:v>22-Feb</c:v>
                </c:pt>
                <c:pt idx="53">
                  <c:v>23-Feb</c:v>
                </c:pt>
                <c:pt idx="54">
                  <c:v>24-Feb</c:v>
                </c:pt>
                <c:pt idx="55">
                  <c:v>25-Feb</c:v>
                </c:pt>
                <c:pt idx="56">
                  <c:v>26-Feb</c:v>
                </c:pt>
                <c:pt idx="57">
                  <c:v>27-Feb</c:v>
                </c:pt>
                <c:pt idx="58">
                  <c:v>28-Feb</c:v>
                </c:pt>
                <c:pt idx="59">
                  <c:v>01-Mar</c:v>
                </c:pt>
                <c:pt idx="60">
                  <c:v>02-Mar</c:v>
                </c:pt>
                <c:pt idx="61">
                  <c:v>03-Mar</c:v>
                </c:pt>
                <c:pt idx="62">
                  <c:v>04-Mar</c:v>
                </c:pt>
                <c:pt idx="63">
                  <c:v>05-Mar</c:v>
                </c:pt>
                <c:pt idx="64">
                  <c:v>06-Mar</c:v>
                </c:pt>
                <c:pt idx="65">
                  <c:v>07-Mar</c:v>
                </c:pt>
                <c:pt idx="66">
                  <c:v>08-Mar</c:v>
                </c:pt>
                <c:pt idx="67">
                  <c:v>09-Mar</c:v>
                </c:pt>
                <c:pt idx="68">
                  <c:v>10-Mar</c:v>
                </c:pt>
                <c:pt idx="69">
                  <c:v>11-Mar</c:v>
                </c:pt>
                <c:pt idx="70">
                  <c:v>12-Mar</c:v>
                </c:pt>
                <c:pt idx="71">
                  <c:v>13-Mar</c:v>
                </c:pt>
                <c:pt idx="72">
                  <c:v>14-Mar</c:v>
                </c:pt>
                <c:pt idx="73">
                  <c:v>15-Mar</c:v>
                </c:pt>
                <c:pt idx="74">
                  <c:v>16-Mar</c:v>
                </c:pt>
                <c:pt idx="75">
                  <c:v>17-Mar</c:v>
                </c:pt>
                <c:pt idx="76">
                  <c:v>18-Mar</c:v>
                </c:pt>
                <c:pt idx="77">
                  <c:v>19-Mar</c:v>
                </c:pt>
                <c:pt idx="78">
                  <c:v>20-Mar</c:v>
                </c:pt>
                <c:pt idx="79">
                  <c:v>21-Mar</c:v>
                </c:pt>
                <c:pt idx="80">
                  <c:v>22-Mar</c:v>
                </c:pt>
                <c:pt idx="81">
                  <c:v>23-Mar</c:v>
                </c:pt>
                <c:pt idx="82">
                  <c:v>24-Mar</c:v>
                </c:pt>
                <c:pt idx="83">
                  <c:v>25-Mar</c:v>
                </c:pt>
                <c:pt idx="84">
                  <c:v>26-Mar</c:v>
                </c:pt>
                <c:pt idx="85">
                  <c:v>27-Mar</c:v>
                </c:pt>
                <c:pt idx="86">
                  <c:v>28-Mar</c:v>
                </c:pt>
                <c:pt idx="87">
                  <c:v>29-Mar</c:v>
                </c:pt>
                <c:pt idx="88">
                  <c:v>30-Mar</c:v>
                </c:pt>
                <c:pt idx="89">
                  <c:v>31-Mar</c:v>
                </c:pt>
                <c:pt idx="90">
                  <c:v>01-Apr</c:v>
                </c:pt>
                <c:pt idx="91">
                  <c:v>02-Apr</c:v>
                </c:pt>
                <c:pt idx="92">
                  <c:v>03-Apr</c:v>
                </c:pt>
                <c:pt idx="93">
                  <c:v>04-Apr</c:v>
                </c:pt>
                <c:pt idx="94">
                  <c:v>05-Apr</c:v>
                </c:pt>
                <c:pt idx="95">
                  <c:v>06-Apr</c:v>
                </c:pt>
                <c:pt idx="96">
                  <c:v>07-Apr</c:v>
                </c:pt>
                <c:pt idx="97">
                  <c:v>08-Apr</c:v>
                </c:pt>
                <c:pt idx="98">
                  <c:v>09-Apr</c:v>
                </c:pt>
                <c:pt idx="99">
                  <c:v>10-Apr</c:v>
                </c:pt>
                <c:pt idx="100">
                  <c:v>11-Apr</c:v>
                </c:pt>
                <c:pt idx="101">
                  <c:v>12-Apr</c:v>
                </c:pt>
                <c:pt idx="102">
                  <c:v>13-Apr</c:v>
                </c:pt>
                <c:pt idx="103">
                  <c:v>14-Apr</c:v>
                </c:pt>
                <c:pt idx="104">
                  <c:v>15-Apr</c:v>
                </c:pt>
                <c:pt idx="105">
                  <c:v>16-Apr</c:v>
                </c:pt>
                <c:pt idx="106">
                  <c:v>17-Apr</c:v>
                </c:pt>
                <c:pt idx="107">
                  <c:v>18-Apr</c:v>
                </c:pt>
                <c:pt idx="108">
                  <c:v>19-Apr</c:v>
                </c:pt>
                <c:pt idx="109">
                  <c:v>20-Apr</c:v>
                </c:pt>
                <c:pt idx="110">
                  <c:v>21-Apr</c:v>
                </c:pt>
                <c:pt idx="111">
                  <c:v>22-Apr</c:v>
                </c:pt>
                <c:pt idx="112">
                  <c:v>23-Apr</c:v>
                </c:pt>
                <c:pt idx="113">
                  <c:v>24-Apr</c:v>
                </c:pt>
                <c:pt idx="114">
                  <c:v>25-Apr</c:v>
                </c:pt>
                <c:pt idx="115">
                  <c:v>26-Apr</c:v>
                </c:pt>
                <c:pt idx="116">
                  <c:v>27-Apr</c:v>
                </c:pt>
                <c:pt idx="117">
                  <c:v>28-Apr</c:v>
                </c:pt>
                <c:pt idx="118">
                  <c:v>29-Apr</c:v>
                </c:pt>
                <c:pt idx="119">
                  <c:v>30-Apr</c:v>
                </c:pt>
                <c:pt idx="120">
                  <c:v>01-May</c:v>
                </c:pt>
                <c:pt idx="121">
                  <c:v>02-May</c:v>
                </c:pt>
                <c:pt idx="122">
                  <c:v>03-May</c:v>
                </c:pt>
                <c:pt idx="123">
                  <c:v>04-May</c:v>
                </c:pt>
                <c:pt idx="124">
                  <c:v>05-May</c:v>
                </c:pt>
                <c:pt idx="125">
                  <c:v>06-May</c:v>
                </c:pt>
                <c:pt idx="126">
                  <c:v>07-May</c:v>
                </c:pt>
                <c:pt idx="127">
                  <c:v>08-May</c:v>
                </c:pt>
                <c:pt idx="128">
                  <c:v>09-May</c:v>
                </c:pt>
                <c:pt idx="129">
                  <c:v>10-May</c:v>
                </c:pt>
                <c:pt idx="130">
                  <c:v>11-May</c:v>
                </c:pt>
                <c:pt idx="131">
                  <c:v>12-May</c:v>
                </c:pt>
                <c:pt idx="132">
                  <c:v>13-May</c:v>
                </c:pt>
                <c:pt idx="133">
                  <c:v>14-May</c:v>
                </c:pt>
                <c:pt idx="134">
                  <c:v>15-May</c:v>
                </c:pt>
                <c:pt idx="135">
                  <c:v>16-May</c:v>
                </c:pt>
                <c:pt idx="136">
                  <c:v>17-May</c:v>
                </c:pt>
                <c:pt idx="137">
                  <c:v>18-May</c:v>
                </c:pt>
                <c:pt idx="138">
                  <c:v>19-May</c:v>
                </c:pt>
                <c:pt idx="139">
                  <c:v>20-May</c:v>
                </c:pt>
                <c:pt idx="140">
                  <c:v>21-May</c:v>
                </c:pt>
                <c:pt idx="141">
                  <c:v>22-May</c:v>
                </c:pt>
                <c:pt idx="142">
                  <c:v>23-May</c:v>
                </c:pt>
                <c:pt idx="143">
                  <c:v>24-May</c:v>
                </c:pt>
                <c:pt idx="144">
                  <c:v>25-May</c:v>
                </c:pt>
                <c:pt idx="145">
                  <c:v>26-May</c:v>
                </c:pt>
                <c:pt idx="146">
                  <c:v>27-May</c:v>
                </c:pt>
                <c:pt idx="147">
                  <c:v>28-May</c:v>
                </c:pt>
                <c:pt idx="148">
                  <c:v>29-May</c:v>
                </c:pt>
                <c:pt idx="149">
                  <c:v>30-May</c:v>
                </c:pt>
                <c:pt idx="150">
                  <c:v>31-May</c:v>
                </c:pt>
                <c:pt idx="151">
                  <c:v>01-Jun</c:v>
                </c:pt>
                <c:pt idx="152">
                  <c:v>02-Jun</c:v>
                </c:pt>
                <c:pt idx="153">
                  <c:v>03-Jun</c:v>
                </c:pt>
                <c:pt idx="154">
                  <c:v>04-Jun</c:v>
                </c:pt>
                <c:pt idx="155">
                  <c:v>05-Jun</c:v>
                </c:pt>
                <c:pt idx="156">
                  <c:v>06-Jun</c:v>
                </c:pt>
                <c:pt idx="157">
                  <c:v>07-Jun</c:v>
                </c:pt>
                <c:pt idx="158">
                  <c:v>08-Jun</c:v>
                </c:pt>
                <c:pt idx="159">
                  <c:v>09-Jun</c:v>
                </c:pt>
                <c:pt idx="160">
                  <c:v>10-Jun</c:v>
                </c:pt>
                <c:pt idx="161">
                  <c:v>11-Jun</c:v>
                </c:pt>
                <c:pt idx="162">
                  <c:v>12-Jun</c:v>
                </c:pt>
                <c:pt idx="163">
                  <c:v>13-Jun</c:v>
                </c:pt>
                <c:pt idx="164">
                  <c:v>14-Jun</c:v>
                </c:pt>
                <c:pt idx="165">
                  <c:v>15-Jun</c:v>
                </c:pt>
                <c:pt idx="166">
                  <c:v>16-Jun</c:v>
                </c:pt>
                <c:pt idx="167">
                  <c:v>17-Jun</c:v>
                </c:pt>
                <c:pt idx="168">
                  <c:v>18-Jun</c:v>
                </c:pt>
                <c:pt idx="169">
                  <c:v>19-Jun</c:v>
                </c:pt>
                <c:pt idx="170">
                  <c:v>20-Jun</c:v>
                </c:pt>
                <c:pt idx="171">
                  <c:v>21-Jun</c:v>
                </c:pt>
                <c:pt idx="172">
                  <c:v>22-Jun</c:v>
                </c:pt>
                <c:pt idx="173">
                  <c:v>23-Jun</c:v>
                </c:pt>
                <c:pt idx="174">
                  <c:v>24-Jun</c:v>
                </c:pt>
                <c:pt idx="175">
                  <c:v>25-Jun</c:v>
                </c:pt>
                <c:pt idx="176">
                  <c:v>26-Jun</c:v>
                </c:pt>
                <c:pt idx="177">
                  <c:v>27-Jun</c:v>
                </c:pt>
                <c:pt idx="178">
                  <c:v>28-Jun</c:v>
                </c:pt>
                <c:pt idx="179">
                  <c:v>29-Jun</c:v>
                </c:pt>
                <c:pt idx="180">
                  <c:v>30-Jun</c:v>
                </c:pt>
                <c:pt idx="181">
                  <c:v>01-Jul</c:v>
                </c:pt>
                <c:pt idx="182">
                  <c:v>02-Jul</c:v>
                </c:pt>
                <c:pt idx="183">
                  <c:v>03-Jul</c:v>
                </c:pt>
                <c:pt idx="184">
                  <c:v>04-Jul</c:v>
                </c:pt>
                <c:pt idx="185">
                  <c:v>05-Jul</c:v>
                </c:pt>
                <c:pt idx="186">
                  <c:v>06-Jul</c:v>
                </c:pt>
                <c:pt idx="187">
                  <c:v>07-Jul</c:v>
                </c:pt>
                <c:pt idx="188">
                  <c:v>08-Jul</c:v>
                </c:pt>
                <c:pt idx="189">
                  <c:v>09-Jul</c:v>
                </c:pt>
                <c:pt idx="190">
                  <c:v>10-Jul</c:v>
                </c:pt>
                <c:pt idx="191">
                  <c:v>11-Jul</c:v>
                </c:pt>
                <c:pt idx="192">
                  <c:v>12-Jul</c:v>
                </c:pt>
                <c:pt idx="193">
                  <c:v>13-Jul</c:v>
                </c:pt>
                <c:pt idx="194">
                  <c:v>14-Jul</c:v>
                </c:pt>
                <c:pt idx="195">
                  <c:v>15-Jul</c:v>
                </c:pt>
                <c:pt idx="196">
                  <c:v>16-Jul</c:v>
                </c:pt>
                <c:pt idx="197">
                  <c:v>17-Jul</c:v>
                </c:pt>
                <c:pt idx="198">
                  <c:v>18-Jul</c:v>
                </c:pt>
                <c:pt idx="199">
                  <c:v>19-Jul</c:v>
                </c:pt>
                <c:pt idx="200">
                  <c:v>20-Jul</c:v>
                </c:pt>
                <c:pt idx="201">
                  <c:v>21-Jul</c:v>
                </c:pt>
                <c:pt idx="202">
                  <c:v>22-Jul</c:v>
                </c:pt>
                <c:pt idx="203">
                  <c:v>23-Jul</c:v>
                </c:pt>
                <c:pt idx="204">
                  <c:v>24-Jul</c:v>
                </c:pt>
                <c:pt idx="205">
                  <c:v>25-Jul</c:v>
                </c:pt>
                <c:pt idx="206">
                  <c:v>26-Jul</c:v>
                </c:pt>
                <c:pt idx="207">
                  <c:v>27-Jul</c:v>
                </c:pt>
                <c:pt idx="208">
                  <c:v>28-Jul</c:v>
                </c:pt>
                <c:pt idx="209">
                  <c:v>29-Jul</c:v>
                </c:pt>
                <c:pt idx="210">
                  <c:v>30-Jul</c:v>
                </c:pt>
                <c:pt idx="211">
                  <c:v>31-Jul</c:v>
                </c:pt>
                <c:pt idx="212">
                  <c:v>01-Aug</c:v>
                </c:pt>
                <c:pt idx="213">
                  <c:v>02-Aug</c:v>
                </c:pt>
                <c:pt idx="214">
                  <c:v>03-Aug</c:v>
                </c:pt>
                <c:pt idx="215">
                  <c:v>04-Aug</c:v>
                </c:pt>
                <c:pt idx="216">
                  <c:v>05-Aug</c:v>
                </c:pt>
                <c:pt idx="217">
                  <c:v>06-Aug</c:v>
                </c:pt>
                <c:pt idx="218">
                  <c:v>07-Aug</c:v>
                </c:pt>
                <c:pt idx="219">
                  <c:v>08-Aug</c:v>
                </c:pt>
                <c:pt idx="220">
                  <c:v>09-Aug</c:v>
                </c:pt>
                <c:pt idx="221">
                  <c:v>10-Aug</c:v>
                </c:pt>
                <c:pt idx="222">
                  <c:v>11-Aug</c:v>
                </c:pt>
                <c:pt idx="223">
                  <c:v>12-Aug</c:v>
                </c:pt>
                <c:pt idx="224">
                  <c:v>13-Aug</c:v>
                </c:pt>
                <c:pt idx="225">
                  <c:v>14-Aug</c:v>
                </c:pt>
                <c:pt idx="226">
                  <c:v>15-Aug</c:v>
                </c:pt>
                <c:pt idx="227">
                  <c:v>16-Aug</c:v>
                </c:pt>
                <c:pt idx="228">
                  <c:v>17-Aug</c:v>
                </c:pt>
                <c:pt idx="229">
                  <c:v>18-Aug</c:v>
                </c:pt>
                <c:pt idx="230">
                  <c:v>19-Aug</c:v>
                </c:pt>
                <c:pt idx="231">
                  <c:v>20-Aug</c:v>
                </c:pt>
                <c:pt idx="232">
                  <c:v>21-Aug</c:v>
                </c:pt>
                <c:pt idx="233">
                  <c:v>22-Aug</c:v>
                </c:pt>
                <c:pt idx="234">
                  <c:v>23-Aug</c:v>
                </c:pt>
                <c:pt idx="235">
                  <c:v>24-Aug</c:v>
                </c:pt>
                <c:pt idx="236">
                  <c:v>25-Aug</c:v>
                </c:pt>
                <c:pt idx="237">
                  <c:v>26-Aug</c:v>
                </c:pt>
                <c:pt idx="238">
                  <c:v>27-Aug</c:v>
                </c:pt>
                <c:pt idx="239">
                  <c:v>28-Aug</c:v>
                </c:pt>
                <c:pt idx="240">
                  <c:v>29-Aug</c:v>
                </c:pt>
                <c:pt idx="241">
                  <c:v>30-Aug</c:v>
                </c:pt>
                <c:pt idx="242">
                  <c:v>31-Aug</c:v>
                </c:pt>
                <c:pt idx="243">
                  <c:v>01-Sep</c:v>
                </c:pt>
                <c:pt idx="244">
                  <c:v>02-Sep</c:v>
                </c:pt>
                <c:pt idx="245">
                  <c:v>03-Sep</c:v>
                </c:pt>
                <c:pt idx="246">
                  <c:v>04-Sep</c:v>
                </c:pt>
                <c:pt idx="247">
                  <c:v>05-Sep</c:v>
                </c:pt>
                <c:pt idx="248">
                  <c:v>06-Sep</c:v>
                </c:pt>
                <c:pt idx="249">
                  <c:v>07-Sep</c:v>
                </c:pt>
                <c:pt idx="250">
                  <c:v>08-Sep</c:v>
                </c:pt>
                <c:pt idx="251">
                  <c:v>09-Sep</c:v>
                </c:pt>
                <c:pt idx="252">
                  <c:v>10-Sep</c:v>
                </c:pt>
                <c:pt idx="253">
                  <c:v>11-Sep</c:v>
                </c:pt>
                <c:pt idx="254">
                  <c:v>12-Sep</c:v>
                </c:pt>
                <c:pt idx="255">
                  <c:v>13-Sep</c:v>
                </c:pt>
                <c:pt idx="256">
                  <c:v>14-Sep</c:v>
                </c:pt>
                <c:pt idx="257">
                  <c:v>15-Sep</c:v>
                </c:pt>
                <c:pt idx="258">
                  <c:v>16-Sep</c:v>
                </c:pt>
                <c:pt idx="259">
                  <c:v>17-Sep</c:v>
                </c:pt>
                <c:pt idx="260">
                  <c:v>18-Sep</c:v>
                </c:pt>
                <c:pt idx="261">
                  <c:v>19-Sep</c:v>
                </c:pt>
                <c:pt idx="262">
                  <c:v>20-Sep</c:v>
                </c:pt>
                <c:pt idx="263">
                  <c:v>21-Sep</c:v>
                </c:pt>
                <c:pt idx="264">
                  <c:v>22-Sep</c:v>
                </c:pt>
                <c:pt idx="265">
                  <c:v>23-Sep</c:v>
                </c:pt>
                <c:pt idx="266">
                  <c:v>24-Sep</c:v>
                </c:pt>
                <c:pt idx="267">
                  <c:v>25-Sep</c:v>
                </c:pt>
                <c:pt idx="268">
                  <c:v>26-Sep</c:v>
                </c:pt>
                <c:pt idx="269">
                  <c:v>27-Sep</c:v>
                </c:pt>
                <c:pt idx="270">
                  <c:v>28-Sep</c:v>
                </c:pt>
                <c:pt idx="271">
                  <c:v>29-Sep</c:v>
                </c:pt>
                <c:pt idx="272">
                  <c:v>30-Sep</c:v>
                </c:pt>
                <c:pt idx="273">
                  <c:v>01-Oct</c:v>
                </c:pt>
                <c:pt idx="274">
                  <c:v>02-Oct</c:v>
                </c:pt>
                <c:pt idx="275">
                  <c:v>03-Oct</c:v>
                </c:pt>
                <c:pt idx="276">
                  <c:v>04-Oct</c:v>
                </c:pt>
                <c:pt idx="277">
                  <c:v>05-Oct</c:v>
                </c:pt>
                <c:pt idx="278">
                  <c:v>06-Oct</c:v>
                </c:pt>
                <c:pt idx="279">
                  <c:v>07-Oct</c:v>
                </c:pt>
                <c:pt idx="280">
                  <c:v>08-Oct</c:v>
                </c:pt>
                <c:pt idx="281">
                  <c:v>09-Oct</c:v>
                </c:pt>
                <c:pt idx="282">
                  <c:v>10-Oct</c:v>
                </c:pt>
                <c:pt idx="283">
                  <c:v>11-Oct</c:v>
                </c:pt>
                <c:pt idx="284">
                  <c:v>12-Oct</c:v>
                </c:pt>
                <c:pt idx="285">
                  <c:v>13-Oct</c:v>
                </c:pt>
                <c:pt idx="286">
                  <c:v>14-Oct</c:v>
                </c:pt>
                <c:pt idx="287">
                  <c:v>15-Oct</c:v>
                </c:pt>
                <c:pt idx="288">
                  <c:v>16-Oct</c:v>
                </c:pt>
                <c:pt idx="289">
                  <c:v>17-Oct</c:v>
                </c:pt>
                <c:pt idx="290">
                  <c:v>18-Oct</c:v>
                </c:pt>
                <c:pt idx="291">
                  <c:v>19-Oct</c:v>
                </c:pt>
                <c:pt idx="292">
                  <c:v>20-Oct</c:v>
                </c:pt>
                <c:pt idx="293">
                  <c:v>21-Oct</c:v>
                </c:pt>
                <c:pt idx="294">
                  <c:v>22-Oct</c:v>
                </c:pt>
                <c:pt idx="295">
                  <c:v>23-Oct</c:v>
                </c:pt>
                <c:pt idx="296">
                  <c:v>24-Oct</c:v>
                </c:pt>
                <c:pt idx="297">
                  <c:v>25-Oct</c:v>
                </c:pt>
                <c:pt idx="298">
                  <c:v>26-Oct</c:v>
                </c:pt>
                <c:pt idx="299">
                  <c:v>27-Oct</c:v>
                </c:pt>
                <c:pt idx="300">
                  <c:v>28-Oct</c:v>
                </c:pt>
                <c:pt idx="301">
                  <c:v>29-Oct</c:v>
                </c:pt>
                <c:pt idx="302">
                  <c:v>30-Oct</c:v>
                </c:pt>
              </c:strCache>
            </c:strRef>
          </c:cat>
          <c:val>
            <c:numRef>
              <c:f>'Approval Problem'!$D$7:$D$310</c:f>
              <c:numCache>
                <c:formatCode>General</c:formatCode>
                <c:ptCount val="303"/>
                <c:pt idx="0">
                  <c:v>118</c:v>
                </c:pt>
                <c:pt idx="1">
                  <c:v>119</c:v>
                </c:pt>
                <c:pt idx="2">
                  <c:v>114</c:v>
                </c:pt>
                <c:pt idx="3">
                  <c:v>95</c:v>
                </c:pt>
                <c:pt idx="4">
                  <c:v>125</c:v>
                </c:pt>
                <c:pt idx="5">
                  <c:v>86</c:v>
                </c:pt>
                <c:pt idx="6">
                  <c:v>90</c:v>
                </c:pt>
                <c:pt idx="7">
                  <c:v>84</c:v>
                </c:pt>
                <c:pt idx="8">
                  <c:v>115</c:v>
                </c:pt>
                <c:pt idx="9">
                  <c:v>104</c:v>
                </c:pt>
                <c:pt idx="10">
                  <c:v>97</c:v>
                </c:pt>
                <c:pt idx="11">
                  <c:v>114</c:v>
                </c:pt>
                <c:pt idx="12">
                  <c:v>98</c:v>
                </c:pt>
                <c:pt idx="13">
                  <c:v>116</c:v>
                </c:pt>
                <c:pt idx="14">
                  <c:v>101</c:v>
                </c:pt>
                <c:pt idx="15">
                  <c:v>130</c:v>
                </c:pt>
                <c:pt idx="16">
                  <c:v>98</c:v>
                </c:pt>
                <c:pt idx="17">
                  <c:v>93</c:v>
                </c:pt>
                <c:pt idx="18">
                  <c:v>103</c:v>
                </c:pt>
                <c:pt idx="19">
                  <c:v>121</c:v>
                </c:pt>
                <c:pt idx="20">
                  <c:v>102</c:v>
                </c:pt>
                <c:pt idx="21">
                  <c:v>87</c:v>
                </c:pt>
                <c:pt idx="22">
                  <c:v>121</c:v>
                </c:pt>
                <c:pt idx="23">
                  <c:v>109</c:v>
                </c:pt>
                <c:pt idx="24">
                  <c:v>101</c:v>
                </c:pt>
                <c:pt idx="25">
                  <c:v>107</c:v>
                </c:pt>
                <c:pt idx="26">
                  <c:v>99</c:v>
                </c:pt>
                <c:pt idx="27">
                  <c:v>106</c:v>
                </c:pt>
                <c:pt idx="28">
                  <c:v>85</c:v>
                </c:pt>
                <c:pt idx="29">
                  <c:v>96</c:v>
                </c:pt>
                <c:pt idx="30">
                  <c:v>108</c:v>
                </c:pt>
                <c:pt idx="31">
                  <c:v>104</c:v>
                </c:pt>
                <c:pt idx="32">
                  <c:v>112</c:v>
                </c:pt>
                <c:pt idx="33">
                  <c:v>117</c:v>
                </c:pt>
                <c:pt idx="34">
                  <c:v>113</c:v>
                </c:pt>
                <c:pt idx="35">
                  <c:v>100</c:v>
                </c:pt>
                <c:pt idx="36">
                  <c:v>115</c:v>
                </c:pt>
                <c:pt idx="37">
                  <c:v>121</c:v>
                </c:pt>
                <c:pt idx="38">
                  <c:v>102</c:v>
                </c:pt>
                <c:pt idx="39">
                  <c:v>97</c:v>
                </c:pt>
                <c:pt idx="40">
                  <c:v>97</c:v>
                </c:pt>
                <c:pt idx="41">
                  <c:v>95</c:v>
                </c:pt>
                <c:pt idx="42">
                  <c:v>112</c:v>
                </c:pt>
                <c:pt idx="43">
                  <c:v>108</c:v>
                </c:pt>
                <c:pt idx="44">
                  <c:v>97</c:v>
                </c:pt>
                <c:pt idx="45">
                  <c:v>104</c:v>
                </c:pt>
                <c:pt idx="46">
                  <c:v>110</c:v>
                </c:pt>
                <c:pt idx="47">
                  <c:v>102</c:v>
                </c:pt>
                <c:pt idx="48">
                  <c:v>103</c:v>
                </c:pt>
                <c:pt idx="49">
                  <c:v>116</c:v>
                </c:pt>
                <c:pt idx="50">
                  <c:v>107</c:v>
                </c:pt>
                <c:pt idx="51">
                  <c:v>96</c:v>
                </c:pt>
                <c:pt idx="52">
                  <c:v>107</c:v>
                </c:pt>
                <c:pt idx="53">
                  <c:v>108</c:v>
                </c:pt>
                <c:pt idx="54">
                  <c:v>111</c:v>
                </c:pt>
                <c:pt idx="55">
                  <c:v>98</c:v>
                </c:pt>
                <c:pt idx="56">
                  <c:v>101</c:v>
                </c:pt>
                <c:pt idx="57">
                  <c:v>106</c:v>
                </c:pt>
                <c:pt idx="58">
                  <c:v>101</c:v>
                </c:pt>
                <c:pt idx="59">
                  <c:v>123</c:v>
                </c:pt>
                <c:pt idx="60">
                  <c:v>99</c:v>
                </c:pt>
                <c:pt idx="61">
                  <c:v>121</c:v>
                </c:pt>
                <c:pt idx="62">
                  <c:v>114</c:v>
                </c:pt>
                <c:pt idx="63">
                  <c:v>111</c:v>
                </c:pt>
                <c:pt idx="64">
                  <c:v>103</c:v>
                </c:pt>
                <c:pt idx="65">
                  <c:v>98</c:v>
                </c:pt>
                <c:pt idx="66">
                  <c:v>104</c:v>
                </c:pt>
                <c:pt idx="67">
                  <c:v>88</c:v>
                </c:pt>
                <c:pt idx="68">
                  <c:v>106</c:v>
                </c:pt>
                <c:pt idx="69">
                  <c:v>114</c:v>
                </c:pt>
                <c:pt idx="70">
                  <c:v>127</c:v>
                </c:pt>
                <c:pt idx="71">
                  <c:v>110</c:v>
                </c:pt>
                <c:pt idx="72">
                  <c:v>105</c:v>
                </c:pt>
                <c:pt idx="73">
                  <c:v>112</c:v>
                </c:pt>
                <c:pt idx="74">
                  <c:v>82</c:v>
                </c:pt>
                <c:pt idx="75">
                  <c:v>106</c:v>
                </c:pt>
                <c:pt idx="76">
                  <c:v>115</c:v>
                </c:pt>
                <c:pt idx="77">
                  <c:v>76</c:v>
                </c:pt>
                <c:pt idx="78">
                  <c:v>110</c:v>
                </c:pt>
                <c:pt idx="79">
                  <c:v>107</c:v>
                </c:pt>
                <c:pt idx="80">
                  <c:v>119</c:v>
                </c:pt>
                <c:pt idx="81">
                  <c:v>115</c:v>
                </c:pt>
                <c:pt idx="82">
                  <c:v>105</c:v>
                </c:pt>
                <c:pt idx="83">
                  <c:v>118</c:v>
                </c:pt>
                <c:pt idx="84">
                  <c:v>78</c:v>
                </c:pt>
                <c:pt idx="85">
                  <c:v>102</c:v>
                </c:pt>
                <c:pt idx="86">
                  <c:v>126</c:v>
                </c:pt>
                <c:pt idx="87">
                  <c:v>95</c:v>
                </c:pt>
                <c:pt idx="88">
                  <c:v>97</c:v>
                </c:pt>
                <c:pt idx="89">
                  <c:v>115</c:v>
                </c:pt>
                <c:pt idx="90">
                  <c:v>101</c:v>
                </c:pt>
                <c:pt idx="91">
                  <c:v>99</c:v>
                </c:pt>
                <c:pt idx="92">
                  <c:v>116</c:v>
                </c:pt>
                <c:pt idx="93">
                  <c:v>100</c:v>
                </c:pt>
                <c:pt idx="94">
                  <c:v>98</c:v>
                </c:pt>
                <c:pt idx="95">
                  <c:v>92</c:v>
                </c:pt>
                <c:pt idx="96">
                  <c:v>114</c:v>
                </c:pt>
                <c:pt idx="97">
                  <c:v>88</c:v>
                </c:pt>
                <c:pt idx="98">
                  <c:v>97</c:v>
                </c:pt>
                <c:pt idx="99">
                  <c:v>84</c:v>
                </c:pt>
                <c:pt idx="100">
                  <c:v>97</c:v>
                </c:pt>
                <c:pt idx="101">
                  <c:v>99</c:v>
                </c:pt>
                <c:pt idx="102">
                  <c:v>113</c:v>
                </c:pt>
                <c:pt idx="103">
                  <c:v>104</c:v>
                </c:pt>
                <c:pt idx="104">
                  <c:v>93</c:v>
                </c:pt>
                <c:pt idx="105">
                  <c:v>106</c:v>
                </c:pt>
                <c:pt idx="106">
                  <c:v>105</c:v>
                </c:pt>
                <c:pt idx="107">
                  <c:v>104</c:v>
                </c:pt>
                <c:pt idx="108">
                  <c:v>100</c:v>
                </c:pt>
                <c:pt idx="109">
                  <c:v>114</c:v>
                </c:pt>
                <c:pt idx="110">
                  <c:v>104</c:v>
                </c:pt>
                <c:pt idx="111">
                  <c:v>109</c:v>
                </c:pt>
                <c:pt idx="112">
                  <c:v>104</c:v>
                </c:pt>
                <c:pt idx="113">
                  <c:v>107</c:v>
                </c:pt>
                <c:pt idx="114">
                  <c:v>110</c:v>
                </c:pt>
                <c:pt idx="115">
                  <c:v>100</c:v>
                </c:pt>
                <c:pt idx="116">
                  <c:v>99</c:v>
                </c:pt>
                <c:pt idx="117">
                  <c:v>105</c:v>
                </c:pt>
                <c:pt idx="118">
                  <c:v>101</c:v>
                </c:pt>
                <c:pt idx="119">
                  <c:v>94</c:v>
                </c:pt>
                <c:pt idx="120">
                  <c:v>96</c:v>
                </c:pt>
                <c:pt idx="121">
                  <c:v>109</c:v>
                </c:pt>
                <c:pt idx="122">
                  <c:v>108</c:v>
                </c:pt>
                <c:pt idx="123">
                  <c:v>106</c:v>
                </c:pt>
                <c:pt idx="124">
                  <c:v>108</c:v>
                </c:pt>
                <c:pt idx="125">
                  <c:v>115</c:v>
                </c:pt>
                <c:pt idx="126">
                  <c:v>129</c:v>
                </c:pt>
                <c:pt idx="127">
                  <c:v>101</c:v>
                </c:pt>
                <c:pt idx="128">
                  <c:v>95</c:v>
                </c:pt>
                <c:pt idx="129">
                  <c:v>104</c:v>
                </c:pt>
                <c:pt idx="130">
                  <c:v>104</c:v>
                </c:pt>
                <c:pt idx="131">
                  <c:v>107</c:v>
                </c:pt>
                <c:pt idx="132">
                  <c:v>98</c:v>
                </c:pt>
                <c:pt idx="133">
                  <c:v>116</c:v>
                </c:pt>
                <c:pt idx="134">
                  <c:v>98</c:v>
                </c:pt>
                <c:pt idx="135">
                  <c:v>101</c:v>
                </c:pt>
                <c:pt idx="136">
                  <c:v>86</c:v>
                </c:pt>
                <c:pt idx="137">
                  <c:v>104</c:v>
                </c:pt>
                <c:pt idx="138">
                  <c:v>101</c:v>
                </c:pt>
                <c:pt idx="139">
                  <c:v>125</c:v>
                </c:pt>
                <c:pt idx="140">
                  <c:v>92</c:v>
                </c:pt>
                <c:pt idx="141">
                  <c:v>114</c:v>
                </c:pt>
                <c:pt idx="142">
                  <c:v>121</c:v>
                </c:pt>
                <c:pt idx="143">
                  <c:v>101</c:v>
                </c:pt>
                <c:pt idx="144">
                  <c:v>104</c:v>
                </c:pt>
                <c:pt idx="145">
                  <c:v>109</c:v>
                </c:pt>
                <c:pt idx="146">
                  <c:v>83</c:v>
                </c:pt>
                <c:pt idx="147">
                  <c:v>112</c:v>
                </c:pt>
                <c:pt idx="148">
                  <c:v>113</c:v>
                </c:pt>
                <c:pt idx="149">
                  <c:v>88</c:v>
                </c:pt>
                <c:pt idx="150">
                  <c:v>114</c:v>
                </c:pt>
                <c:pt idx="151">
                  <c:v>104</c:v>
                </c:pt>
                <c:pt idx="152">
                  <c:v>110</c:v>
                </c:pt>
                <c:pt idx="153">
                  <c:v>91</c:v>
                </c:pt>
                <c:pt idx="154">
                  <c:v>125</c:v>
                </c:pt>
                <c:pt idx="155">
                  <c:v>104</c:v>
                </c:pt>
                <c:pt idx="156">
                  <c:v>114</c:v>
                </c:pt>
                <c:pt idx="157">
                  <c:v>117</c:v>
                </c:pt>
                <c:pt idx="158">
                  <c:v>97</c:v>
                </c:pt>
                <c:pt idx="159">
                  <c:v>115</c:v>
                </c:pt>
                <c:pt idx="160">
                  <c:v>102</c:v>
                </c:pt>
                <c:pt idx="161">
                  <c:v>120</c:v>
                </c:pt>
                <c:pt idx="162">
                  <c:v>105</c:v>
                </c:pt>
                <c:pt idx="163">
                  <c:v>90</c:v>
                </c:pt>
                <c:pt idx="164">
                  <c:v>91</c:v>
                </c:pt>
                <c:pt idx="165">
                  <c:v>96</c:v>
                </c:pt>
                <c:pt idx="166">
                  <c:v>116</c:v>
                </c:pt>
                <c:pt idx="167">
                  <c:v>105</c:v>
                </c:pt>
                <c:pt idx="168">
                  <c:v>117</c:v>
                </c:pt>
                <c:pt idx="169">
                  <c:v>105</c:v>
                </c:pt>
                <c:pt idx="170">
                  <c:v>116</c:v>
                </c:pt>
                <c:pt idx="171">
                  <c:v>99</c:v>
                </c:pt>
                <c:pt idx="172">
                  <c:v>101</c:v>
                </c:pt>
                <c:pt idx="173">
                  <c:v>102</c:v>
                </c:pt>
                <c:pt idx="174">
                  <c:v>103</c:v>
                </c:pt>
                <c:pt idx="175">
                  <c:v>98</c:v>
                </c:pt>
                <c:pt idx="176">
                  <c:v>108</c:v>
                </c:pt>
                <c:pt idx="177">
                  <c:v>108</c:v>
                </c:pt>
                <c:pt idx="178">
                  <c:v>106</c:v>
                </c:pt>
                <c:pt idx="179">
                  <c:v>118</c:v>
                </c:pt>
                <c:pt idx="180">
                  <c:v>90</c:v>
                </c:pt>
                <c:pt idx="181">
                  <c:v>109</c:v>
                </c:pt>
                <c:pt idx="182">
                  <c:v>82</c:v>
                </c:pt>
                <c:pt idx="183">
                  <c:v>116</c:v>
                </c:pt>
                <c:pt idx="184">
                  <c:v>99</c:v>
                </c:pt>
                <c:pt idx="185">
                  <c:v>98</c:v>
                </c:pt>
                <c:pt idx="186">
                  <c:v>100</c:v>
                </c:pt>
                <c:pt idx="187">
                  <c:v>108</c:v>
                </c:pt>
                <c:pt idx="188">
                  <c:v>97</c:v>
                </c:pt>
                <c:pt idx="189">
                  <c:v>107</c:v>
                </c:pt>
                <c:pt idx="190">
                  <c:v>116</c:v>
                </c:pt>
                <c:pt idx="191">
                  <c:v>115</c:v>
                </c:pt>
                <c:pt idx="192">
                  <c:v>95</c:v>
                </c:pt>
                <c:pt idx="193">
                  <c:v>109</c:v>
                </c:pt>
                <c:pt idx="194">
                  <c:v>137</c:v>
                </c:pt>
                <c:pt idx="195">
                  <c:v>101</c:v>
                </c:pt>
                <c:pt idx="196">
                  <c:v>106</c:v>
                </c:pt>
                <c:pt idx="197">
                  <c:v>111</c:v>
                </c:pt>
                <c:pt idx="198">
                  <c:v>127</c:v>
                </c:pt>
                <c:pt idx="199">
                  <c:v>102</c:v>
                </c:pt>
                <c:pt idx="200">
                  <c:v>94</c:v>
                </c:pt>
                <c:pt idx="201">
                  <c:v>115</c:v>
                </c:pt>
                <c:pt idx="202">
                  <c:v>101</c:v>
                </c:pt>
                <c:pt idx="203">
                  <c:v>75</c:v>
                </c:pt>
                <c:pt idx="204">
                  <c:v>113</c:v>
                </c:pt>
                <c:pt idx="205">
                  <c:v>98</c:v>
                </c:pt>
                <c:pt idx="206">
                  <c:v>112</c:v>
                </c:pt>
                <c:pt idx="207">
                  <c:v>97</c:v>
                </c:pt>
                <c:pt idx="208">
                  <c:v>90</c:v>
                </c:pt>
                <c:pt idx="209">
                  <c:v>88</c:v>
                </c:pt>
                <c:pt idx="210">
                  <c:v>115</c:v>
                </c:pt>
                <c:pt idx="211">
                  <c:v>97</c:v>
                </c:pt>
                <c:pt idx="212">
                  <c:v>107</c:v>
                </c:pt>
                <c:pt idx="213">
                  <c:v>113</c:v>
                </c:pt>
                <c:pt idx="214">
                  <c:v>101</c:v>
                </c:pt>
                <c:pt idx="215">
                  <c:v>109</c:v>
                </c:pt>
                <c:pt idx="216">
                  <c:v>87</c:v>
                </c:pt>
                <c:pt idx="217">
                  <c:v>105</c:v>
                </c:pt>
                <c:pt idx="218">
                  <c:v>115</c:v>
                </c:pt>
                <c:pt idx="219">
                  <c:v>128</c:v>
                </c:pt>
                <c:pt idx="220">
                  <c:v>113</c:v>
                </c:pt>
                <c:pt idx="221">
                  <c:v>101</c:v>
                </c:pt>
                <c:pt idx="222">
                  <c:v>92</c:v>
                </c:pt>
                <c:pt idx="223">
                  <c:v>104</c:v>
                </c:pt>
                <c:pt idx="224">
                  <c:v>111</c:v>
                </c:pt>
                <c:pt idx="225">
                  <c:v>111</c:v>
                </c:pt>
                <c:pt idx="226">
                  <c:v>110</c:v>
                </c:pt>
                <c:pt idx="227">
                  <c:v>86</c:v>
                </c:pt>
                <c:pt idx="228">
                  <c:v>111</c:v>
                </c:pt>
                <c:pt idx="229">
                  <c:v>129</c:v>
                </c:pt>
                <c:pt idx="230">
                  <c:v>105</c:v>
                </c:pt>
                <c:pt idx="231">
                  <c:v>111</c:v>
                </c:pt>
                <c:pt idx="232">
                  <c:v>101</c:v>
                </c:pt>
                <c:pt idx="233">
                  <c:v>112</c:v>
                </c:pt>
                <c:pt idx="234">
                  <c:v>118</c:v>
                </c:pt>
                <c:pt idx="235">
                  <c:v>126</c:v>
                </c:pt>
                <c:pt idx="236">
                  <c:v>103</c:v>
                </c:pt>
                <c:pt idx="237">
                  <c:v>110</c:v>
                </c:pt>
                <c:pt idx="238">
                  <c:v>110</c:v>
                </c:pt>
                <c:pt idx="239">
                  <c:v>108</c:v>
                </c:pt>
                <c:pt idx="240">
                  <c:v>118</c:v>
                </c:pt>
                <c:pt idx="241">
                  <c:v>137</c:v>
                </c:pt>
                <c:pt idx="242">
                  <c:v>103</c:v>
                </c:pt>
                <c:pt idx="243">
                  <c:v>105</c:v>
                </c:pt>
                <c:pt idx="244">
                  <c:v>107</c:v>
                </c:pt>
                <c:pt idx="245">
                  <c:v>96</c:v>
                </c:pt>
                <c:pt idx="246">
                  <c:v>111</c:v>
                </c:pt>
                <c:pt idx="247">
                  <c:v>100</c:v>
                </c:pt>
                <c:pt idx="248">
                  <c:v>119</c:v>
                </c:pt>
                <c:pt idx="249">
                  <c:v>82</c:v>
                </c:pt>
                <c:pt idx="250">
                  <c:v>101</c:v>
                </c:pt>
                <c:pt idx="251">
                  <c:v>117</c:v>
                </c:pt>
                <c:pt idx="252">
                  <c:v>118</c:v>
                </c:pt>
                <c:pt idx="253">
                  <c:v>107</c:v>
                </c:pt>
                <c:pt idx="254">
                  <c:v>92</c:v>
                </c:pt>
                <c:pt idx="255">
                  <c:v>96</c:v>
                </c:pt>
                <c:pt idx="256">
                  <c:v>105</c:v>
                </c:pt>
                <c:pt idx="257">
                  <c:v>115</c:v>
                </c:pt>
                <c:pt idx="258">
                  <c:v>120</c:v>
                </c:pt>
                <c:pt idx="259">
                  <c:v>112</c:v>
                </c:pt>
                <c:pt idx="260">
                  <c:v>92</c:v>
                </c:pt>
                <c:pt idx="261">
                  <c:v>113</c:v>
                </c:pt>
                <c:pt idx="262">
                  <c:v>126</c:v>
                </c:pt>
                <c:pt idx="263">
                  <c:v>99</c:v>
                </c:pt>
                <c:pt idx="264">
                  <c:v>123</c:v>
                </c:pt>
                <c:pt idx="265">
                  <c:v>114</c:v>
                </c:pt>
                <c:pt idx="266">
                  <c:v>111</c:v>
                </c:pt>
                <c:pt idx="267">
                  <c:v>111</c:v>
                </c:pt>
                <c:pt idx="268">
                  <c:v>105</c:v>
                </c:pt>
                <c:pt idx="269">
                  <c:v>119</c:v>
                </c:pt>
                <c:pt idx="270">
                  <c:v>90</c:v>
                </c:pt>
                <c:pt idx="271">
                  <c:v>114</c:v>
                </c:pt>
                <c:pt idx="272">
                  <c:v>112</c:v>
                </c:pt>
                <c:pt idx="273">
                  <c:v>94</c:v>
                </c:pt>
                <c:pt idx="274">
                  <c:v>99</c:v>
                </c:pt>
                <c:pt idx="275">
                  <c:v>99</c:v>
                </c:pt>
                <c:pt idx="276">
                  <c:v>101</c:v>
                </c:pt>
                <c:pt idx="277">
                  <c:v>116</c:v>
                </c:pt>
                <c:pt idx="278">
                  <c:v>107</c:v>
                </c:pt>
                <c:pt idx="279">
                  <c:v>102</c:v>
                </c:pt>
                <c:pt idx="280">
                  <c:v>115</c:v>
                </c:pt>
                <c:pt idx="281">
                  <c:v>93</c:v>
                </c:pt>
                <c:pt idx="282">
                  <c:v>116</c:v>
                </c:pt>
                <c:pt idx="283">
                  <c:v>104</c:v>
                </c:pt>
                <c:pt idx="284">
                  <c:v>114</c:v>
                </c:pt>
                <c:pt idx="285">
                  <c:v>106</c:v>
                </c:pt>
                <c:pt idx="286">
                  <c:v>103</c:v>
                </c:pt>
                <c:pt idx="287">
                  <c:v>128</c:v>
                </c:pt>
                <c:pt idx="288">
                  <c:v>106</c:v>
                </c:pt>
                <c:pt idx="289">
                  <c:v>107</c:v>
                </c:pt>
                <c:pt idx="290">
                  <c:v>86</c:v>
                </c:pt>
                <c:pt idx="291">
                  <c:v>126</c:v>
                </c:pt>
                <c:pt idx="292">
                  <c:v>109</c:v>
                </c:pt>
                <c:pt idx="293">
                  <c:v>100</c:v>
                </c:pt>
                <c:pt idx="294">
                  <c:v>107</c:v>
                </c:pt>
                <c:pt idx="295">
                  <c:v>95</c:v>
                </c:pt>
                <c:pt idx="296">
                  <c:v>113</c:v>
                </c:pt>
                <c:pt idx="297">
                  <c:v>121</c:v>
                </c:pt>
                <c:pt idx="298">
                  <c:v>128</c:v>
                </c:pt>
                <c:pt idx="299">
                  <c:v>79</c:v>
                </c:pt>
                <c:pt idx="300">
                  <c:v>109</c:v>
                </c:pt>
                <c:pt idx="301">
                  <c:v>102</c:v>
                </c:pt>
                <c:pt idx="302">
                  <c:v>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B84-45F7-B473-E2D348A942B0}"/>
            </c:ext>
          </c:extLst>
        </c:ser>
        <c:ser>
          <c:idx val="3"/>
          <c:order val="3"/>
          <c:tx>
            <c:strRef>
              <c:f>'Approval Problem'!$E$4:$E$6</c:f>
              <c:strCache>
                <c:ptCount val="1"/>
                <c:pt idx="0">
                  <c:v>Success - Average of Latency (ms)</c:v>
                </c:pt>
              </c:strCache>
            </c:strRef>
          </c:tx>
          <c:spPr>
            <a:ln w="28575" cap="rnd">
              <a:solidFill>
                <a:schemeClr val="tx2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'Approval Problem'!$A$7:$A$310</c:f>
              <c:strCache>
                <c:ptCount val="303"/>
                <c:pt idx="0">
                  <c:v>01-Jan</c:v>
                </c:pt>
                <c:pt idx="1">
                  <c:v>02-Jan</c:v>
                </c:pt>
                <c:pt idx="2">
                  <c:v>03-Jan</c:v>
                </c:pt>
                <c:pt idx="3">
                  <c:v>04-Jan</c:v>
                </c:pt>
                <c:pt idx="4">
                  <c:v>05-Jan</c:v>
                </c:pt>
                <c:pt idx="5">
                  <c:v>06-Jan</c:v>
                </c:pt>
                <c:pt idx="6">
                  <c:v>07-Jan</c:v>
                </c:pt>
                <c:pt idx="7">
                  <c:v>08-Jan</c:v>
                </c:pt>
                <c:pt idx="8">
                  <c:v>09-Jan</c:v>
                </c:pt>
                <c:pt idx="9">
                  <c:v>10-Jan</c:v>
                </c:pt>
                <c:pt idx="10">
                  <c:v>11-Jan</c:v>
                </c:pt>
                <c:pt idx="11">
                  <c:v>12-Jan</c:v>
                </c:pt>
                <c:pt idx="12">
                  <c:v>13-Jan</c:v>
                </c:pt>
                <c:pt idx="13">
                  <c:v>14-Jan</c:v>
                </c:pt>
                <c:pt idx="14">
                  <c:v>15-Jan</c:v>
                </c:pt>
                <c:pt idx="15">
                  <c:v>16-Jan</c:v>
                </c:pt>
                <c:pt idx="16">
                  <c:v>17-Jan</c:v>
                </c:pt>
                <c:pt idx="17">
                  <c:v>18-Jan</c:v>
                </c:pt>
                <c:pt idx="18">
                  <c:v>19-Jan</c:v>
                </c:pt>
                <c:pt idx="19">
                  <c:v>20-Jan</c:v>
                </c:pt>
                <c:pt idx="20">
                  <c:v>21-Jan</c:v>
                </c:pt>
                <c:pt idx="21">
                  <c:v>22-Jan</c:v>
                </c:pt>
                <c:pt idx="22">
                  <c:v>23-Jan</c:v>
                </c:pt>
                <c:pt idx="23">
                  <c:v>24-Jan</c:v>
                </c:pt>
                <c:pt idx="24">
                  <c:v>25-Jan</c:v>
                </c:pt>
                <c:pt idx="25">
                  <c:v>26-Jan</c:v>
                </c:pt>
                <c:pt idx="26">
                  <c:v>27-Jan</c:v>
                </c:pt>
                <c:pt idx="27">
                  <c:v>28-Jan</c:v>
                </c:pt>
                <c:pt idx="28">
                  <c:v>29-Jan</c:v>
                </c:pt>
                <c:pt idx="29">
                  <c:v>30-Jan</c:v>
                </c:pt>
                <c:pt idx="30">
                  <c:v>31-Jan</c:v>
                </c:pt>
                <c:pt idx="31">
                  <c:v>01-Feb</c:v>
                </c:pt>
                <c:pt idx="32">
                  <c:v>02-Feb</c:v>
                </c:pt>
                <c:pt idx="33">
                  <c:v>03-Feb</c:v>
                </c:pt>
                <c:pt idx="34">
                  <c:v>04-Feb</c:v>
                </c:pt>
                <c:pt idx="35">
                  <c:v>05-Feb</c:v>
                </c:pt>
                <c:pt idx="36">
                  <c:v>06-Feb</c:v>
                </c:pt>
                <c:pt idx="37">
                  <c:v>07-Feb</c:v>
                </c:pt>
                <c:pt idx="38">
                  <c:v>08-Feb</c:v>
                </c:pt>
                <c:pt idx="39">
                  <c:v>09-Feb</c:v>
                </c:pt>
                <c:pt idx="40">
                  <c:v>10-Feb</c:v>
                </c:pt>
                <c:pt idx="41">
                  <c:v>11-Feb</c:v>
                </c:pt>
                <c:pt idx="42">
                  <c:v>12-Feb</c:v>
                </c:pt>
                <c:pt idx="43">
                  <c:v>13-Feb</c:v>
                </c:pt>
                <c:pt idx="44">
                  <c:v>14-Feb</c:v>
                </c:pt>
                <c:pt idx="45">
                  <c:v>15-Feb</c:v>
                </c:pt>
                <c:pt idx="46">
                  <c:v>16-Feb</c:v>
                </c:pt>
                <c:pt idx="47">
                  <c:v>17-Feb</c:v>
                </c:pt>
                <c:pt idx="48">
                  <c:v>18-Feb</c:v>
                </c:pt>
                <c:pt idx="49">
                  <c:v>19-Feb</c:v>
                </c:pt>
                <c:pt idx="50">
                  <c:v>20-Feb</c:v>
                </c:pt>
                <c:pt idx="51">
                  <c:v>21-Feb</c:v>
                </c:pt>
                <c:pt idx="52">
                  <c:v>22-Feb</c:v>
                </c:pt>
                <c:pt idx="53">
                  <c:v>23-Feb</c:v>
                </c:pt>
                <c:pt idx="54">
                  <c:v>24-Feb</c:v>
                </c:pt>
                <c:pt idx="55">
                  <c:v>25-Feb</c:v>
                </c:pt>
                <c:pt idx="56">
                  <c:v>26-Feb</c:v>
                </c:pt>
                <c:pt idx="57">
                  <c:v>27-Feb</c:v>
                </c:pt>
                <c:pt idx="58">
                  <c:v>28-Feb</c:v>
                </c:pt>
                <c:pt idx="59">
                  <c:v>01-Mar</c:v>
                </c:pt>
                <c:pt idx="60">
                  <c:v>02-Mar</c:v>
                </c:pt>
                <c:pt idx="61">
                  <c:v>03-Mar</c:v>
                </c:pt>
                <c:pt idx="62">
                  <c:v>04-Mar</c:v>
                </c:pt>
                <c:pt idx="63">
                  <c:v>05-Mar</c:v>
                </c:pt>
                <c:pt idx="64">
                  <c:v>06-Mar</c:v>
                </c:pt>
                <c:pt idx="65">
                  <c:v>07-Mar</c:v>
                </c:pt>
                <c:pt idx="66">
                  <c:v>08-Mar</c:v>
                </c:pt>
                <c:pt idx="67">
                  <c:v>09-Mar</c:v>
                </c:pt>
                <c:pt idx="68">
                  <c:v>10-Mar</c:v>
                </c:pt>
                <c:pt idx="69">
                  <c:v>11-Mar</c:v>
                </c:pt>
                <c:pt idx="70">
                  <c:v>12-Mar</c:v>
                </c:pt>
                <c:pt idx="71">
                  <c:v>13-Mar</c:v>
                </c:pt>
                <c:pt idx="72">
                  <c:v>14-Mar</c:v>
                </c:pt>
                <c:pt idx="73">
                  <c:v>15-Mar</c:v>
                </c:pt>
                <c:pt idx="74">
                  <c:v>16-Mar</c:v>
                </c:pt>
                <c:pt idx="75">
                  <c:v>17-Mar</c:v>
                </c:pt>
                <c:pt idx="76">
                  <c:v>18-Mar</c:v>
                </c:pt>
                <c:pt idx="77">
                  <c:v>19-Mar</c:v>
                </c:pt>
                <c:pt idx="78">
                  <c:v>20-Mar</c:v>
                </c:pt>
                <c:pt idx="79">
                  <c:v>21-Mar</c:v>
                </c:pt>
                <c:pt idx="80">
                  <c:v>22-Mar</c:v>
                </c:pt>
                <c:pt idx="81">
                  <c:v>23-Mar</c:v>
                </c:pt>
                <c:pt idx="82">
                  <c:v>24-Mar</c:v>
                </c:pt>
                <c:pt idx="83">
                  <c:v>25-Mar</c:v>
                </c:pt>
                <c:pt idx="84">
                  <c:v>26-Mar</c:v>
                </c:pt>
                <c:pt idx="85">
                  <c:v>27-Mar</c:v>
                </c:pt>
                <c:pt idx="86">
                  <c:v>28-Mar</c:v>
                </c:pt>
                <c:pt idx="87">
                  <c:v>29-Mar</c:v>
                </c:pt>
                <c:pt idx="88">
                  <c:v>30-Mar</c:v>
                </c:pt>
                <c:pt idx="89">
                  <c:v>31-Mar</c:v>
                </c:pt>
                <c:pt idx="90">
                  <c:v>01-Apr</c:v>
                </c:pt>
                <c:pt idx="91">
                  <c:v>02-Apr</c:v>
                </c:pt>
                <c:pt idx="92">
                  <c:v>03-Apr</c:v>
                </c:pt>
                <c:pt idx="93">
                  <c:v>04-Apr</c:v>
                </c:pt>
                <c:pt idx="94">
                  <c:v>05-Apr</c:v>
                </c:pt>
                <c:pt idx="95">
                  <c:v>06-Apr</c:v>
                </c:pt>
                <c:pt idx="96">
                  <c:v>07-Apr</c:v>
                </c:pt>
                <c:pt idx="97">
                  <c:v>08-Apr</c:v>
                </c:pt>
                <c:pt idx="98">
                  <c:v>09-Apr</c:v>
                </c:pt>
                <c:pt idx="99">
                  <c:v>10-Apr</c:v>
                </c:pt>
                <c:pt idx="100">
                  <c:v>11-Apr</c:v>
                </c:pt>
                <c:pt idx="101">
                  <c:v>12-Apr</c:v>
                </c:pt>
                <c:pt idx="102">
                  <c:v>13-Apr</c:v>
                </c:pt>
                <c:pt idx="103">
                  <c:v>14-Apr</c:v>
                </c:pt>
                <c:pt idx="104">
                  <c:v>15-Apr</c:v>
                </c:pt>
                <c:pt idx="105">
                  <c:v>16-Apr</c:v>
                </c:pt>
                <c:pt idx="106">
                  <c:v>17-Apr</c:v>
                </c:pt>
                <c:pt idx="107">
                  <c:v>18-Apr</c:v>
                </c:pt>
                <c:pt idx="108">
                  <c:v>19-Apr</c:v>
                </c:pt>
                <c:pt idx="109">
                  <c:v>20-Apr</c:v>
                </c:pt>
                <c:pt idx="110">
                  <c:v>21-Apr</c:v>
                </c:pt>
                <c:pt idx="111">
                  <c:v>22-Apr</c:v>
                </c:pt>
                <c:pt idx="112">
                  <c:v>23-Apr</c:v>
                </c:pt>
                <c:pt idx="113">
                  <c:v>24-Apr</c:v>
                </c:pt>
                <c:pt idx="114">
                  <c:v>25-Apr</c:v>
                </c:pt>
                <c:pt idx="115">
                  <c:v>26-Apr</c:v>
                </c:pt>
                <c:pt idx="116">
                  <c:v>27-Apr</c:v>
                </c:pt>
                <c:pt idx="117">
                  <c:v>28-Apr</c:v>
                </c:pt>
                <c:pt idx="118">
                  <c:v>29-Apr</c:v>
                </c:pt>
                <c:pt idx="119">
                  <c:v>30-Apr</c:v>
                </c:pt>
                <c:pt idx="120">
                  <c:v>01-May</c:v>
                </c:pt>
                <c:pt idx="121">
                  <c:v>02-May</c:v>
                </c:pt>
                <c:pt idx="122">
                  <c:v>03-May</c:v>
                </c:pt>
                <c:pt idx="123">
                  <c:v>04-May</c:v>
                </c:pt>
                <c:pt idx="124">
                  <c:v>05-May</c:v>
                </c:pt>
                <c:pt idx="125">
                  <c:v>06-May</c:v>
                </c:pt>
                <c:pt idx="126">
                  <c:v>07-May</c:v>
                </c:pt>
                <c:pt idx="127">
                  <c:v>08-May</c:v>
                </c:pt>
                <c:pt idx="128">
                  <c:v>09-May</c:v>
                </c:pt>
                <c:pt idx="129">
                  <c:v>10-May</c:v>
                </c:pt>
                <c:pt idx="130">
                  <c:v>11-May</c:v>
                </c:pt>
                <c:pt idx="131">
                  <c:v>12-May</c:v>
                </c:pt>
                <c:pt idx="132">
                  <c:v>13-May</c:v>
                </c:pt>
                <c:pt idx="133">
                  <c:v>14-May</c:v>
                </c:pt>
                <c:pt idx="134">
                  <c:v>15-May</c:v>
                </c:pt>
                <c:pt idx="135">
                  <c:v>16-May</c:v>
                </c:pt>
                <c:pt idx="136">
                  <c:v>17-May</c:v>
                </c:pt>
                <c:pt idx="137">
                  <c:v>18-May</c:v>
                </c:pt>
                <c:pt idx="138">
                  <c:v>19-May</c:v>
                </c:pt>
                <c:pt idx="139">
                  <c:v>20-May</c:v>
                </c:pt>
                <c:pt idx="140">
                  <c:v>21-May</c:v>
                </c:pt>
                <c:pt idx="141">
                  <c:v>22-May</c:v>
                </c:pt>
                <c:pt idx="142">
                  <c:v>23-May</c:v>
                </c:pt>
                <c:pt idx="143">
                  <c:v>24-May</c:v>
                </c:pt>
                <c:pt idx="144">
                  <c:v>25-May</c:v>
                </c:pt>
                <c:pt idx="145">
                  <c:v>26-May</c:v>
                </c:pt>
                <c:pt idx="146">
                  <c:v>27-May</c:v>
                </c:pt>
                <c:pt idx="147">
                  <c:v>28-May</c:v>
                </c:pt>
                <c:pt idx="148">
                  <c:v>29-May</c:v>
                </c:pt>
                <c:pt idx="149">
                  <c:v>30-May</c:v>
                </c:pt>
                <c:pt idx="150">
                  <c:v>31-May</c:v>
                </c:pt>
                <c:pt idx="151">
                  <c:v>01-Jun</c:v>
                </c:pt>
                <c:pt idx="152">
                  <c:v>02-Jun</c:v>
                </c:pt>
                <c:pt idx="153">
                  <c:v>03-Jun</c:v>
                </c:pt>
                <c:pt idx="154">
                  <c:v>04-Jun</c:v>
                </c:pt>
                <c:pt idx="155">
                  <c:v>05-Jun</c:v>
                </c:pt>
                <c:pt idx="156">
                  <c:v>06-Jun</c:v>
                </c:pt>
                <c:pt idx="157">
                  <c:v>07-Jun</c:v>
                </c:pt>
                <c:pt idx="158">
                  <c:v>08-Jun</c:v>
                </c:pt>
                <c:pt idx="159">
                  <c:v>09-Jun</c:v>
                </c:pt>
                <c:pt idx="160">
                  <c:v>10-Jun</c:v>
                </c:pt>
                <c:pt idx="161">
                  <c:v>11-Jun</c:v>
                </c:pt>
                <c:pt idx="162">
                  <c:v>12-Jun</c:v>
                </c:pt>
                <c:pt idx="163">
                  <c:v>13-Jun</c:v>
                </c:pt>
                <c:pt idx="164">
                  <c:v>14-Jun</c:v>
                </c:pt>
                <c:pt idx="165">
                  <c:v>15-Jun</c:v>
                </c:pt>
                <c:pt idx="166">
                  <c:v>16-Jun</c:v>
                </c:pt>
                <c:pt idx="167">
                  <c:v>17-Jun</c:v>
                </c:pt>
                <c:pt idx="168">
                  <c:v>18-Jun</c:v>
                </c:pt>
                <c:pt idx="169">
                  <c:v>19-Jun</c:v>
                </c:pt>
                <c:pt idx="170">
                  <c:v>20-Jun</c:v>
                </c:pt>
                <c:pt idx="171">
                  <c:v>21-Jun</c:v>
                </c:pt>
                <c:pt idx="172">
                  <c:v>22-Jun</c:v>
                </c:pt>
                <c:pt idx="173">
                  <c:v>23-Jun</c:v>
                </c:pt>
                <c:pt idx="174">
                  <c:v>24-Jun</c:v>
                </c:pt>
                <c:pt idx="175">
                  <c:v>25-Jun</c:v>
                </c:pt>
                <c:pt idx="176">
                  <c:v>26-Jun</c:v>
                </c:pt>
                <c:pt idx="177">
                  <c:v>27-Jun</c:v>
                </c:pt>
                <c:pt idx="178">
                  <c:v>28-Jun</c:v>
                </c:pt>
                <c:pt idx="179">
                  <c:v>29-Jun</c:v>
                </c:pt>
                <c:pt idx="180">
                  <c:v>30-Jun</c:v>
                </c:pt>
                <c:pt idx="181">
                  <c:v>01-Jul</c:v>
                </c:pt>
                <c:pt idx="182">
                  <c:v>02-Jul</c:v>
                </c:pt>
                <c:pt idx="183">
                  <c:v>03-Jul</c:v>
                </c:pt>
                <c:pt idx="184">
                  <c:v>04-Jul</c:v>
                </c:pt>
                <c:pt idx="185">
                  <c:v>05-Jul</c:v>
                </c:pt>
                <c:pt idx="186">
                  <c:v>06-Jul</c:v>
                </c:pt>
                <c:pt idx="187">
                  <c:v>07-Jul</c:v>
                </c:pt>
                <c:pt idx="188">
                  <c:v>08-Jul</c:v>
                </c:pt>
                <c:pt idx="189">
                  <c:v>09-Jul</c:v>
                </c:pt>
                <c:pt idx="190">
                  <c:v>10-Jul</c:v>
                </c:pt>
                <c:pt idx="191">
                  <c:v>11-Jul</c:v>
                </c:pt>
                <c:pt idx="192">
                  <c:v>12-Jul</c:v>
                </c:pt>
                <c:pt idx="193">
                  <c:v>13-Jul</c:v>
                </c:pt>
                <c:pt idx="194">
                  <c:v>14-Jul</c:v>
                </c:pt>
                <c:pt idx="195">
                  <c:v>15-Jul</c:v>
                </c:pt>
                <c:pt idx="196">
                  <c:v>16-Jul</c:v>
                </c:pt>
                <c:pt idx="197">
                  <c:v>17-Jul</c:v>
                </c:pt>
                <c:pt idx="198">
                  <c:v>18-Jul</c:v>
                </c:pt>
                <c:pt idx="199">
                  <c:v>19-Jul</c:v>
                </c:pt>
                <c:pt idx="200">
                  <c:v>20-Jul</c:v>
                </c:pt>
                <c:pt idx="201">
                  <c:v>21-Jul</c:v>
                </c:pt>
                <c:pt idx="202">
                  <c:v>22-Jul</c:v>
                </c:pt>
                <c:pt idx="203">
                  <c:v>23-Jul</c:v>
                </c:pt>
                <c:pt idx="204">
                  <c:v>24-Jul</c:v>
                </c:pt>
                <c:pt idx="205">
                  <c:v>25-Jul</c:v>
                </c:pt>
                <c:pt idx="206">
                  <c:v>26-Jul</c:v>
                </c:pt>
                <c:pt idx="207">
                  <c:v>27-Jul</c:v>
                </c:pt>
                <c:pt idx="208">
                  <c:v>28-Jul</c:v>
                </c:pt>
                <c:pt idx="209">
                  <c:v>29-Jul</c:v>
                </c:pt>
                <c:pt idx="210">
                  <c:v>30-Jul</c:v>
                </c:pt>
                <c:pt idx="211">
                  <c:v>31-Jul</c:v>
                </c:pt>
                <c:pt idx="212">
                  <c:v>01-Aug</c:v>
                </c:pt>
                <c:pt idx="213">
                  <c:v>02-Aug</c:v>
                </c:pt>
                <c:pt idx="214">
                  <c:v>03-Aug</c:v>
                </c:pt>
                <c:pt idx="215">
                  <c:v>04-Aug</c:v>
                </c:pt>
                <c:pt idx="216">
                  <c:v>05-Aug</c:v>
                </c:pt>
                <c:pt idx="217">
                  <c:v>06-Aug</c:v>
                </c:pt>
                <c:pt idx="218">
                  <c:v>07-Aug</c:v>
                </c:pt>
                <c:pt idx="219">
                  <c:v>08-Aug</c:v>
                </c:pt>
                <c:pt idx="220">
                  <c:v>09-Aug</c:v>
                </c:pt>
                <c:pt idx="221">
                  <c:v>10-Aug</c:v>
                </c:pt>
                <c:pt idx="222">
                  <c:v>11-Aug</c:v>
                </c:pt>
                <c:pt idx="223">
                  <c:v>12-Aug</c:v>
                </c:pt>
                <c:pt idx="224">
                  <c:v>13-Aug</c:v>
                </c:pt>
                <c:pt idx="225">
                  <c:v>14-Aug</c:v>
                </c:pt>
                <c:pt idx="226">
                  <c:v>15-Aug</c:v>
                </c:pt>
                <c:pt idx="227">
                  <c:v>16-Aug</c:v>
                </c:pt>
                <c:pt idx="228">
                  <c:v>17-Aug</c:v>
                </c:pt>
                <c:pt idx="229">
                  <c:v>18-Aug</c:v>
                </c:pt>
                <c:pt idx="230">
                  <c:v>19-Aug</c:v>
                </c:pt>
                <c:pt idx="231">
                  <c:v>20-Aug</c:v>
                </c:pt>
                <c:pt idx="232">
                  <c:v>21-Aug</c:v>
                </c:pt>
                <c:pt idx="233">
                  <c:v>22-Aug</c:v>
                </c:pt>
                <c:pt idx="234">
                  <c:v>23-Aug</c:v>
                </c:pt>
                <c:pt idx="235">
                  <c:v>24-Aug</c:v>
                </c:pt>
                <c:pt idx="236">
                  <c:v>25-Aug</c:v>
                </c:pt>
                <c:pt idx="237">
                  <c:v>26-Aug</c:v>
                </c:pt>
                <c:pt idx="238">
                  <c:v>27-Aug</c:v>
                </c:pt>
                <c:pt idx="239">
                  <c:v>28-Aug</c:v>
                </c:pt>
                <c:pt idx="240">
                  <c:v>29-Aug</c:v>
                </c:pt>
                <c:pt idx="241">
                  <c:v>30-Aug</c:v>
                </c:pt>
                <c:pt idx="242">
                  <c:v>31-Aug</c:v>
                </c:pt>
                <c:pt idx="243">
                  <c:v>01-Sep</c:v>
                </c:pt>
                <c:pt idx="244">
                  <c:v>02-Sep</c:v>
                </c:pt>
                <c:pt idx="245">
                  <c:v>03-Sep</c:v>
                </c:pt>
                <c:pt idx="246">
                  <c:v>04-Sep</c:v>
                </c:pt>
                <c:pt idx="247">
                  <c:v>05-Sep</c:v>
                </c:pt>
                <c:pt idx="248">
                  <c:v>06-Sep</c:v>
                </c:pt>
                <c:pt idx="249">
                  <c:v>07-Sep</c:v>
                </c:pt>
                <c:pt idx="250">
                  <c:v>08-Sep</c:v>
                </c:pt>
                <c:pt idx="251">
                  <c:v>09-Sep</c:v>
                </c:pt>
                <c:pt idx="252">
                  <c:v>10-Sep</c:v>
                </c:pt>
                <c:pt idx="253">
                  <c:v>11-Sep</c:v>
                </c:pt>
                <c:pt idx="254">
                  <c:v>12-Sep</c:v>
                </c:pt>
                <c:pt idx="255">
                  <c:v>13-Sep</c:v>
                </c:pt>
                <c:pt idx="256">
                  <c:v>14-Sep</c:v>
                </c:pt>
                <c:pt idx="257">
                  <c:v>15-Sep</c:v>
                </c:pt>
                <c:pt idx="258">
                  <c:v>16-Sep</c:v>
                </c:pt>
                <c:pt idx="259">
                  <c:v>17-Sep</c:v>
                </c:pt>
                <c:pt idx="260">
                  <c:v>18-Sep</c:v>
                </c:pt>
                <c:pt idx="261">
                  <c:v>19-Sep</c:v>
                </c:pt>
                <c:pt idx="262">
                  <c:v>20-Sep</c:v>
                </c:pt>
                <c:pt idx="263">
                  <c:v>21-Sep</c:v>
                </c:pt>
                <c:pt idx="264">
                  <c:v>22-Sep</c:v>
                </c:pt>
                <c:pt idx="265">
                  <c:v>23-Sep</c:v>
                </c:pt>
                <c:pt idx="266">
                  <c:v>24-Sep</c:v>
                </c:pt>
                <c:pt idx="267">
                  <c:v>25-Sep</c:v>
                </c:pt>
                <c:pt idx="268">
                  <c:v>26-Sep</c:v>
                </c:pt>
                <c:pt idx="269">
                  <c:v>27-Sep</c:v>
                </c:pt>
                <c:pt idx="270">
                  <c:v>28-Sep</c:v>
                </c:pt>
                <c:pt idx="271">
                  <c:v>29-Sep</c:v>
                </c:pt>
                <c:pt idx="272">
                  <c:v>30-Sep</c:v>
                </c:pt>
                <c:pt idx="273">
                  <c:v>01-Oct</c:v>
                </c:pt>
                <c:pt idx="274">
                  <c:v>02-Oct</c:v>
                </c:pt>
                <c:pt idx="275">
                  <c:v>03-Oct</c:v>
                </c:pt>
                <c:pt idx="276">
                  <c:v>04-Oct</c:v>
                </c:pt>
                <c:pt idx="277">
                  <c:v>05-Oct</c:v>
                </c:pt>
                <c:pt idx="278">
                  <c:v>06-Oct</c:v>
                </c:pt>
                <c:pt idx="279">
                  <c:v>07-Oct</c:v>
                </c:pt>
                <c:pt idx="280">
                  <c:v>08-Oct</c:v>
                </c:pt>
                <c:pt idx="281">
                  <c:v>09-Oct</c:v>
                </c:pt>
                <c:pt idx="282">
                  <c:v>10-Oct</c:v>
                </c:pt>
                <c:pt idx="283">
                  <c:v>11-Oct</c:v>
                </c:pt>
                <c:pt idx="284">
                  <c:v>12-Oct</c:v>
                </c:pt>
                <c:pt idx="285">
                  <c:v>13-Oct</c:v>
                </c:pt>
                <c:pt idx="286">
                  <c:v>14-Oct</c:v>
                </c:pt>
                <c:pt idx="287">
                  <c:v>15-Oct</c:v>
                </c:pt>
                <c:pt idx="288">
                  <c:v>16-Oct</c:v>
                </c:pt>
                <c:pt idx="289">
                  <c:v>17-Oct</c:v>
                </c:pt>
                <c:pt idx="290">
                  <c:v>18-Oct</c:v>
                </c:pt>
                <c:pt idx="291">
                  <c:v>19-Oct</c:v>
                </c:pt>
                <c:pt idx="292">
                  <c:v>20-Oct</c:v>
                </c:pt>
                <c:pt idx="293">
                  <c:v>21-Oct</c:v>
                </c:pt>
                <c:pt idx="294">
                  <c:v>22-Oct</c:v>
                </c:pt>
                <c:pt idx="295">
                  <c:v>23-Oct</c:v>
                </c:pt>
                <c:pt idx="296">
                  <c:v>24-Oct</c:v>
                </c:pt>
                <c:pt idx="297">
                  <c:v>25-Oct</c:v>
                </c:pt>
                <c:pt idx="298">
                  <c:v>26-Oct</c:v>
                </c:pt>
                <c:pt idx="299">
                  <c:v>27-Oct</c:v>
                </c:pt>
                <c:pt idx="300">
                  <c:v>28-Oct</c:v>
                </c:pt>
                <c:pt idx="301">
                  <c:v>29-Oct</c:v>
                </c:pt>
                <c:pt idx="302">
                  <c:v>30-Oct</c:v>
                </c:pt>
              </c:strCache>
            </c:strRef>
          </c:cat>
          <c:val>
            <c:numRef>
              <c:f>'Approval Problem'!$E$7:$E$310</c:f>
              <c:numCache>
                <c:formatCode>General</c:formatCode>
                <c:ptCount val="303"/>
                <c:pt idx="0">
                  <c:v>76.508474576271183</c:v>
                </c:pt>
                <c:pt idx="1">
                  <c:v>72.016806722689083</c:v>
                </c:pt>
                <c:pt idx="2">
                  <c:v>70.649122807017548</c:v>
                </c:pt>
                <c:pt idx="3">
                  <c:v>76.357894736842098</c:v>
                </c:pt>
                <c:pt idx="4">
                  <c:v>72.664000000000001</c:v>
                </c:pt>
                <c:pt idx="5">
                  <c:v>82.511627906976742</c:v>
                </c:pt>
                <c:pt idx="6">
                  <c:v>77.36666666666666</c:v>
                </c:pt>
                <c:pt idx="7">
                  <c:v>87.166666666666671</c:v>
                </c:pt>
                <c:pt idx="8">
                  <c:v>79.086956521739125</c:v>
                </c:pt>
                <c:pt idx="9">
                  <c:v>82.615384615384613</c:v>
                </c:pt>
                <c:pt idx="10">
                  <c:v>75.257731958762889</c:v>
                </c:pt>
                <c:pt idx="11">
                  <c:v>71.850877192982452</c:v>
                </c:pt>
                <c:pt idx="12">
                  <c:v>78.795918367346943</c:v>
                </c:pt>
                <c:pt idx="13">
                  <c:v>82.215517241379317</c:v>
                </c:pt>
                <c:pt idx="14">
                  <c:v>74.059405940594061</c:v>
                </c:pt>
                <c:pt idx="15">
                  <c:v>74.599999999999994</c:v>
                </c:pt>
                <c:pt idx="16">
                  <c:v>70.795918367346943</c:v>
                </c:pt>
                <c:pt idx="17">
                  <c:v>79.27956989247312</c:v>
                </c:pt>
                <c:pt idx="18">
                  <c:v>85.669902912621353</c:v>
                </c:pt>
                <c:pt idx="19">
                  <c:v>82.32231404958678</c:v>
                </c:pt>
                <c:pt idx="20">
                  <c:v>72.656862745098039</c:v>
                </c:pt>
                <c:pt idx="21">
                  <c:v>74.770114942528735</c:v>
                </c:pt>
                <c:pt idx="22">
                  <c:v>74.628099173553721</c:v>
                </c:pt>
                <c:pt idx="23">
                  <c:v>78.366972477064223</c:v>
                </c:pt>
                <c:pt idx="24">
                  <c:v>82.67326732673267</c:v>
                </c:pt>
                <c:pt idx="25">
                  <c:v>83.112149532710276</c:v>
                </c:pt>
                <c:pt idx="26">
                  <c:v>82.707070707070713</c:v>
                </c:pt>
                <c:pt idx="27">
                  <c:v>83.283018867924525</c:v>
                </c:pt>
                <c:pt idx="28">
                  <c:v>80.058823529411768</c:v>
                </c:pt>
                <c:pt idx="29">
                  <c:v>73.729166666666671</c:v>
                </c:pt>
                <c:pt idx="30">
                  <c:v>73.861111111111114</c:v>
                </c:pt>
                <c:pt idx="31">
                  <c:v>73.57692307692308</c:v>
                </c:pt>
                <c:pt idx="32">
                  <c:v>67.830357142857139</c:v>
                </c:pt>
                <c:pt idx="33">
                  <c:v>75.649572649572647</c:v>
                </c:pt>
                <c:pt idx="34">
                  <c:v>74.893805309734518</c:v>
                </c:pt>
                <c:pt idx="35">
                  <c:v>72.739999999999995</c:v>
                </c:pt>
                <c:pt idx="36">
                  <c:v>74.9304347826087</c:v>
                </c:pt>
                <c:pt idx="37">
                  <c:v>79.644628099173559</c:v>
                </c:pt>
                <c:pt idx="38">
                  <c:v>80.078431372549019</c:v>
                </c:pt>
                <c:pt idx="39">
                  <c:v>72.567010309278345</c:v>
                </c:pt>
                <c:pt idx="40">
                  <c:v>80.154639175257728</c:v>
                </c:pt>
                <c:pt idx="41">
                  <c:v>75.452631578947361</c:v>
                </c:pt>
                <c:pt idx="42">
                  <c:v>77.910714285714292</c:v>
                </c:pt>
                <c:pt idx="43">
                  <c:v>78.509259259259252</c:v>
                </c:pt>
                <c:pt idx="44">
                  <c:v>79.402061855670098</c:v>
                </c:pt>
                <c:pt idx="45">
                  <c:v>80.519230769230774</c:v>
                </c:pt>
                <c:pt idx="46">
                  <c:v>74.090909090909093</c:v>
                </c:pt>
                <c:pt idx="47">
                  <c:v>78</c:v>
                </c:pt>
                <c:pt idx="48">
                  <c:v>77.291262135922324</c:v>
                </c:pt>
                <c:pt idx="49">
                  <c:v>77.474137931034477</c:v>
                </c:pt>
                <c:pt idx="50">
                  <c:v>72.046728971962622</c:v>
                </c:pt>
                <c:pt idx="51">
                  <c:v>79.677083333333329</c:v>
                </c:pt>
                <c:pt idx="52">
                  <c:v>67.205607476635521</c:v>
                </c:pt>
                <c:pt idx="53">
                  <c:v>76.916666666666671</c:v>
                </c:pt>
                <c:pt idx="54">
                  <c:v>80.099099099099092</c:v>
                </c:pt>
                <c:pt idx="55">
                  <c:v>79.255102040816325</c:v>
                </c:pt>
                <c:pt idx="56">
                  <c:v>72.960396039603964</c:v>
                </c:pt>
                <c:pt idx="57">
                  <c:v>79.575471698113205</c:v>
                </c:pt>
                <c:pt idx="58">
                  <c:v>75.762376237623769</c:v>
                </c:pt>
                <c:pt idx="59">
                  <c:v>72.284552845528452</c:v>
                </c:pt>
                <c:pt idx="60">
                  <c:v>74.131313131313135</c:v>
                </c:pt>
                <c:pt idx="61">
                  <c:v>81.008264462809919</c:v>
                </c:pt>
                <c:pt idx="62">
                  <c:v>77.684210526315795</c:v>
                </c:pt>
                <c:pt idx="63">
                  <c:v>71.036036036036037</c:v>
                </c:pt>
                <c:pt idx="64">
                  <c:v>76.631067961165044</c:v>
                </c:pt>
                <c:pt idx="65">
                  <c:v>75.428571428571431</c:v>
                </c:pt>
                <c:pt idx="66">
                  <c:v>85.97115384615384</c:v>
                </c:pt>
                <c:pt idx="67">
                  <c:v>74.397727272727266</c:v>
                </c:pt>
                <c:pt idx="68">
                  <c:v>76.330188679245282</c:v>
                </c:pt>
                <c:pt idx="69">
                  <c:v>73.701754385964918</c:v>
                </c:pt>
                <c:pt idx="70">
                  <c:v>76.425196850393704</c:v>
                </c:pt>
                <c:pt idx="71">
                  <c:v>73.3</c:v>
                </c:pt>
                <c:pt idx="72">
                  <c:v>78.38095238095238</c:v>
                </c:pt>
                <c:pt idx="73">
                  <c:v>69.071428571428569</c:v>
                </c:pt>
                <c:pt idx="74">
                  <c:v>72.841463414634148</c:v>
                </c:pt>
                <c:pt idx="75">
                  <c:v>76.660377358490564</c:v>
                </c:pt>
                <c:pt idx="76">
                  <c:v>78.286956521739128</c:v>
                </c:pt>
                <c:pt idx="77">
                  <c:v>74.026315789473685</c:v>
                </c:pt>
                <c:pt idx="78">
                  <c:v>84.409090909090907</c:v>
                </c:pt>
                <c:pt idx="79">
                  <c:v>77.233644859813083</c:v>
                </c:pt>
                <c:pt idx="80">
                  <c:v>75.386554621848745</c:v>
                </c:pt>
                <c:pt idx="81">
                  <c:v>72.504347826086956</c:v>
                </c:pt>
                <c:pt idx="82">
                  <c:v>79.599999999999994</c:v>
                </c:pt>
                <c:pt idx="83">
                  <c:v>75.508474576271183</c:v>
                </c:pt>
                <c:pt idx="84">
                  <c:v>77.833333333333329</c:v>
                </c:pt>
                <c:pt idx="85">
                  <c:v>82.67647058823529</c:v>
                </c:pt>
                <c:pt idx="86">
                  <c:v>69.436507936507937</c:v>
                </c:pt>
                <c:pt idx="87">
                  <c:v>76.252631578947373</c:v>
                </c:pt>
                <c:pt idx="88">
                  <c:v>70.216494845360828</c:v>
                </c:pt>
                <c:pt idx="89">
                  <c:v>74.426086956521743</c:v>
                </c:pt>
                <c:pt idx="90">
                  <c:v>82.643564356435647</c:v>
                </c:pt>
                <c:pt idx="91">
                  <c:v>77.616161616161619</c:v>
                </c:pt>
                <c:pt idx="92">
                  <c:v>80.698275862068968</c:v>
                </c:pt>
                <c:pt idx="93">
                  <c:v>72.150000000000006</c:v>
                </c:pt>
                <c:pt idx="94">
                  <c:v>78.877551020408163</c:v>
                </c:pt>
                <c:pt idx="95">
                  <c:v>82.010869565217391</c:v>
                </c:pt>
                <c:pt idx="96">
                  <c:v>77.754385964912274</c:v>
                </c:pt>
                <c:pt idx="97">
                  <c:v>81.965909090909093</c:v>
                </c:pt>
                <c:pt idx="98">
                  <c:v>86.608247422680407</c:v>
                </c:pt>
                <c:pt idx="99">
                  <c:v>80.011904761904759</c:v>
                </c:pt>
                <c:pt idx="100">
                  <c:v>78.824742268041234</c:v>
                </c:pt>
                <c:pt idx="101">
                  <c:v>69.828282828282823</c:v>
                </c:pt>
                <c:pt idx="102">
                  <c:v>78.424778761061944</c:v>
                </c:pt>
                <c:pt idx="103">
                  <c:v>73.442307692307693</c:v>
                </c:pt>
                <c:pt idx="104">
                  <c:v>75.849462365591393</c:v>
                </c:pt>
                <c:pt idx="105">
                  <c:v>78.603773584905667</c:v>
                </c:pt>
                <c:pt idx="106">
                  <c:v>79.333333333333329</c:v>
                </c:pt>
                <c:pt idx="107">
                  <c:v>78.615384615384613</c:v>
                </c:pt>
                <c:pt idx="108">
                  <c:v>73.95</c:v>
                </c:pt>
                <c:pt idx="109">
                  <c:v>80.745614035087726</c:v>
                </c:pt>
                <c:pt idx="110">
                  <c:v>73.307692307692307</c:v>
                </c:pt>
                <c:pt idx="111">
                  <c:v>80.385321100917437</c:v>
                </c:pt>
                <c:pt idx="112">
                  <c:v>71.240384615384613</c:v>
                </c:pt>
                <c:pt idx="113">
                  <c:v>68.794392523364479</c:v>
                </c:pt>
                <c:pt idx="114">
                  <c:v>80.027272727272731</c:v>
                </c:pt>
                <c:pt idx="115">
                  <c:v>78.91</c:v>
                </c:pt>
                <c:pt idx="116">
                  <c:v>73.707070707070713</c:v>
                </c:pt>
                <c:pt idx="117">
                  <c:v>78.857142857142861</c:v>
                </c:pt>
                <c:pt idx="118">
                  <c:v>79.277227722772281</c:v>
                </c:pt>
                <c:pt idx="119">
                  <c:v>66.127659574468083</c:v>
                </c:pt>
                <c:pt idx="120">
                  <c:v>77.135416666666671</c:v>
                </c:pt>
                <c:pt idx="121">
                  <c:v>75.174311926605498</c:v>
                </c:pt>
                <c:pt idx="122">
                  <c:v>82.361111111111114</c:v>
                </c:pt>
                <c:pt idx="123">
                  <c:v>72.622641509433961</c:v>
                </c:pt>
                <c:pt idx="124">
                  <c:v>75.101851851851848</c:v>
                </c:pt>
                <c:pt idx="125">
                  <c:v>81.756521739130434</c:v>
                </c:pt>
                <c:pt idx="126">
                  <c:v>77.325581395348834</c:v>
                </c:pt>
                <c:pt idx="127">
                  <c:v>78.415841584158414</c:v>
                </c:pt>
                <c:pt idx="128">
                  <c:v>75.757894736842104</c:v>
                </c:pt>
                <c:pt idx="129">
                  <c:v>72.95192307692308</c:v>
                </c:pt>
                <c:pt idx="130">
                  <c:v>78.90384615384616</c:v>
                </c:pt>
                <c:pt idx="131">
                  <c:v>73.925233644859816</c:v>
                </c:pt>
                <c:pt idx="132">
                  <c:v>68.489795918367349</c:v>
                </c:pt>
                <c:pt idx="133">
                  <c:v>73.706896551724142</c:v>
                </c:pt>
                <c:pt idx="134">
                  <c:v>64.622448979591837</c:v>
                </c:pt>
                <c:pt idx="135">
                  <c:v>76.029702970297024</c:v>
                </c:pt>
                <c:pt idx="136">
                  <c:v>77.476744186046517</c:v>
                </c:pt>
                <c:pt idx="137">
                  <c:v>81.432692307692307</c:v>
                </c:pt>
                <c:pt idx="138">
                  <c:v>79.277227722772281</c:v>
                </c:pt>
                <c:pt idx="139">
                  <c:v>72.135999999999996</c:v>
                </c:pt>
                <c:pt idx="140">
                  <c:v>72.467391304347828</c:v>
                </c:pt>
                <c:pt idx="141">
                  <c:v>79.868421052631575</c:v>
                </c:pt>
                <c:pt idx="142">
                  <c:v>74.487603305785129</c:v>
                </c:pt>
                <c:pt idx="143">
                  <c:v>78.89108910891089</c:v>
                </c:pt>
                <c:pt idx="144">
                  <c:v>77.769230769230774</c:v>
                </c:pt>
                <c:pt idx="145">
                  <c:v>82.357798165137609</c:v>
                </c:pt>
                <c:pt idx="146">
                  <c:v>71.204819277108427</c:v>
                </c:pt>
                <c:pt idx="147">
                  <c:v>72.580357142857139</c:v>
                </c:pt>
                <c:pt idx="148">
                  <c:v>73.495575221238937</c:v>
                </c:pt>
                <c:pt idx="149">
                  <c:v>81.295454545454547</c:v>
                </c:pt>
                <c:pt idx="150">
                  <c:v>73.956140350877192</c:v>
                </c:pt>
                <c:pt idx="151">
                  <c:v>80.02884615384616</c:v>
                </c:pt>
                <c:pt idx="152">
                  <c:v>77.454545454545453</c:v>
                </c:pt>
                <c:pt idx="153">
                  <c:v>78.395604395604394</c:v>
                </c:pt>
                <c:pt idx="154">
                  <c:v>73.671999999999997</c:v>
                </c:pt>
                <c:pt idx="155">
                  <c:v>73.163461538461533</c:v>
                </c:pt>
                <c:pt idx="156">
                  <c:v>72.71052631578948</c:v>
                </c:pt>
                <c:pt idx="157">
                  <c:v>70.111111111111114</c:v>
                </c:pt>
                <c:pt idx="158">
                  <c:v>77.422680412371136</c:v>
                </c:pt>
                <c:pt idx="159">
                  <c:v>73.043478260869563</c:v>
                </c:pt>
                <c:pt idx="160">
                  <c:v>82.215686274509807</c:v>
                </c:pt>
                <c:pt idx="161">
                  <c:v>79.441666666666663</c:v>
                </c:pt>
                <c:pt idx="162">
                  <c:v>73.971428571428575</c:v>
                </c:pt>
                <c:pt idx="163">
                  <c:v>82.955555555555549</c:v>
                </c:pt>
                <c:pt idx="164">
                  <c:v>74.901098901098905</c:v>
                </c:pt>
                <c:pt idx="165">
                  <c:v>77.239583333333329</c:v>
                </c:pt>
                <c:pt idx="166">
                  <c:v>73.206896551724142</c:v>
                </c:pt>
                <c:pt idx="167">
                  <c:v>76.314285714285717</c:v>
                </c:pt>
                <c:pt idx="168">
                  <c:v>75.991452991452988</c:v>
                </c:pt>
                <c:pt idx="169">
                  <c:v>78.276190476190479</c:v>
                </c:pt>
                <c:pt idx="170">
                  <c:v>79.353448275862064</c:v>
                </c:pt>
                <c:pt idx="171">
                  <c:v>79.454545454545453</c:v>
                </c:pt>
                <c:pt idx="172">
                  <c:v>74.613861386138609</c:v>
                </c:pt>
                <c:pt idx="173">
                  <c:v>77.960784313725483</c:v>
                </c:pt>
                <c:pt idx="174">
                  <c:v>77.456310679611647</c:v>
                </c:pt>
                <c:pt idx="175">
                  <c:v>81.214285714285708</c:v>
                </c:pt>
                <c:pt idx="176">
                  <c:v>83.370370370370367</c:v>
                </c:pt>
                <c:pt idx="177">
                  <c:v>75.111111111111114</c:v>
                </c:pt>
                <c:pt idx="178">
                  <c:v>75.405660377358487</c:v>
                </c:pt>
                <c:pt idx="179">
                  <c:v>68.949152542372886</c:v>
                </c:pt>
                <c:pt idx="180">
                  <c:v>83.977777777777774</c:v>
                </c:pt>
                <c:pt idx="181">
                  <c:v>74.862385321100916</c:v>
                </c:pt>
                <c:pt idx="182">
                  <c:v>72.609756097560975</c:v>
                </c:pt>
                <c:pt idx="183">
                  <c:v>76.58620689655173</c:v>
                </c:pt>
                <c:pt idx="184">
                  <c:v>78.747474747474755</c:v>
                </c:pt>
                <c:pt idx="185">
                  <c:v>73.071428571428569</c:v>
                </c:pt>
                <c:pt idx="186">
                  <c:v>70.53</c:v>
                </c:pt>
                <c:pt idx="187">
                  <c:v>78.638888888888886</c:v>
                </c:pt>
                <c:pt idx="188">
                  <c:v>76.422680412371136</c:v>
                </c:pt>
                <c:pt idx="189">
                  <c:v>71.943925233644862</c:v>
                </c:pt>
                <c:pt idx="190">
                  <c:v>84.887931034482762</c:v>
                </c:pt>
                <c:pt idx="191">
                  <c:v>78.80869565217391</c:v>
                </c:pt>
                <c:pt idx="192">
                  <c:v>79.336842105263159</c:v>
                </c:pt>
                <c:pt idx="193">
                  <c:v>85.871559633027516</c:v>
                </c:pt>
                <c:pt idx="194">
                  <c:v>71.189781021897815</c:v>
                </c:pt>
                <c:pt idx="195">
                  <c:v>72.198019801980195</c:v>
                </c:pt>
                <c:pt idx="196">
                  <c:v>78.915094339622641</c:v>
                </c:pt>
                <c:pt idx="197">
                  <c:v>78.072072072072075</c:v>
                </c:pt>
                <c:pt idx="198">
                  <c:v>77.433070866141733</c:v>
                </c:pt>
                <c:pt idx="199">
                  <c:v>79.637254901960787</c:v>
                </c:pt>
                <c:pt idx="200">
                  <c:v>77.287234042553195</c:v>
                </c:pt>
                <c:pt idx="201">
                  <c:v>67.086956521739125</c:v>
                </c:pt>
                <c:pt idx="202">
                  <c:v>78.960396039603964</c:v>
                </c:pt>
                <c:pt idx="203">
                  <c:v>73.053333333333327</c:v>
                </c:pt>
                <c:pt idx="204">
                  <c:v>75.362831858407077</c:v>
                </c:pt>
                <c:pt idx="205">
                  <c:v>74.928571428571431</c:v>
                </c:pt>
                <c:pt idx="206">
                  <c:v>73.651785714285708</c:v>
                </c:pt>
                <c:pt idx="207">
                  <c:v>82.288659793814432</c:v>
                </c:pt>
                <c:pt idx="208">
                  <c:v>77.844444444444449</c:v>
                </c:pt>
                <c:pt idx="209">
                  <c:v>84.181818181818187</c:v>
                </c:pt>
                <c:pt idx="210">
                  <c:v>76.321739130434779</c:v>
                </c:pt>
                <c:pt idx="211">
                  <c:v>88.24742268041237</c:v>
                </c:pt>
                <c:pt idx="212">
                  <c:v>80.644859813084111</c:v>
                </c:pt>
                <c:pt idx="213">
                  <c:v>73.938053097345133</c:v>
                </c:pt>
                <c:pt idx="214">
                  <c:v>78.584158415841586</c:v>
                </c:pt>
                <c:pt idx="215">
                  <c:v>72.100917431192656</c:v>
                </c:pt>
                <c:pt idx="216">
                  <c:v>75.52873563218391</c:v>
                </c:pt>
                <c:pt idx="217">
                  <c:v>68.876190476190473</c:v>
                </c:pt>
                <c:pt idx="218">
                  <c:v>79.313043478260866</c:v>
                </c:pt>
                <c:pt idx="219">
                  <c:v>79.296875</c:v>
                </c:pt>
                <c:pt idx="220">
                  <c:v>81.628318584070797</c:v>
                </c:pt>
                <c:pt idx="221">
                  <c:v>71.554455445544548</c:v>
                </c:pt>
                <c:pt idx="222">
                  <c:v>69.967391304347828</c:v>
                </c:pt>
                <c:pt idx="223">
                  <c:v>75.759615384615387</c:v>
                </c:pt>
                <c:pt idx="224">
                  <c:v>79.927927927927925</c:v>
                </c:pt>
                <c:pt idx="225">
                  <c:v>71.036036036036037</c:v>
                </c:pt>
                <c:pt idx="226">
                  <c:v>76.936363636363637</c:v>
                </c:pt>
                <c:pt idx="227">
                  <c:v>71.29069767441861</c:v>
                </c:pt>
                <c:pt idx="228">
                  <c:v>73.189189189189193</c:v>
                </c:pt>
                <c:pt idx="229">
                  <c:v>77.356589147286826</c:v>
                </c:pt>
                <c:pt idx="230">
                  <c:v>73.304761904761904</c:v>
                </c:pt>
                <c:pt idx="231">
                  <c:v>80.270270270270274</c:v>
                </c:pt>
                <c:pt idx="232">
                  <c:v>76.544554455445549</c:v>
                </c:pt>
                <c:pt idx="233">
                  <c:v>83.642857142857139</c:v>
                </c:pt>
                <c:pt idx="234">
                  <c:v>78.076271186440678</c:v>
                </c:pt>
                <c:pt idx="235">
                  <c:v>83.984126984126988</c:v>
                </c:pt>
                <c:pt idx="236">
                  <c:v>67.766990291262132</c:v>
                </c:pt>
                <c:pt idx="237">
                  <c:v>81.572727272727278</c:v>
                </c:pt>
                <c:pt idx="238">
                  <c:v>75.581818181818178</c:v>
                </c:pt>
                <c:pt idx="239">
                  <c:v>81.796296296296291</c:v>
                </c:pt>
                <c:pt idx="240">
                  <c:v>83.271186440677965</c:v>
                </c:pt>
                <c:pt idx="241">
                  <c:v>75.408759124087595</c:v>
                </c:pt>
                <c:pt idx="242">
                  <c:v>74.116504854368927</c:v>
                </c:pt>
                <c:pt idx="243">
                  <c:v>75.961904761904762</c:v>
                </c:pt>
                <c:pt idx="244">
                  <c:v>80.523364485981304</c:v>
                </c:pt>
                <c:pt idx="245">
                  <c:v>76.072916666666671</c:v>
                </c:pt>
                <c:pt idx="246">
                  <c:v>78.450450450450447</c:v>
                </c:pt>
                <c:pt idx="247">
                  <c:v>76.72</c:v>
                </c:pt>
                <c:pt idx="248">
                  <c:v>73.050420168067234</c:v>
                </c:pt>
                <c:pt idx="249">
                  <c:v>86.268292682926827</c:v>
                </c:pt>
                <c:pt idx="250">
                  <c:v>77.019801980198025</c:v>
                </c:pt>
                <c:pt idx="251">
                  <c:v>70.564102564102569</c:v>
                </c:pt>
                <c:pt idx="252">
                  <c:v>73.084745762711862</c:v>
                </c:pt>
                <c:pt idx="253">
                  <c:v>75.130841121495322</c:v>
                </c:pt>
                <c:pt idx="254">
                  <c:v>79.565217391304344</c:v>
                </c:pt>
                <c:pt idx="255">
                  <c:v>81.145833333333329</c:v>
                </c:pt>
                <c:pt idx="256">
                  <c:v>76.19047619047619</c:v>
                </c:pt>
                <c:pt idx="257">
                  <c:v>79.03478260869565</c:v>
                </c:pt>
                <c:pt idx="258">
                  <c:v>74.05</c:v>
                </c:pt>
                <c:pt idx="259">
                  <c:v>74.464285714285708</c:v>
                </c:pt>
                <c:pt idx="260">
                  <c:v>78.554347826086953</c:v>
                </c:pt>
                <c:pt idx="261">
                  <c:v>75.884955752212392</c:v>
                </c:pt>
                <c:pt idx="262">
                  <c:v>76.214285714285708</c:v>
                </c:pt>
                <c:pt idx="263">
                  <c:v>74.646464646464651</c:v>
                </c:pt>
                <c:pt idx="264">
                  <c:v>70.463414634146346</c:v>
                </c:pt>
                <c:pt idx="265">
                  <c:v>79.815789473684205</c:v>
                </c:pt>
                <c:pt idx="266">
                  <c:v>74.49549549549549</c:v>
                </c:pt>
                <c:pt idx="267">
                  <c:v>75.954954954954957</c:v>
                </c:pt>
                <c:pt idx="268">
                  <c:v>81.361904761904768</c:v>
                </c:pt>
                <c:pt idx="269">
                  <c:v>81.722689075630257</c:v>
                </c:pt>
                <c:pt idx="270">
                  <c:v>78.611111111111114</c:v>
                </c:pt>
                <c:pt idx="271">
                  <c:v>75.543859649122808</c:v>
                </c:pt>
                <c:pt idx="272">
                  <c:v>81.857142857142861</c:v>
                </c:pt>
                <c:pt idx="273">
                  <c:v>74.074468085106389</c:v>
                </c:pt>
                <c:pt idx="274">
                  <c:v>77.616161616161619</c:v>
                </c:pt>
                <c:pt idx="275">
                  <c:v>77.454545454545453</c:v>
                </c:pt>
                <c:pt idx="276">
                  <c:v>81.237623762376231</c:v>
                </c:pt>
                <c:pt idx="277">
                  <c:v>76.715517241379317</c:v>
                </c:pt>
                <c:pt idx="278">
                  <c:v>82.140186915887853</c:v>
                </c:pt>
                <c:pt idx="279">
                  <c:v>79.598039215686271</c:v>
                </c:pt>
                <c:pt idx="280">
                  <c:v>76.234782608695653</c:v>
                </c:pt>
                <c:pt idx="281">
                  <c:v>64.043010752688176</c:v>
                </c:pt>
                <c:pt idx="282">
                  <c:v>73.724137931034477</c:v>
                </c:pt>
                <c:pt idx="283">
                  <c:v>76.682692307692307</c:v>
                </c:pt>
                <c:pt idx="284">
                  <c:v>77.096491228070178</c:v>
                </c:pt>
                <c:pt idx="285">
                  <c:v>76.84905660377359</c:v>
                </c:pt>
                <c:pt idx="286">
                  <c:v>74.524271844660191</c:v>
                </c:pt>
                <c:pt idx="287">
                  <c:v>75.5703125</c:v>
                </c:pt>
                <c:pt idx="288">
                  <c:v>83.773584905660371</c:v>
                </c:pt>
                <c:pt idx="289">
                  <c:v>76.401869158878512</c:v>
                </c:pt>
                <c:pt idx="290">
                  <c:v>79.313953488372093</c:v>
                </c:pt>
                <c:pt idx="291">
                  <c:v>74.730158730158735</c:v>
                </c:pt>
                <c:pt idx="292">
                  <c:v>75.449541284403665</c:v>
                </c:pt>
                <c:pt idx="293">
                  <c:v>78.13</c:v>
                </c:pt>
                <c:pt idx="294">
                  <c:v>75.971962616822424</c:v>
                </c:pt>
                <c:pt idx="295">
                  <c:v>72.599999999999994</c:v>
                </c:pt>
                <c:pt idx="296">
                  <c:v>79.353982300884951</c:v>
                </c:pt>
                <c:pt idx="297">
                  <c:v>84.264462809917362</c:v>
                </c:pt>
                <c:pt idx="298">
                  <c:v>79.640625</c:v>
                </c:pt>
                <c:pt idx="299">
                  <c:v>77.784810126582272</c:v>
                </c:pt>
                <c:pt idx="300">
                  <c:v>81.577981651376149</c:v>
                </c:pt>
                <c:pt idx="301">
                  <c:v>73.264705882352942</c:v>
                </c:pt>
                <c:pt idx="302">
                  <c:v>76.61702127659575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B84-45F7-B473-E2D348A942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61343311"/>
        <c:axId val="2061353391"/>
      </c:lineChart>
      <c:catAx>
        <c:axId val="20613433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2061353391"/>
        <c:crosses val="autoZero"/>
        <c:auto val="1"/>
        <c:lblAlgn val="ctr"/>
        <c:lblOffset val="100"/>
        <c:noMultiLvlLbl val="0"/>
      </c:catAx>
      <c:valAx>
        <c:axId val="20613533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20613433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NG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[supermarket_sales_2025 (version 1).xlsb]Mem Vs Norm!PivotTable2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Members</a:t>
            </a:r>
            <a:r>
              <a:rPr lang="en-US" baseline="0">
                <a:solidFill>
                  <a:schemeClr val="tx1"/>
                </a:solidFill>
              </a:rPr>
              <a:t> Vs Normal</a:t>
            </a:r>
            <a:endParaRPr lang="en-US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2060"/>
          </a:solidFill>
          <a:ln>
            <a:noFill/>
          </a:ln>
          <a:effectLst/>
        </c:spPr>
      </c:pivotFmt>
      <c:pivotFmt>
        <c:idx val="2"/>
        <c:spPr>
          <a:solidFill>
            <a:schemeClr val="accent4"/>
          </a:solidFill>
          <a:ln>
            <a:noFill/>
          </a:ln>
          <a:effectLst/>
        </c:spPr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002060"/>
          </a:solidFill>
          <a:ln>
            <a:noFill/>
          </a:ln>
          <a:effectLst/>
        </c:spPr>
      </c:pivotFmt>
      <c:pivotFmt>
        <c:idx val="5"/>
        <c:spPr>
          <a:solidFill>
            <a:schemeClr val="accent4"/>
          </a:solidFill>
          <a:ln>
            <a:noFill/>
          </a:ln>
          <a:effectLst/>
        </c:spPr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2060"/>
          </a:solidFill>
          <a:ln>
            <a:noFill/>
          </a:ln>
          <a:effectLst/>
        </c:spPr>
      </c:pivotFmt>
      <c:pivotFmt>
        <c:idx val="8"/>
        <c:spPr>
          <a:solidFill>
            <a:schemeClr val="accent4"/>
          </a:solidFill>
          <a:ln>
            <a:noFill/>
          </a:ln>
          <a:effectLst/>
        </c:spPr>
      </c:pivotFmt>
    </c:pivotFmts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70045872"/>
        <c:axId val="1570037232"/>
      </c:barChart>
      <c:catAx>
        <c:axId val="1570045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1570037232"/>
        <c:crosses val="autoZero"/>
        <c:auto val="1"/>
        <c:lblAlgn val="ctr"/>
        <c:lblOffset val="100"/>
        <c:noMultiLvlLbl val="0"/>
      </c:catAx>
      <c:valAx>
        <c:axId val="1570037232"/>
        <c:scaling>
          <c:orientation val="minMax"/>
        </c:scaling>
        <c:delete val="0"/>
        <c:axPos val="l"/>
        <c:numFmt formatCode="[$$-409]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1570045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NG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[transaction_dataset_JanToOct - Analysis 1.xlsx]Are we stopping the Fraud!PivotTable2</c:name>
    <c:fmtId val="9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002060"/>
          </a:solidFill>
          <a:ln>
            <a:noFill/>
          </a:ln>
          <a:effectLst/>
        </c:spPr>
      </c:pivotFmt>
      <c:pivotFmt>
        <c:idx val="3"/>
        <c:spPr>
          <a:solidFill>
            <a:srgbClr val="00B050"/>
          </a:solidFill>
          <a:ln>
            <a:noFill/>
          </a:ln>
          <a:effectLst/>
        </c:spPr>
      </c:pivotFmt>
      <c:pivotFmt>
        <c:idx val="4"/>
        <c:spPr>
          <a:solidFill>
            <a:srgbClr val="002060"/>
          </a:solidFill>
          <a:ln>
            <a:noFill/>
          </a:ln>
          <a:effectLst/>
        </c:spPr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rgbClr val="002060"/>
          </a:solidFill>
          <a:ln>
            <a:noFill/>
          </a:ln>
          <a:effectLst/>
        </c:spPr>
      </c:pivotFmt>
      <c:pivotFmt>
        <c:idx val="7"/>
        <c:spPr>
          <a:solidFill>
            <a:srgbClr val="002060"/>
          </a:solidFill>
          <a:ln>
            <a:noFill/>
          </a:ln>
          <a:effectLst/>
        </c:spPr>
      </c:pivotFmt>
      <c:pivotFmt>
        <c:idx val="8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00B050"/>
          </a:solidFill>
          <a:ln>
            <a:noFill/>
          </a:ln>
          <a:effectLst/>
        </c:spPr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002060"/>
          </a:solidFill>
          <a:ln>
            <a:noFill/>
          </a:ln>
          <a:effectLst/>
        </c:spPr>
      </c:pivotFmt>
      <c:pivotFmt>
        <c:idx val="12"/>
        <c:spPr>
          <a:solidFill>
            <a:srgbClr val="002060"/>
          </a:solidFill>
          <a:ln>
            <a:noFill/>
          </a:ln>
          <a:effectLst/>
        </c:spPr>
      </c:pivotFmt>
      <c:pivotFmt>
        <c:idx val="13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rgbClr val="00B050"/>
          </a:solidFill>
          <a:ln>
            <a:noFill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'Are we stopping the Fraud'!$C$3:$C$4</c:f>
              <c:strCache>
                <c:ptCount val="1"/>
                <c:pt idx="0">
                  <c:v>FALSE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E78-490B-B13A-DB20499DEF47}"/>
              </c:ext>
            </c:extLst>
          </c:dPt>
          <c:dPt>
            <c:idx val="1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E78-490B-B13A-DB20499DEF47}"/>
              </c:ext>
            </c:extLst>
          </c:dPt>
          <c:cat>
            <c:strRef>
              <c:f>'Are we stopping the Fraud'!$B$5:$B$7</c:f>
              <c:strCache>
                <c:ptCount val="2"/>
                <c:pt idx="0">
                  <c:v>Failed</c:v>
                </c:pt>
                <c:pt idx="1">
                  <c:v>Success</c:v>
                </c:pt>
              </c:strCache>
            </c:strRef>
          </c:cat>
          <c:val>
            <c:numRef>
              <c:f>'Are we stopping the Fraud'!$C$5:$C$7</c:f>
              <c:numCache>
                <c:formatCode>General</c:formatCode>
                <c:ptCount val="2"/>
                <c:pt idx="0">
                  <c:v>7572</c:v>
                </c:pt>
                <c:pt idx="1">
                  <c:v>30387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E78-490B-B13A-DB20499DEF47}"/>
            </c:ext>
          </c:extLst>
        </c:ser>
        <c:ser>
          <c:idx val="1"/>
          <c:order val="1"/>
          <c:tx>
            <c:strRef>
              <c:f>'Are we stopping the Fraud'!$D$3:$D$4</c:f>
              <c:strCache>
                <c:ptCount val="1"/>
                <c:pt idx="0">
                  <c:v>TRUE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EE78-490B-B13A-DB20499DEF47}"/>
              </c:ext>
            </c:extLst>
          </c:dPt>
          <c:cat>
            <c:strRef>
              <c:f>'Are we stopping the Fraud'!$B$5:$B$7</c:f>
              <c:strCache>
                <c:ptCount val="2"/>
                <c:pt idx="0">
                  <c:v>Failed</c:v>
                </c:pt>
                <c:pt idx="1">
                  <c:v>Success</c:v>
                </c:pt>
              </c:strCache>
            </c:strRef>
          </c:cat>
          <c:val>
            <c:numRef>
              <c:f>'Are we stopping the Fraud'!$D$5:$D$7</c:f>
              <c:numCache>
                <c:formatCode>General</c:formatCode>
                <c:ptCount val="2"/>
                <c:pt idx="0">
                  <c:v>397</c:v>
                </c:pt>
                <c:pt idx="1">
                  <c:v>1644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EE78-490B-B13A-DB20499DEF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0666031"/>
        <c:axId val="50656431"/>
      </c:barChart>
      <c:catAx>
        <c:axId val="5066603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56431"/>
        <c:crosses val="autoZero"/>
        <c:auto val="1"/>
        <c:lblAlgn val="ctr"/>
        <c:lblOffset val="100"/>
        <c:noMultiLvlLbl val="0"/>
      </c:catAx>
      <c:valAx>
        <c:axId val="50656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660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NG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[transaction_dataset_JanToOct - Analysis 1.xlsx]Network Slicing Investment !PivotTable3</c:name>
    <c:fmtId val="1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Amount</a:t>
            </a:r>
            <a:r>
              <a:rPr lang="en-US" baseline="0">
                <a:solidFill>
                  <a:schemeClr val="tx1"/>
                </a:solidFill>
              </a:rPr>
              <a:t> per Network Slice</a:t>
            </a:r>
            <a:endParaRPr lang="en-US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30112553028287"/>
          <c:y val="0.13930555555555554"/>
          <c:w val="0.75725218244339743"/>
          <c:h val="0.7440357976086322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'Network Slicing Investment '!$C$3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cat>
            <c:strRef>
              <c:f>'Network Slicing Investment '!$B$4:$B$7</c:f>
              <c:strCache>
                <c:ptCount val="3"/>
                <c:pt idx="0">
                  <c:v>Slice1</c:v>
                </c:pt>
                <c:pt idx="1">
                  <c:v>Slice2</c:v>
                </c:pt>
                <c:pt idx="2">
                  <c:v>Slice3</c:v>
                </c:pt>
              </c:strCache>
            </c:strRef>
          </c:cat>
          <c:val>
            <c:numRef>
              <c:f>'Network Slicing Investment '!$C$4:$C$7</c:f>
              <c:numCache>
                <c:formatCode>"₦"#,##0.00</c:formatCode>
                <c:ptCount val="3"/>
                <c:pt idx="0">
                  <c:v>33342485.579999998</c:v>
                </c:pt>
                <c:pt idx="1">
                  <c:v>33295251.600000139</c:v>
                </c:pt>
                <c:pt idx="2">
                  <c:v>33175247.259999875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CC-4AEC-9530-6169295BF5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0670351"/>
        <c:axId val="50649711"/>
      </c:barChart>
      <c:catAx>
        <c:axId val="5067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49711"/>
        <c:crosses val="autoZero"/>
        <c:auto val="1"/>
        <c:lblAlgn val="ctr"/>
        <c:lblOffset val="100"/>
        <c:noMultiLvlLbl val="0"/>
      </c:catAx>
      <c:valAx>
        <c:axId val="50649711"/>
        <c:scaling>
          <c:orientation val="minMax"/>
        </c:scaling>
        <c:delete val="0"/>
        <c:axPos val="l"/>
        <c:numFmt formatCode="&quot;₦&quot;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703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NG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[transaction_dataset_JanToOct - Analysis 1.xlsx]Device Focus!PivotTable4</c:name>
    <c:fmtId val="10"/>
  </c:pivotSource>
  <c:chart>
    <c:autoTitleDeleted val="0"/>
    <c:pivotFmts>
      <c:pivotFmt>
        <c:idx val="0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'Device Focus'!$C$3:$C$4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cat>
            <c:strRef>
              <c:f>'Device Focus'!$B$5:$B$7</c:f>
              <c:strCache>
                <c:ptCount val="2"/>
                <c:pt idx="0">
                  <c:v>Desktop</c:v>
                </c:pt>
                <c:pt idx="1">
                  <c:v>Mobile</c:v>
                </c:pt>
              </c:strCache>
            </c:strRef>
          </c:cat>
          <c:val>
            <c:numRef>
              <c:f>'Device Focus'!$C$5:$C$7</c:f>
              <c:numCache>
                <c:formatCode>"₦"#,##0.00</c:formatCode>
                <c:ptCount val="2"/>
                <c:pt idx="0">
                  <c:v>9938665.1399999987</c:v>
                </c:pt>
                <c:pt idx="1">
                  <c:v>10064613.720000029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15-418B-B03E-90D609ECCB9C}"/>
            </c:ext>
          </c:extLst>
        </c:ser>
        <c:ser>
          <c:idx val="1"/>
          <c:order val="1"/>
          <c:tx>
            <c:strRef>
              <c:f>'Device Focus'!$D$3:$D$4</c:f>
              <c:strCache>
                <c:ptCount val="1"/>
                <c:pt idx="0">
                  <c:v>Success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cat>
            <c:strRef>
              <c:f>'Device Focus'!$B$5:$B$7</c:f>
              <c:strCache>
                <c:ptCount val="2"/>
                <c:pt idx="0">
                  <c:v>Desktop</c:v>
                </c:pt>
                <c:pt idx="1">
                  <c:v>Mobile</c:v>
                </c:pt>
              </c:strCache>
            </c:strRef>
          </c:cat>
          <c:val>
            <c:numRef>
              <c:f>'Device Focus'!$D$5:$D$7</c:f>
              <c:numCache>
                <c:formatCode>"₦"#,##0.00</c:formatCode>
                <c:ptCount val="2"/>
                <c:pt idx="0">
                  <c:v>39956857.960000031</c:v>
                </c:pt>
                <c:pt idx="1">
                  <c:v>39852847.620000184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F15-418B-B03E-90D609ECCB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644911"/>
        <c:axId val="50619471"/>
      </c:barChart>
      <c:catAx>
        <c:axId val="506449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19471"/>
        <c:crosses val="autoZero"/>
        <c:auto val="1"/>
        <c:lblAlgn val="ctr"/>
        <c:lblOffset val="100"/>
        <c:noMultiLvlLbl val="0"/>
      </c:catAx>
      <c:valAx>
        <c:axId val="50619471"/>
        <c:scaling>
          <c:orientation val="minMax"/>
        </c:scaling>
        <c:delete val="0"/>
        <c:axPos val="l"/>
        <c:numFmt formatCode="&quot;₦&quot;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449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NG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Rating</a:t>
            </a:r>
            <a:r>
              <a:rPr lang="en-US" baseline="0">
                <a:solidFill>
                  <a:schemeClr val="tx1"/>
                </a:solidFill>
              </a:rPr>
              <a:t> Vs Spending</a:t>
            </a:r>
            <a:endParaRPr lang="en-US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1498583264"/>
        <c:axId val="1498575104"/>
      </c:scatterChart>
      <c:valAx>
        <c:axId val="1498583264"/>
        <c:scaling>
          <c:orientation val="minMax"/>
        </c:scaling>
        <c:delete val="0"/>
        <c:axPos val="b"/>
        <c:numFmt formatCode="[$$-409]#,##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1498575104"/>
        <c:crosses val="autoZero"/>
        <c:crossBetween val="midCat"/>
      </c:valAx>
      <c:valAx>
        <c:axId val="1498575104"/>
        <c:scaling>
          <c:orientation val="minMax"/>
        </c:scaling>
        <c:delete val="0"/>
        <c:axPos val="l"/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1498583264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[transaction_dataset_JanToOct - Analysis 1.xlsx]Device and Transaction Type !PivotTable5</c:name>
    <c:fmtId val="10"/>
  </c:pivotSource>
  <c:chart>
    <c:autoTitleDeleted val="0"/>
    <c:pivotFmts>
      <c:pivotFmt>
        <c:idx val="0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00206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NG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'Device and Transaction Type '!$C$2:$C$3</c:f>
              <c:strCache>
                <c:ptCount val="1"/>
                <c:pt idx="0">
                  <c:v>FALSE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cat>
            <c:strRef>
              <c:f>'Device and Transaction Type '!$B$4:$B$7</c:f>
              <c:strCache>
                <c:ptCount val="3"/>
                <c:pt idx="0">
                  <c:v>Deposit</c:v>
                </c:pt>
                <c:pt idx="1">
                  <c:v>Transfer</c:v>
                </c:pt>
                <c:pt idx="2">
                  <c:v>Withdrawal</c:v>
                </c:pt>
              </c:strCache>
            </c:strRef>
          </c:cat>
          <c:val>
            <c:numRef>
              <c:f>'Device and Transaction Type '!$C$4:$C$7</c:f>
              <c:numCache>
                <c:formatCode>0.00%</c:formatCode>
                <c:ptCount val="3"/>
                <c:pt idx="0">
                  <c:v>0.95076479038491246</c:v>
                </c:pt>
                <c:pt idx="1">
                  <c:v>0.94735614994397721</c:v>
                </c:pt>
                <c:pt idx="2">
                  <c:v>0.95092605536912755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D0-4593-BADA-0802542232C0}"/>
            </c:ext>
          </c:extLst>
        </c:ser>
        <c:ser>
          <c:idx val="1"/>
          <c:order val="1"/>
          <c:tx>
            <c:strRef>
              <c:f>'Device and Transaction Type '!$D$2:$D$3</c:f>
              <c:strCache>
                <c:ptCount val="1"/>
                <c:pt idx="0">
                  <c:v>TRUE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cat>
            <c:strRef>
              <c:f>'Device and Transaction Type '!$B$4:$B$7</c:f>
              <c:strCache>
                <c:ptCount val="3"/>
                <c:pt idx="0">
                  <c:v>Deposit</c:v>
                </c:pt>
                <c:pt idx="1">
                  <c:v>Transfer</c:v>
                </c:pt>
                <c:pt idx="2">
                  <c:v>Withdrawal</c:v>
                </c:pt>
              </c:strCache>
            </c:strRef>
          </c:cat>
          <c:val>
            <c:numRef>
              <c:f>'Device and Transaction Type '!$D$4:$D$7</c:f>
              <c:numCache>
                <c:formatCode>0.00%</c:formatCode>
                <c:ptCount val="3"/>
                <c:pt idx="0">
                  <c:v>4.9235209615087573E-2</c:v>
                </c:pt>
                <c:pt idx="1">
                  <c:v>5.2643850056022692E-2</c:v>
                </c:pt>
                <c:pt idx="2">
                  <c:v>4.9073944630872487E-2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0D0-4593-BADA-0802542232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0678991"/>
        <c:axId val="50668911"/>
      </c:barChart>
      <c:catAx>
        <c:axId val="506789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68911"/>
        <c:crosses val="autoZero"/>
        <c:auto val="1"/>
        <c:lblAlgn val="ctr"/>
        <c:lblOffset val="100"/>
        <c:noMultiLvlLbl val="0"/>
      </c:catAx>
      <c:valAx>
        <c:axId val="50668911"/>
        <c:scaling>
          <c:orientation val="minMax"/>
        </c:scaling>
        <c:delete val="0"/>
        <c:axPos val="b"/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G"/>
          </a:p>
        </c:txPr>
        <c:crossAx val="50678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NG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G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1775"/>
            <a:ext cx="7772400" cy="1470025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Performance and Risk</a:t>
            </a:r>
            <a:r>
              <a:rPr b="1" dirty="0">
                <a:solidFill>
                  <a:srgbClr val="002060"/>
                </a:solidFill>
              </a:rPr>
              <a:t> Analysis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endParaRPr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A9E576-0AFC-4410-D677-D6D312EBBA56}"/>
              </a:ext>
            </a:extLst>
          </p:cNvPr>
          <p:cNvGrpSpPr/>
          <p:nvPr/>
        </p:nvGrpSpPr>
        <p:grpSpPr>
          <a:xfrm>
            <a:off x="1360492" y="2922589"/>
            <a:ext cx="6717323" cy="1336454"/>
            <a:chOff x="1575582" y="2810022"/>
            <a:chExt cx="6098344" cy="14700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5F4EAF-83D4-92E2-F5A9-6F7D61FB9B9F}"/>
                </a:ext>
              </a:extLst>
            </p:cNvPr>
            <p:cNvSpPr/>
            <p:nvPr/>
          </p:nvSpPr>
          <p:spPr>
            <a:xfrm>
              <a:off x="1575582" y="2810022"/>
              <a:ext cx="6098344" cy="1470025"/>
            </a:xfrm>
            <a:prstGeom prst="rect">
              <a:avLst/>
            </a:prstGeom>
            <a:solidFill>
              <a:schemeClr val="bg1"/>
            </a:solidFill>
            <a:ln w="19050"/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B781CAE-C12E-E5C1-A2DE-5F4DBC264933}"/>
                </a:ext>
              </a:extLst>
            </p:cNvPr>
            <p:cNvSpPr/>
            <p:nvPr/>
          </p:nvSpPr>
          <p:spPr>
            <a:xfrm>
              <a:off x="1575582" y="2810022"/>
              <a:ext cx="196947" cy="1470025"/>
            </a:xfrm>
            <a:prstGeom prst="rect">
              <a:avLst/>
            </a:prstGeom>
            <a:solidFill>
              <a:srgbClr val="FF0000"/>
            </a:solidFill>
            <a:ln w="19050"/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G"/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7015" y="3034506"/>
            <a:ext cx="6400800" cy="1752600"/>
          </a:xfrm>
        </p:spPr>
        <p:txBody>
          <a:bodyPr>
            <a:normAutofit/>
          </a:bodyPr>
          <a:lstStyle/>
          <a:p>
            <a:pPr algn="l"/>
            <a:r>
              <a:rPr dirty="0">
                <a:solidFill>
                  <a:schemeClr val="tx1"/>
                </a:solidFill>
              </a:rPr>
              <a:t>Performance </a:t>
            </a:r>
            <a:r>
              <a:rPr lang="en-US" dirty="0">
                <a:solidFill>
                  <a:schemeClr val="tx1"/>
                </a:solidFill>
              </a:rPr>
              <a:t>and Risk Analysis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By Adedapo Ibrahim Bayo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0FA70A-D343-13D8-52B6-D7D32B5F82DA}"/>
              </a:ext>
            </a:extLst>
          </p:cNvPr>
          <p:cNvSpPr/>
          <p:nvPr/>
        </p:nvSpPr>
        <p:spPr>
          <a:xfrm>
            <a:off x="-397384" y="-334059"/>
            <a:ext cx="2624711" cy="2384425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DC03B69-6544-64DF-DA76-126F66DCC0DE}"/>
              </a:ext>
            </a:extLst>
          </p:cNvPr>
          <p:cNvSpPr/>
          <p:nvPr/>
        </p:nvSpPr>
        <p:spPr>
          <a:xfrm>
            <a:off x="6699736" y="-225095"/>
            <a:ext cx="2851669" cy="2384425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>
              <a:solidFill>
                <a:srgbClr val="FF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A2CF63-870D-EC88-D755-9C7F8EAEA44A}"/>
              </a:ext>
            </a:extLst>
          </p:cNvPr>
          <p:cNvSpPr/>
          <p:nvPr/>
        </p:nvSpPr>
        <p:spPr>
          <a:xfrm>
            <a:off x="7022207" y="5071512"/>
            <a:ext cx="2624711" cy="2384426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E6D63A0-21E9-E07B-8096-F640A61F9250}"/>
              </a:ext>
            </a:extLst>
          </p:cNvPr>
          <p:cNvSpPr/>
          <p:nvPr/>
        </p:nvSpPr>
        <p:spPr>
          <a:xfrm>
            <a:off x="-502918" y="4912518"/>
            <a:ext cx="2624711" cy="2736741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rgbClr val="002060"/>
                </a:solidFill>
              </a:rP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0929" y="1623273"/>
            <a:ext cx="8285871" cy="3975445"/>
          </a:xfrm>
        </p:spPr>
        <p:txBody>
          <a:bodyPr>
            <a:normAutofit/>
          </a:bodyPr>
          <a:lstStyle/>
          <a:p>
            <a:endParaRPr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Approval rates for money transfers have </a:t>
            </a:r>
            <a:r>
              <a:rPr lang="en-US" sz="2000" dirty="0">
                <a:solidFill>
                  <a:srgbClr val="FF0000"/>
                </a:solidFill>
              </a:rPr>
              <a:t>dropped</a:t>
            </a:r>
            <a:r>
              <a:rPr lang="en-US" sz="2000" dirty="0"/>
              <a:t> significantly.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The fraud detection system was recently upgraded, but we are still seeing chargebacks.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Justification of  premium to telecom providers for "Network Slice 1" and "Slice 2" to guarantee speed for our users.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Due to limited budget for App updates should we focus on desktop portal or Mobile App</a:t>
            </a:r>
            <a:endParaRPr sz="20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2349CBD-FEDF-FD89-8A87-4C225B2951FA}"/>
              </a:ext>
            </a:extLst>
          </p:cNvPr>
          <p:cNvSpPr/>
          <p:nvPr/>
        </p:nvSpPr>
        <p:spPr>
          <a:xfrm>
            <a:off x="-397384" y="-225095"/>
            <a:ext cx="2620079" cy="2300067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88748BB-43A8-1A79-556B-17BF6BB49434}"/>
              </a:ext>
            </a:extLst>
          </p:cNvPr>
          <p:cNvSpPr/>
          <p:nvPr/>
        </p:nvSpPr>
        <p:spPr>
          <a:xfrm>
            <a:off x="6808762" y="-225095"/>
            <a:ext cx="2742643" cy="2300067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B79E93-EAF2-8133-941A-4A494FE0C5C0}"/>
              </a:ext>
            </a:extLst>
          </p:cNvPr>
          <p:cNvSpPr/>
          <p:nvPr/>
        </p:nvSpPr>
        <p:spPr>
          <a:xfrm>
            <a:off x="6808761" y="4941384"/>
            <a:ext cx="2838157" cy="2514553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198ED9F-9ED7-C3E5-B311-108D322CBDA5}"/>
              </a:ext>
            </a:extLst>
          </p:cNvPr>
          <p:cNvSpPr/>
          <p:nvPr/>
        </p:nvSpPr>
        <p:spPr>
          <a:xfrm>
            <a:off x="-502918" y="5134708"/>
            <a:ext cx="2620079" cy="2514552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lang="en-US" dirty="0">
                <a:solidFill>
                  <a:srgbClr val="002060"/>
                </a:solidFill>
              </a:rPr>
              <a:t>Failed Transaction Overtime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2566" y="2464567"/>
            <a:ext cx="3381433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002060"/>
                </a:solidFill>
              </a:rPr>
              <a:t>INSIGHHT</a:t>
            </a:r>
            <a:r>
              <a:rPr b="1" dirty="0"/>
              <a:t>:</a:t>
            </a:r>
            <a:r>
              <a:rPr lang="en-US" b="1" dirty="0"/>
              <a:t> While there is spike drop in transaction approved there is no significant change in average latency over time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E82646-0DE2-51D9-795B-204D77F85C92}"/>
              </a:ext>
            </a:extLst>
          </p:cNvPr>
          <p:cNvSpPr txBox="1"/>
          <p:nvPr/>
        </p:nvSpPr>
        <p:spPr>
          <a:xfrm>
            <a:off x="601276" y="5341714"/>
            <a:ext cx="78551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FF0000"/>
                </a:solidFill>
              </a:rPr>
              <a:t>ACTION</a:t>
            </a:r>
            <a:r>
              <a:rPr lang="en-US" dirty="0"/>
              <a:t>: Immediate investigation of banking Process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0948E5-E6EC-820F-8603-AF41506F52DD}"/>
              </a:ext>
            </a:extLst>
          </p:cNvPr>
          <p:cNvSpPr/>
          <p:nvPr/>
        </p:nvSpPr>
        <p:spPr>
          <a:xfrm>
            <a:off x="-397384" y="-334058"/>
            <a:ext cx="2563809" cy="213472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5432B6-C88E-E9D8-D72F-5554FDB35518}"/>
              </a:ext>
            </a:extLst>
          </p:cNvPr>
          <p:cNvSpPr/>
          <p:nvPr/>
        </p:nvSpPr>
        <p:spPr>
          <a:xfrm>
            <a:off x="6987596" y="-225094"/>
            <a:ext cx="2563809" cy="2253976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5CB4C10-97C0-C6E5-63DC-314DFD43306C}"/>
              </a:ext>
            </a:extLst>
          </p:cNvPr>
          <p:cNvSpPr/>
          <p:nvPr/>
        </p:nvSpPr>
        <p:spPr>
          <a:xfrm>
            <a:off x="7202658" y="5158793"/>
            <a:ext cx="2444260" cy="229714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A48DE25-4D7F-70B1-37E1-C3E5F84F87E7}"/>
              </a:ext>
            </a:extLst>
          </p:cNvPr>
          <p:cNvSpPr/>
          <p:nvPr/>
        </p:nvSpPr>
        <p:spPr>
          <a:xfrm>
            <a:off x="-620854" y="5680268"/>
            <a:ext cx="2444260" cy="229714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BBBC55A9-E111-EF89-6DAA-95B3F1577B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1615441"/>
              </p:ext>
            </p:extLst>
          </p:nvPr>
        </p:nvGraphicFramePr>
        <p:xfrm>
          <a:off x="457200" y="1600200"/>
          <a:ext cx="5305365" cy="34571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446" y="442268"/>
            <a:ext cx="8229600" cy="1143000"/>
          </a:xfrm>
        </p:spPr>
        <p:txBody>
          <a:bodyPr/>
          <a:lstStyle/>
          <a:p>
            <a:pPr>
              <a:defRPr sz="3200" b="1"/>
            </a:pPr>
            <a:r>
              <a:rPr lang="en-US" dirty="0">
                <a:solidFill>
                  <a:srgbClr val="002060"/>
                </a:solidFill>
              </a:rPr>
              <a:t>FRAUD LEAK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48954" y="2524727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002060"/>
                </a:solidFill>
              </a:rPr>
              <a:t>INSIGHT</a:t>
            </a:r>
            <a:r>
              <a:rPr b="1" dirty="0">
                <a:solidFill>
                  <a:srgbClr val="002060"/>
                </a:solidFill>
              </a:rPr>
              <a:t>: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/>
              <a:t>1644 transaction flag as Faud is </a:t>
            </a:r>
            <a:r>
              <a:rPr lang="en-US" b="1" dirty="0">
                <a:solidFill>
                  <a:srgbClr val="FF0000"/>
                </a:solidFill>
              </a:rPr>
              <a:t>successful, </a:t>
            </a:r>
            <a:r>
              <a:rPr lang="en-US" b="1" dirty="0"/>
              <a:t>Chargeback persist.</a:t>
            </a:r>
            <a:endParaRPr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0530215F-4CA2-19A9-6280-64EBC2F9EE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612134"/>
              </p:ext>
            </p:extLst>
          </p:nvPr>
        </p:nvGraphicFramePr>
        <p:xfrm>
          <a:off x="801704" y="1596684"/>
          <a:ext cx="5486400" cy="35626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470FB4C-ED95-0FF8-0EF8-44F0C8106B1E}"/>
              </a:ext>
            </a:extLst>
          </p:cNvPr>
          <p:cNvSpPr txBox="1"/>
          <p:nvPr/>
        </p:nvSpPr>
        <p:spPr>
          <a:xfrm>
            <a:off x="1856936" y="5310037"/>
            <a:ext cx="52472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FF0000"/>
                </a:solidFill>
              </a:rPr>
              <a:t>ACTION: </a:t>
            </a:r>
            <a:r>
              <a:rPr lang="en-US" b="1" dirty="0"/>
              <a:t>Enforcement of Real time fraud monitoring 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2C34D46-F788-D97D-E05B-4799E1332084}"/>
              </a:ext>
            </a:extLst>
          </p:cNvPr>
          <p:cNvSpPr/>
          <p:nvPr/>
        </p:nvSpPr>
        <p:spPr>
          <a:xfrm>
            <a:off x="-407406" y="-225095"/>
            <a:ext cx="2704486" cy="2029216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FADEFD-DF97-B5FB-74DB-898FFE0F069E}"/>
              </a:ext>
            </a:extLst>
          </p:cNvPr>
          <p:cNvSpPr/>
          <p:nvPr/>
        </p:nvSpPr>
        <p:spPr>
          <a:xfrm>
            <a:off x="7005710" y="-225095"/>
            <a:ext cx="2545695" cy="218050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4248893-748A-1990-5A49-22EA7B41E166}"/>
              </a:ext>
            </a:extLst>
          </p:cNvPr>
          <p:cNvSpPr/>
          <p:nvPr/>
        </p:nvSpPr>
        <p:spPr>
          <a:xfrm>
            <a:off x="7132321" y="5162842"/>
            <a:ext cx="2514598" cy="2293095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70BB19B-D403-0185-5E4C-9D6232522196}"/>
              </a:ext>
            </a:extLst>
          </p:cNvPr>
          <p:cNvSpPr/>
          <p:nvPr/>
        </p:nvSpPr>
        <p:spPr>
          <a:xfrm>
            <a:off x="-685798" y="5257799"/>
            <a:ext cx="2514598" cy="2486417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E9DF3EC-6050-1890-7BE6-1FCD5DD0E1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2172601"/>
              </p:ext>
            </p:extLst>
          </p:nvPr>
        </p:nvGraphicFramePr>
        <p:xfrm>
          <a:off x="576776" y="1815537"/>
          <a:ext cx="4682146" cy="28996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lang="en-US" dirty="0">
                <a:solidFill>
                  <a:srgbClr val="002060"/>
                </a:solidFill>
              </a:rPr>
              <a:t>Network Slice Investment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0" y="2539013"/>
            <a:ext cx="3200400" cy="2026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002060"/>
                </a:solidFill>
              </a:rPr>
              <a:t>INSIGHTS</a:t>
            </a:r>
            <a:r>
              <a:rPr b="1" dirty="0">
                <a:solidFill>
                  <a:srgbClr val="002060"/>
                </a:solidFill>
              </a:rPr>
              <a:t>: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/>
              <a:t>Slight difference in Transaction Amount process by Slice</a:t>
            </a:r>
            <a:endParaRPr b="1" dirty="0"/>
          </a:p>
          <a:p>
            <a:pPr>
              <a:spcAft>
                <a:spcPts val="1400"/>
              </a:spcAft>
              <a:defRPr sz="1600"/>
            </a:pPr>
            <a:r>
              <a:rPr dirty="0"/>
              <a:t>- </a:t>
            </a:r>
            <a:r>
              <a:rPr lang="en-US" b="1" dirty="0"/>
              <a:t>Difference in their Average of the network slice  latency is less than one</a:t>
            </a:r>
            <a:endParaRPr lang="en-NG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4F87B3-93F9-01A3-C1A7-26A64208D469}"/>
              </a:ext>
            </a:extLst>
          </p:cNvPr>
          <p:cNvSpPr txBox="1"/>
          <p:nvPr/>
        </p:nvSpPr>
        <p:spPr>
          <a:xfrm>
            <a:off x="718929" y="5572014"/>
            <a:ext cx="7491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FF0000"/>
                </a:solidFill>
              </a:rPr>
              <a:t>ACTION: </a:t>
            </a:r>
            <a:r>
              <a:rPr lang="en-US" b="1" dirty="0"/>
              <a:t>The premium payment should be dropped or better plan should be adopted</a:t>
            </a: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BF76ADF-A78E-CD3A-B2D4-0D82032A8B83}"/>
              </a:ext>
            </a:extLst>
          </p:cNvPr>
          <p:cNvSpPr/>
          <p:nvPr/>
        </p:nvSpPr>
        <p:spPr>
          <a:xfrm>
            <a:off x="-334108" y="-225095"/>
            <a:ext cx="2778372" cy="1969489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08178EF-6E85-90D4-ABF2-B47C0C9DB39E}"/>
              </a:ext>
            </a:extLst>
          </p:cNvPr>
          <p:cNvSpPr/>
          <p:nvPr/>
        </p:nvSpPr>
        <p:spPr>
          <a:xfrm>
            <a:off x="6868546" y="-225095"/>
            <a:ext cx="2682859" cy="2384425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3EDC24-7D2B-417F-075A-FC0BFC4AC6D5}"/>
              </a:ext>
            </a:extLst>
          </p:cNvPr>
          <p:cNvSpPr/>
          <p:nvPr/>
        </p:nvSpPr>
        <p:spPr>
          <a:xfrm>
            <a:off x="7220239" y="4853354"/>
            <a:ext cx="2426679" cy="260258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2A4A5D8-4D89-CDF5-F44F-DCA28C3B2F5F}"/>
              </a:ext>
            </a:extLst>
          </p:cNvPr>
          <p:cNvSpPr/>
          <p:nvPr/>
        </p:nvSpPr>
        <p:spPr>
          <a:xfrm>
            <a:off x="-502918" y="5219115"/>
            <a:ext cx="2148838" cy="2430146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04940A84-16D0-4634-89D1-1856E0FF21A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7593240"/>
              </p:ext>
            </p:extLst>
          </p:nvPr>
        </p:nvGraphicFramePr>
        <p:xfrm>
          <a:off x="705144" y="1834231"/>
          <a:ext cx="5013373" cy="36189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lang="en-US" dirty="0">
                <a:solidFill>
                  <a:srgbClr val="002060"/>
                </a:solidFill>
              </a:rPr>
              <a:t>Transaction by Device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99408" y="2343332"/>
            <a:ext cx="320040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002060"/>
                </a:solidFill>
              </a:rPr>
              <a:t>INSIGHT</a:t>
            </a:r>
            <a:r>
              <a:rPr b="1" dirty="0">
                <a:solidFill>
                  <a:srgbClr val="002060"/>
                </a:solidFill>
              </a:rPr>
              <a:t>: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/>
              <a:t>Slight difference were notice between device used</a:t>
            </a:r>
          </a:p>
          <a:p>
            <a:pPr marL="285750" indent="-285750">
              <a:spcAft>
                <a:spcPts val="1400"/>
              </a:spcAft>
              <a:buFontTx/>
              <a:buChar char="-"/>
              <a:defRPr sz="1600"/>
            </a:pPr>
            <a:r>
              <a:rPr lang="en-US" b="1" dirty="0"/>
              <a:t>Mobile App process </a:t>
            </a:r>
            <a:r>
              <a:rPr lang="en-NG" sz="1600" b="1" dirty="0"/>
              <a:t>₦21,938.24</a:t>
            </a:r>
            <a:r>
              <a:rPr lang="en-NG" b="1" dirty="0"/>
              <a:t> </a:t>
            </a:r>
            <a:r>
              <a:rPr lang="en-US" b="1" dirty="0"/>
              <a:t> than desktop</a:t>
            </a:r>
          </a:p>
          <a:p>
            <a:pPr marL="285750" indent="-285750">
              <a:spcAft>
                <a:spcPts val="1400"/>
              </a:spcAft>
              <a:buFontTx/>
              <a:buChar char="-"/>
              <a:defRPr sz="1600"/>
            </a:pPr>
            <a:r>
              <a:rPr lang="en-US" b="1" dirty="0"/>
              <a:t>Difference Amount of fail transaction between them is less than </a:t>
            </a:r>
            <a:r>
              <a:rPr lang="en-NG" sz="1600" b="1" dirty="0">
                <a:solidFill>
                  <a:srgbClr val="FF0000"/>
                </a:solidFill>
              </a:rPr>
              <a:t>₦</a:t>
            </a:r>
            <a:r>
              <a:rPr lang="en-US" sz="1600" b="1" dirty="0">
                <a:solidFill>
                  <a:srgbClr val="FF0000"/>
                </a:solidFill>
              </a:rPr>
              <a:t>1,000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DE413E-6836-09D9-CE8A-707E91DD37A4}"/>
              </a:ext>
            </a:extLst>
          </p:cNvPr>
          <p:cNvSpPr txBox="1"/>
          <p:nvPr/>
        </p:nvSpPr>
        <p:spPr>
          <a:xfrm>
            <a:off x="624254" y="5662542"/>
            <a:ext cx="79623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FF0000"/>
                </a:solidFill>
              </a:rPr>
              <a:t>ACTION: </a:t>
            </a:r>
            <a:r>
              <a:rPr lang="en-US" b="1" dirty="0"/>
              <a:t>Due to low budget for the App , focusing on the Desktop platform is recommended </a:t>
            </a: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274248-E0BC-52B1-C78E-3998AE0518FD}"/>
              </a:ext>
            </a:extLst>
          </p:cNvPr>
          <p:cNvSpPr/>
          <p:nvPr/>
        </p:nvSpPr>
        <p:spPr>
          <a:xfrm>
            <a:off x="-397384" y="-334059"/>
            <a:ext cx="2634147" cy="2402010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E5B145-78B5-6984-72BA-F7A0A6CA3DC3}"/>
              </a:ext>
            </a:extLst>
          </p:cNvPr>
          <p:cNvSpPr/>
          <p:nvPr/>
        </p:nvSpPr>
        <p:spPr>
          <a:xfrm>
            <a:off x="6917258" y="-225095"/>
            <a:ext cx="2634147" cy="2436579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B6685D-4A26-4A96-ECB4-DE84CD3BEEC9}"/>
              </a:ext>
            </a:extLst>
          </p:cNvPr>
          <p:cNvSpPr/>
          <p:nvPr/>
        </p:nvSpPr>
        <p:spPr>
          <a:xfrm>
            <a:off x="7526217" y="5161084"/>
            <a:ext cx="2120702" cy="229485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BAC292-2DDA-FEC7-22D3-7D94C732CE97}"/>
              </a:ext>
            </a:extLst>
          </p:cNvPr>
          <p:cNvSpPr/>
          <p:nvPr/>
        </p:nvSpPr>
        <p:spPr>
          <a:xfrm>
            <a:off x="-502917" y="5440361"/>
            <a:ext cx="2120702" cy="2208899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E07EBC-DAC8-49E5-AF62-35753B63D6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496891"/>
              </p:ext>
            </p:extLst>
          </p:nvPr>
        </p:nvGraphicFramePr>
        <p:xfrm>
          <a:off x="457200" y="1600200"/>
          <a:ext cx="5468817" cy="38401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7CBDA-738E-0BC6-BA80-22094DEA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002060"/>
                </a:solidFill>
              </a:rPr>
              <a:t>Transaction Type</a:t>
            </a:r>
            <a:endParaRPr lang="en-NG" sz="3200" b="1" dirty="0">
              <a:solidFill>
                <a:srgbClr val="002060"/>
              </a:solidFill>
            </a:endParaRP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BD3D61C0-B58C-4081-B5AB-D9DFE9A769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1021595"/>
              </p:ext>
            </p:extLst>
          </p:nvPr>
        </p:nvGraphicFramePr>
        <p:xfrm>
          <a:off x="457200" y="1483998"/>
          <a:ext cx="8229600" cy="3647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7F18A86-D8BF-3C51-F0DB-11B7CF2EFCAD}"/>
              </a:ext>
            </a:extLst>
          </p:cNvPr>
          <p:cNvSpPr txBox="1"/>
          <p:nvPr/>
        </p:nvSpPr>
        <p:spPr>
          <a:xfrm>
            <a:off x="1800665" y="4740812"/>
            <a:ext cx="64781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/>
            </a:pPr>
            <a:r>
              <a:rPr lang="en-US" b="1" dirty="0">
                <a:solidFill>
                  <a:srgbClr val="002060"/>
                </a:solidFill>
              </a:rPr>
              <a:t>INSIGHT: </a:t>
            </a:r>
            <a:r>
              <a:rPr lang="en-US" b="1" dirty="0"/>
              <a:t>Slight Difference Between Type of Transaction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E5E27E-9382-F38F-595A-51A895C81C68}"/>
              </a:ext>
            </a:extLst>
          </p:cNvPr>
          <p:cNvSpPr/>
          <p:nvPr/>
        </p:nvSpPr>
        <p:spPr>
          <a:xfrm>
            <a:off x="-397384" y="-334059"/>
            <a:ext cx="2507538" cy="2050317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100C09D-E847-D827-1AA1-3E75D9C26A63}"/>
              </a:ext>
            </a:extLst>
          </p:cNvPr>
          <p:cNvSpPr/>
          <p:nvPr/>
        </p:nvSpPr>
        <p:spPr>
          <a:xfrm>
            <a:off x="7385538" y="-225095"/>
            <a:ext cx="2165868" cy="2222707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2B7D363-DCDF-239E-7BF6-CB7FFDDFB414}"/>
              </a:ext>
            </a:extLst>
          </p:cNvPr>
          <p:cNvSpPr/>
          <p:nvPr/>
        </p:nvSpPr>
        <p:spPr>
          <a:xfrm>
            <a:off x="7019777" y="5022166"/>
            <a:ext cx="2627141" cy="2433772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7E57F2B-D628-D992-5C3D-87C58C02E829}"/>
              </a:ext>
            </a:extLst>
          </p:cNvPr>
          <p:cNvSpPr/>
          <p:nvPr/>
        </p:nvSpPr>
        <p:spPr>
          <a:xfrm>
            <a:off x="-502918" y="5022166"/>
            <a:ext cx="2303583" cy="2627094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C89C41A8-FFBA-C8DA-F729-7DEE84BBFB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7289446"/>
              </p:ext>
            </p:extLst>
          </p:nvPr>
        </p:nvGraphicFramePr>
        <p:xfrm>
          <a:off x="1290050" y="1698578"/>
          <a:ext cx="674260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78103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96671"/>
            <a:ext cx="8229600" cy="13065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Little difference were observed on the average Latency for network slicing, and slight difference were observed Transaction by each device platform , there will be need for urgent review of the banking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31F27A-DBDE-09B8-FCFA-739E490DFE2D}"/>
              </a:ext>
            </a:extLst>
          </p:cNvPr>
          <p:cNvSpPr/>
          <p:nvPr/>
        </p:nvSpPr>
        <p:spPr>
          <a:xfrm>
            <a:off x="-351136" y="-334059"/>
            <a:ext cx="2296522" cy="2300067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0DF67A-FE2A-8C84-5461-502389ED4FB2}"/>
              </a:ext>
            </a:extLst>
          </p:cNvPr>
          <p:cNvSpPr/>
          <p:nvPr/>
        </p:nvSpPr>
        <p:spPr>
          <a:xfrm>
            <a:off x="7254884" y="-225095"/>
            <a:ext cx="2296522" cy="2191103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9E7E46D-5A27-191A-24A1-318B975AB275}"/>
              </a:ext>
            </a:extLst>
          </p:cNvPr>
          <p:cNvSpPr/>
          <p:nvPr/>
        </p:nvSpPr>
        <p:spPr>
          <a:xfrm>
            <a:off x="6949439" y="4891992"/>
            <a:ext cx="2697479" cy="2563946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062E074-8377-7919-0287-0390C0AA67E3}"/>
              </a:ext>
            </a:extLst>
          </p:cNvPr>
          <p:cNvSpPr/>
          <p:nvPr/>
        </p:nvSpPr>
        <p:spPr>
          <a:xfrm>
            <a:off x="-502918" y="5257800"/>
            <a:ext cx="2402056" cy="2391460"/>
          </a:xfrm>
          <a:prstGeom prst="ellipse">
            <a:avLst/>
          </a:prstGeom>
          <a:solidFill>
            <a:srgbClr val="FF0000">
              <a:alpha val="40000"/>
            </a:srgbClr>
          </a:solidFill>
          <a:effectLst>
            <a:softEdge rad="9906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G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275</Words>
  <Application>Microsoft Office PowerPoint</Application>
  <PresentationFormat>On-screen Show (4:3)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Performance and Risk Analysis </vt:lpstr>
      <vt:lpstr>Executive Summary</vt:lpstr>
      <vt:lpstr>Failed Transaction Overtime</vt:lpstr>
      <vt:lpstr>FRAUD LEAK</vt:lpstr>
      <vt:lpstr>Network Slice Investment</vt:lpstr>
      <vt:lpstr>Transaction by Device</vt:lpstr>
      <vt:lpstr>Transaction Type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My PC</dc:creator>
  <cp:keywords/>
  <dc:description>generated using python-pptx</dc:description>
  <cp:lastModifiedBy>ibrahim bayo</cp:lastModifiedBy>
  <cp:revision>5</cp:revision>
  <dcterms:created xsi:type="dcterms:W3CDTF">2013-01-27T09:14:16Z</dcterms:created>
  <dcterms:modified xsi:type="dcterms:W3CDTF">2025-12-13T02:47:30Z</dcterms:modified>
  <cp:category/>
</cp:coreProperties>
</file>